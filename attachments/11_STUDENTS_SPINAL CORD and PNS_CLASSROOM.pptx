
<file path=[Content_Types].xml><?xml version="1.0" encoding="utf-8"?>
<Types xmlns="http://schemas.openxmlformats.org/package/2006/content-types">
  <Default Extension="png" ContentType="image/png"/>
  <Default Extension="jpeg" ContentType="image/jpeg"/>
  <Default Extension="mov" ContentType="video/quicktime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403" r:id="rId2"/>
    <p:sldId id="1000" r:id="rId3"/>
    <p:sldId id="262" r:id="rId4"/>
    <p:sldId id="497" r:id="rId5"/>
    <p:sldId id="265" r:id="rId6"/>
    <p:sldId id="521" r:id="rId7"/>
    <p:sldId id="522" r:id="rId8"/>
    <p:sldId id="1029" r:id="rId9"/>
    <p:sldId id="1021" r:id="rId10"/>
    <p:sldId id="1020" r:id="rId11"/>
    <p:sldId id="1019" r:id="rId12"/>
    <p:sldId id="539" r:id="rId13"/>
    <p:sldId id="520" r:id="rId14"/>
    <p:sldId id="1022" r:id="rId15"/>
    <p:sldId id="1004" r:id="rId16"/>
    <p:sldId id="506" r:id="rId17"/>
    <p:sldId id="1015" r:id="rId18"/>
    <p:sldId id="1017" r:id="rId19"/>
    <p:sldId id="508" r:id="rId20"/>
    <p:sldId id="556" r:id="rId21"/>
    <p:sldId id="505" r:id="rId22"/>
    <p:sldId id="509" r:id="rId23"/>
    <p:sldId id="287" r:id="rId24"/>
    <p:sldId id="402" r:id="rId25"/>
    <p:sldId id="1001" r:id="rId26"/>
    <p:sldId id="1007" r:id="rId27"/>
    <p:sldId id="1002" r:id="rId28"/>
    <p:sldId id="1008" r:id="rId29"/>
    <p:sldId id="1003" r:id="rId30"/>
    <p:sldId id="518" r:id="rId31"/>
    <p:sldId id="457" r:id="rId32"/>
    <p:sldId id="519" r:id="rId33"/>
    <p:sldId id="1010" r:id="rId34"/>
    <p:sldId id="1011" r:id="rId35"/>
    <p:sldId id="548" r:id="rId36"/>
    <p:sldId id="545" r:id="rId37"/>
    <p:sldId id="547" r:id="rId38"/>
    <p:sldId id="546" r:id="rId39"/>
    <p:sldId id="481" r:id="rId40"/>
    <p:sldId id="1091" r:id="rId41"/>
    <p:sldId id="1092" r:id="rId42"/>
    <p:sldId id="557" r:id="rId43"/>
    <p:sldId id="512" r:id="rId44"/>
    <p:sldId id="559" r:id="rId45"/>
    <p:sldId id="553" r:id="rId46"/>
    <p:sldId id="513" r:id="rId47"/>
    <p:sldId id="560" r:id="rId48"/>
    <p:sldId id="514" r:id="rId49"/>
    <p:sldId id="536" r:id="rId50"/>
    <p:sldId id="537" r:id="rId51"/>
    <p:sldId id="538" r:id="rId5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2">
          <p15:clr>
            <a:srgbClr val="A4A3A4"/>
          </p15:clr>
        </p15:guide>
        <p15:guide id="2" orient="horz" pos="384">
          <p15:clr>
            <a:srgbClr val="A4A3A4"/>
          </p15:clr>
        </p15:guide>
        <p15:guide id="3" orient="horz" pos="1056">
          <p15:clr>
            <a:srgbClr val="A4A3A4"/>
          </p15:clr>
        </p15:guide>
        <p15:guide id="4" orient="horz" pos="1384">
          <p15:clr>
            <a:srgbClr val="A4A3A4"/>
          </p15:clr>
        </p15:guide>
        <p15:guide id="5" orient="horz" pos="1672">
          <p15:clr>
            <a:srgbClr val="A4A3A4"/>
          </p15:clr>
        </p15:guide>
        <p15:guide id="6" orient="horz" pos="2696">
          <p15:clr>
            <a:srgbClr val="A4A3A4"/>
          </p15:clr>
        </p15:guide>
        <p15:guide id="7" pos="240">
          <p15:clr>
            <a:srgbClr val="A4A3A4"/>
          </p15:clr>
        </p15:guide>
        <p15:guide id="8" pos="528">
          <p15:clr>
            <a:srgbClr val="A4A3A4"/>
          </p15:clr>
        </p15:guide>
        <p15:guide id="9" pos="816">
          <p15:clr>
            <a:srgbClr val="A4A3A4"/>
          </p15:clr>
        </p15:guide>
        <p15:guide id="10" pos="960">
          <p15:clr>
            <a:srgbClr val="A4A3A4"/>
          </p15:clr>
        </p15:guide>
        <p15:guide id="11" pos="672">
          <p15:clr>
            <a:srgbClr val="A4A3A4"/>
          </p15:clr>
        </p15:guide>
        <p15:guide id="12" pos="39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89AC"/>
    <a:srgbClr val="DB8ABA"/>
    <a:srgbClr val="62CD96"/>
    <a:srgbClr val="32CD9C"/>
    <a:srgbClr val="FFE800"/>
    <a:srgbClr val="50AF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04"/>
    <p:restoredTop sz="71928"/>
  </p:normalViewPr>
  <p:slideViewPr>
    <p:cSldViewPr>
      <p:cViewPr varScale="1">
        <p:scale>
          <a:sx n="70" d="100"/>
          <a:sy n="70" d="100"/>
        </p:scale>
        <p:origin x="2400" y="184"/>
      </p:cViewPr>
      <p:guideLst>
        <p:guide orient="horz" pos="3912"/>
        <p:guide orient="horz" pos="384"/>
        <p:guide orient="horz" pos="1056"/>
        <p:guide orient="horz" pos="1384"/>
        <p:guide orient="horz" pos="1672"/>
        <p:guide orient="horz" pos="2696"/>
        <p:guide pos="240"/>
        <p:guide pos="528"/>
        <p:guide pos="816"/>
        <p:guide pos="960"/>
        <p:guide pos="672"/>
        <p:guide pos="392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  <p:sld r:id="rId44" collapse="1"/>
      <p:sld r:id="rId45" collapse="1"/>
      <p:sld r:id="rId46" collapse="1"/>
      <p:sld r:id="rId47" collapse="1"/>
      <p:sld r:id="rId48" collapse="1"/>
      <p:sld r:id="rId49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13.xml"/><Relationship Id="rId18" Type="http://schemas.openxmlformats.org/officeDocument/2006/relationships/slide" Target="slides/slide18.xml"/><Relationship Id="rId26" Type="http://schemas.openxmlformats.org/officeDocument/2006/relationships/slide" Target="slides/slide26.xml"/><Relationship Id="rId39" Type="http://schemas.openxmlformats.org/officeDocument/2006/relationships/slide" Target="slides/slide39.xml"/><Relationship Id="rId21" Type="http://schemas.openxmlformats.org/officeDocument/2006/relationships/slide" Target="slides/slide21.xml"/><Relationship Id="rId34" Type="http://schemas.openxmlformats.org/officeDocument/2006/relationships/slide" Target="slides/slide34.xml"/><Relationship Id="rId42" Type="http://schemas.openxmlformats.org/officeDocument/2006/relationships/slide" Target="slides/slide44.xml"/><Relationship Id="rId47" Type="http://schemas.openxmlformats.org/officeDocument/2006/relationships/slide" Target="slides/slide49.xml"/><Relationship Id="rId7" Type="http://schemas.openxmlformats.org/officeDocument/2006/relationships/slide" Target="slides/slide7.xml"/><Relationship Id="rId2" Type="http://schemas.openxmlformats.org/officeDocument/2006/relationships/slide" Target="slides/slide2.xml"/><Relationship Id="rId16" Type="http://schemas.openxmlformats.org/officeDocument/2006/relationships/slide" Target="slides/slide16.xml"/><Relationship Id="rId29" Type="http://schemas.openxmlformats.org/officeDocument/2006/relationships/slide" Target="slides/slide29.xml"/><Relationship Id="rId11" Type="http://schemas.openxmlformats.org/officeDocument/2006/relationships/slide" Target="slides/slide11.xml"/><Relationship Id="rId24" Type="http://schemas.openxmlformats.org/officeDocument/2006/relationships/slide" Target="slides/slide24.xml"/><Relationship Id="rId32" Type="http://schemas.openxmlformats.org/officeDocument/2006/relationships/slide" Target="slides/slide32.xml"/><Relationship Id="rId37" Type="http://schemas.openxmlformats.org/officeDocument/2006/relationships/slide" Target="slides/slide37.xml"/><Relationship Id="rId40" Type="http://schemas.openxmlformats.org/officeDocument/2006/relationships/slide" Target="slides/slide42.xml"/><Relationship Id="rId45" Type="http://schemas.openxmlformats.org/officeDocument/2006/relationships/slide" Target="slides/slide47.xml"/><Relationship Id="rId5" Type="http://schemas.openxmlformats.org/officeDocument/2006/relationships/slide" Target="slides/slide5.xml"/><Relationship Id="rId15" Type="http://schemas.openxmlformats.org/officeDocument/2006/relationships/slide" Target="slides/slide15.xml"/><Relationship Id="rId23" Type="http://schemas.openxmlformats.org/officeDocument/2006/relationships/slide" Target="slides/slide23.xml"/><Relationship Id="rId28" Type="http://schemas.openxmlformats.org/officeDocument/2006/relationships/slide" Target="slides/slide28.xml"/><Relationship Id="rId36" Type="http://schemas.openxmlformats.org/officeDocument/2006/relationships/slide" Target="slides/slide36.xml"/><Relationship Id="rId49" Type="http://schemas.openxmlformats.org/officeDocument/2006/relationships/slide" Target="slides/slide51.xml"/><Relationship Id="rId10" Type="http://schemas.openxmlformats.org/officeDocument/2006/relationships/slide" Target="slides/slide10.xml"/><Relationship Id="rId19" Type="http://schemas.openxmlformats.org/officeDocument/2006/relationships/slide" Target="slides/slide19.xml"/><Relationship Id="rId31" Type="http://schemas.openxmlformats.org/officeDocument/2006/relationships/slide" Target="slides/slide31.xml"/><Relationship Id="rId44" Type="http://schemas.openxmlformats.org/officeDocument/2006/relationships/slide" Target="slides/slide46.xml"/><Relationship Id="rId4" Type="http://schemas.openxmlformats.org/officeDocument/2006/relationships/slide" Target="slides/slide4.xml"/><Relationship Id="rId9" Type="http://schemas.openxmlformats.org/officeDocument/2006/relationships/slide" Target="slides/slide9.xml"/><Relationship Id="rId14" Type="http://schemas.openxmlformats.org/officeDocument/2006/relationships/slide" Target="slides/slide14.xml"/><Relationship Id="rId22" Type="http://schemas.openxmlformats.org/officeDocument/2006/relationships/slide" Target="slides/slide22.xml"/><Relationship Id="rId27" Type="http://schemas.openxmlformats.org/officeDocument/2006/relationships/slide" Target="slides/slide27.xml"/><Relationship Id="rId30" Type="http://schemas.openxmlformats.org/officeDocument/2006/relationships/slide" Target="slides/slide30.xml"/><Relationship Id="rId35" Type="http://schemas.openxmlformats.org/officeDocument/2006/relationships/slide" Target="slides/slide35.xml"/><Relationship Id="rId43" Type="http://schemas.openxmlformats.org/officeDocument/2006/relationships/slide" Target="slides/slide45.xml"/><Relationship Id="rId48" Type="http://schemas.openxmlformats.org/officeDocument/2006/relationships/slide" Target="slides/slide50.xml"/><Relationship Id="rId8" Type="http://schemas.openxmlformats.org/officeDocument/2006/relationships/slide" Target="slides/slide8.xml"/><Relationship Id="rId3" Type="http://schemas.openxmlformats.org/officeDocument/2006/relationships/slide" Target="slides/slide3.xml"/><Relationship Id="rId12" Type="http://schemas.openxmlformats.org/officeDocument/2006/relationships/slide" Target="slides/slide12.xml"/><Relationship Id="rId17" Type="http://schemas.openxmlformats.org/officeDocument/2006/relationships/slide" Target="slides/slide17.xml"/><Relationship Id="rId25" Type="http://schemas.openxmlformats.org/officeDocument/2006/relationships/slide" Target="slides/slide25.xml"/><Relationship Id="rId33" Type="http://schemas.openxmlformats.org/officeDocument/2006/relationships/slide" Target="slides/slide33.xml"/><Relationship Id="rId38" Type="http://schemas.openxmlformats.org/officeDocument/2006/relationships/slide" Target="slides/slide38.xml"/><Relationship Id="rId46" Type="http://schemas.openxmlformats.org/officeDocument/2006/relationships/slide" Target="slides/slide48.xml"/><Relationship Id="rId20" Type="http://schemas.openxmlformats.org/officeDocument/2006/relationships/slide" Target="slides/slide20.xml"/><Relationship Id="rId41" Type="http://schemas.openxmlformats.org/officeDocument/2006/relationships/slide" Target="slides/slide43.xml"/><Relationship Id="rId1" Type="http://schemas.openxmlformats.org/officeDocument/2006/relationships/slide" Target="slides/slide1.xml"/><Relationship Id="rId6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da Bailey" userId="f95cb44c-0b1c-4fd4-84ea-f3ed26a226ee" providerId="ADAL" clId="{C2A23952-C7E0-D24D-B446-B2F3559E0D62}"/>
    <pc:docChg chg="modSld">
      <pc:chgData name="Amanda Bailey" userId="f95cb44c-0b1c-4fd4-84ea-f3ed26a226ee" providerId="ADAL" clId="{C2A23952-C7E0-D24D-B446-B2F3559E0D62}" dt="2019-10-07T04:12:31.984" v="11" actId="20577"/>
      <pc:docMkLst>
        <pc:docMk/>
      </pc:docMkLst>
      <pc:sldChg chg="modSp">
        <pc:chgData name="Amanda Bailey" userId="f95cb44c-0b1c-4fd4-84ea-f3ed26a226ee" providerId="ADAL" clId="{C2A23952-C7E0-D24D-B446-B2F3559E0D62}" dt="2019-10-07T04:12:14.181" v="1" actId="20577"/>
        <pc:sldMkLst>
          <pc:docMk/>
          <pc:sldMk cId="0" sldId="491"/>
        </pc:sldMkLst>
        <pc:spChg chg="mod">
          <ac:chgData name="Amanda Bailey" userId="f95cb44c-0b1c-4fd4-84ea-f3ed26a226ee" providerId="ADAL" clId="{C2A23952-C7E0-D24D-B446-B2F3559E0D62}" dt="2019-10-07T04:12:14.181" v="1" actId="20577"/>
          <ac:spMkLst>
            <pc:docMk/>
            <pc:sldMk cId="0" sldId="491"/>
            <ac:spMk id="17410" creationId="{DF4144C7-585D-8E41-AFA0-6EB5D703673C}"/>
          </ac:spMkLst>
        </pc:spChg>
      </pc:sldChg>
      <pc:sldChg chg="modSp">
        <pc:chgData name="Amanda Bailey" userId="f95cb44c-0b1c-4fd4-84ea-f3ed26a226ee" providerId="ADAL" clId="{C2A23952-C7E0-D24D-B446-B2F3559E0D62}" dt="2019-10-07T04:12:20.551" v="5" actId="20577"/>
        <pc:sldMkLst>
          <pc:docMk/>
          <pc:sldMk cId="0" sldId="520"/>
        </pc:sldMkLst>
        <pc:spChg chg="mod">
          <ac:chgData name="Amanda Bailey" userId="f95cb44c-0b1c-4fd4-84ea-f3ed26a226ee" providerId="ADAL" clId="{C2A23952-C7E0-D24D-B446-B2F3559E0D62}" dt="2019-10-07T04:12:20.551" v="5" actId="20577"/>
          <ac:spMkLst>
            <pc:docMk/>
            <pc:sldMk cId="0" sldId="520"/>
            <ac:spMk id="4" creationId="{8977FE26-5BA9-034E-8E4F-D835A5F75E3E}"/>
          </ac:spMkLst>
        </pc:spChg>
      </pc:sldChg>
      <pc:sldChg chg="modSp">
        <pc:chgData name="Amanda Bailey" userId="f95cb44c-0b1c-4fd4-84ea-f3ed26a226ee" providerId="ADAL" clId="{C2A23952-C7E0-D24D-B446-B2F3559E0D62}" dt="2019-10-07T04:12:17.539" v="3" actId="20577"/>
        <pc:sldMkLst>
          <pc:docMk/>
          <pc:sldMk cId="0" sldId="521"/>
        </pc:sldMkLst>
        <pc:spChg chg="mod">
          <ac:chgData name="Amanda Bailey" userId="f95cb44c-0b1c-4fd4-84ea-f3ed26a226ee" providerId="ADAL" clId="{C2A23952-C7E0-D24D-B446-B2F3559E0D62}" dt="2019-10-07T04:12:17.539" v="3" actId="20577"/>
          <ac:spMkLst>
            <pc:docMk/>
            <pc:sldMk cId="0" sldId="521"/>
            <ac:spMk id="30752" creationId="{447DC9ED-A90E-4BC3-9A07-3D1DB994EB92}"/>
          </ac:spMkLst>
        </pc:spChg>
      </pc:sldChg>
      <pc:sldChg chg="modSp">
        <pc:chgData name="Amanda Bailey" userId="f95cb44c-0b1c-4fd4-84ea-f3ed26a226ee" providerId="ADAL" clId="{C2A23952-C7E0-D24D-B446-B2F3559E0D62}" dt="2019-10-07T04:12:31.984" v="11" actId="20577"/>
        <pc:sldMkLst>
          <pc:docMk/>
          <pc:sldMk cId="0" sldId="523"/>
        </pc:sldMkLst>
        <pc:spChg chg="mod">
          <ac:chgData name="Amanda Bailey" userId="f95cb44c-0b1c-4fd4-84ea-f3ed26a226ee" providerId="ADAL" clId="{C2A23952-C7E0-D24D-B446-B2F3559E0D62}" dt="2019-10-07T04:12:31.984" v="11" actId="20577"/>
          <ac:spMkLst>
            <pc:docMk/>
            <pc:sldMk cId="0" sldId="523"/>
            <ac:spMk id="80898" creationId="{FA82C718-AB94-0647-9537-C84803D33B3D}"/>
          </ac:spMkLst>
        </pc:spChg>
      </pc:sldChg>
    </pc:docChg>
  </pc:docChgLst>
  <pc:docChgLst>
    <pc:chgData name="Amanda Bailey" userId="S::amanda.bailey@tulsacc.edu::f95cb44c-0b1c-4fd4-84ea-f3ed26a226ee" providerId="AD" clId="Web-{6AC1C6DE-2747-E7E0-5B19-3F263ABE0B7F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A7EBC3-3B7C-EA49-901D-5DB8A2DC9C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6D59FC-46E6-3747-9175-D5D2D93B6C7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F6C8B6E-3141-4649-BAB1-D7205BCCEA03}" type="datetime1">
              <a:rPr lang="en-US" altLang="en-US"/>
              <a:pPr>
                <a:defRPr/>
              </a:pPr>
              <a:t>1/15/25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08D7FEE-5931-504C-A122-B954A5A692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AE158E1-3F46-764B-9E06-375538FEEB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0ABB3-1F20-CB42-AC27-229E9DA7BC3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BDDB4-9794-534E-9CE0-2E7D404946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06B1C456-C05C-4A3C-889A-E7E4241259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7D31FFF2-0C2E-434D-8B94-78F8E44CE7F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C0B6CD3F-4D86-47B7-905E-4217026FD34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de-DE" altLang="en-US"/>
              <a:t>http://www.gregadunn.com/product/spinal-cord-print/</a:t>
            </a:r>
            <a:endParaRPr lang="en-US" altLang="en-US"/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91D6A845-B9C6-444A-AE64-9749B16C8F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308FA30-E886-4105-B8B0-4A96BFAE36D6}" type="slidenum">
              <a:rPr lang="en-US" altLang="en-US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Slide Image Placeholder 1">
            <a:extLst>
              <a:ext uri="{FF2B5EF4-FFF2-40B4-BE49-F238E27FC236}">
                <a16:creationId xmlns:a16="http://schemas.microsoft.com/office/drawing/2014/main" id="{6D2F413E-12FB-42AE-AC4D-BC31491145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2" name="Notes Placeholder 2">
            <a:extLst>
              <a:ext uri="{FF2B5EF4-FFF2-40B4-BE49-F238E27FC236}">
                <a16:creationId xmlns:a16="http://schemas.microsoft.com/office/drawing/2014/main" id="{2AABEEA3-E67E-4D20-BC93-C2E13085D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10243" name="Slide Number Placeholder 3">
            <a:extLst>
              <a:ext uri="{FF2B5EF4-FFF2-40B4-BE49-F238E27FC236}">
                <a16:creationId xmlns:a16="http://schemas.microsoft.com/office/drawing/2014/main" id="{F43BC891-DC73-446D-B04B-DA716DA671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B35692E-BDC6-4658-AAF6-BF6A16BD1143}" type="slidenum">
              <a:rPr lang="en-US" altLang="en-US" smtClean="0">
                <a:latin typeface="Calibri" panose="020F050202020403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en-US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403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7AD2B06-4F7B-4891-B38B-0271563C29E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4B1E9A6D-A129-4CF4-95F3-E102604BF835}" type="slidenum">
              <a:rPr lang="en-US" altLang="en-US" sz="1200">
                <a:latin typeface="Calibri" panose="020F0502020204030204" pitchFamily="34" charset="0"/>
              </a:rPr>
              <a:pPr algn="r" eaLnBrk="1" hangingPunct="1"/>
              <a:t>3</a:t>
            </a:fld>
            <a:endParaRPr lang="en-US" altLang="en-US" sz="1200">
              <a:latin typeface="Calibri" panose="020F0502020204030204" pitchFamily="34" charset="0"/>
            </a:endParaRP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8B856E1D-159C-4FC2-9BD1-CCABBE2D22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0730EA3C-3173-4611-A92E-A3111E01A7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endParaRPr lang="en-US" altLang="en-US" sz="11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>
            <a:extLst>
              <a:ext uri="{FF2B5EF4-FFF2-40B4-BE49-F238E27FC236}">
                <a16:creationId xmlns:a16="http://schemas.microsoft.com/office/drawing/2014/main" id="{5319F67F-D250-4542-9FB9-CF9DBC4DA0E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4" name="Notes Placeholder 2">
            <a:extLst>
              <a:ext uri="{FF2B5EF4-FFF2-40B4-BE49-F238E27FC236}">
                <a16:creationId xmlns:a16="http://schemas.microsoft.com/office/drawing/2014/main" id="{DD74CB3F-F117-4307-B061-672DF825429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MS PGothic" panose="020B0600070205080204" pitchFamily="34" charset="-128"/>
              <a:cs typeface="MS PGothic" charset="0"/>
            </a:endParaRPr>
          </a:p>
        </p:txBody>
      </p:sp>
      <p:sp>
        <p:nvSpPr>
          <p:cNvPr id="23555" name="Slide Number Placeholder 3">
            <a:extLst>
              <a:ext uri="{FF2B5EF4-FFF2-40B4-BE49-F238E27FC236}">
                <a16:creationId xmlns:a16="http://schemas.microsoft.com/office/drawing/2014/main" id="{F81C089F-09C1-469E-9E50-87C10B67CC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EDB49AC-7F48-4B64-A9D9-421FABAC2BE4}" type="slidenum">
              <a:rPr lang="en-US" altLang="en-US">
                <a:latin typeface="Calibri" panose="020F0502020204030204" pitchFamily="34" charset="0"/>
              </a:rPr>
              <a:pPr/>
              <a:t>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1773E1F8-D3FC-45ED-8F5B-A39C9F90F7B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1EC7E20A-8781-43E0-BE2E-702313092E90}" type="slidenum">
              <a:rPr lang="en-US" altLang="en-US" sz="1200">
                <a:latin typeface="Calibri" panose="020F0502020204030204" pitchFamily="34" charset="0"/>
              </a:rPr>
              <a:pPr algn="r" eaLnBrk="1" hangingPunct="1"/>
              <a:t>5</a:t>
            </a:fld>
            <a:endParaRPr lang="en-US" altLang="en-US" sz="1200">
              <a:latin typeface="Calibri" panose="020F0502020204030204" pitchFamily="34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7D23F8DF-D60B-4A48-AF4B-50C9C4E810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C39314B2-DF2F-49B8-A00B-501AE96A1D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MS PGothic" panose="020B0600070205080204" pitchFamily="34" charset="-128"/>
              <a:cs typeface="MS PGothic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8AE5F759-8E91-4443-B39E-BA27CEABA90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EEA9F71B-4AAA-4DC5-883A-3C98CD7EA1BA}" type="slidenum">
              <a:rPr lang="en-US" altLang="en-US" sz="1200"/>
              <a:pPr algn="r"/>
              <a:t>6</a:t>
            </a:fld>
            <a:endParaRPr lang="en-US" altLang="en-US" sz="1200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20EB77AF-F401-4CF3-97B1-97ACF99A4A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2C75F7D3-2A73-4787-86B8-7F79E53943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MS PGothic" panose="020B0600070205080204" pitchFamily="34" charset="-128"/>
              <a:cs typeface="MS PGothic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E4EC6186-8A0A-43AC-B396-61325A28472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5A561119-DBC5-4EAE-8566-045642E4DBF2}" type="slidenum">
              <a:rPr lang="en-US" altLang="en-US" sz="1200"/>
              <a:pPr algn="r"/>
              <a:t>7</a:t>
            </a:fld>
            <a:endParaRPr lang="en-US" altLang="en-US" sz="1200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24C4B2FD-2163-4270-A22D-6C87026608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E7DFD16B-3364-49ED-866C-C492333B60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11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E4EC6186-8A0A-43AC-B396-61325A28472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5A561119-DBC5-4EAE-8566-045642E4DBF2}" type="slidenum">
              <a:rPr lang="en-US" altLang="en-US" sz="1200"/>
              <a:pPr algn="r"/>
              <a:t>8</a:t>
            </a:fld>
            <a:endParaRPr lang="en-US" altLang="en-US" sz="1200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24C4B2FD-2163-4270-A22D-6C87026608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E7DFD16B-3364-49ED-866C-C492333B60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0591509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E4EC6186-8A0A-43AC-B396-61325A28472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5A561119-DBC5-4EAE-8566-045642E4DBF2}" type="slidenum">
              <a:rPr lang="en-US" altLang="en-US" sz="1200"/>
              <a:pPr algn="r"/>
              <a:t>9</a:t>
            </a:fld>
            <a:endParaRPr lang="en-US" altLang="en-US" sz="1200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24C4B2FD-2163-4270-A22D-6C87026608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E7DFD16B-3364-49ED-866C-C492333B60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7007327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E4EC6186-8A0A-43AC-B396-61325A28472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5A561119-DBC5-4EAE-8566-045642E4DBF2}" type="slidenum">
              <a:rPr lang="en-US" altLang="en-US" sz="1200"/>
              <a:pPr algn="r"/>
              <a:t>10</a:t>
            </a:fld>
            <a:endParaRPr lang="en-US" altLang="en-US" sz="1200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24C4B2FD-2163-4270-A22D-6C87026608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E7DFD16B-3364-49ED-866C-C492333B60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1178710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E4EC6186-8A0A-43AC-B396-61325A28472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5A561119-DBC5-4EAE-8566-045642E4DBF2}" type="slidenum">
              <a:rPr lang="en-US" altLang="en-US" sz="1200"/>
              <a:pPr algn="r"/>
              <a:t>11</a:t>
            </a:fld>
            <a:endParaRPr lang="en-US" altLang="en-US" sz="1200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24C4B2FD-2163-4270-A22D-6C87026608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E7DFD16B-3364-49ED-866C-C492333B60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2832975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>
            <a:extLst>
              <a:ext uri="{FF2B5EF4-FFF2-40B4-BE49-F238E27FC236}">
                <a16:creationId xmlns:a16="http://schemas.microsoft.com/office/drawing/2014/main" id="{F8F9FA6D-DE2D-4093-AA7D-B6DF18B9A74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2" name="Notes Placeholder 2">
            <a:extLst>
              <a:ext uri="{FF2B5EF4-FFF2-40B4-BE49-F238E27FC236}">
                <a16:creationId xmlns:a16="http://schemas.microsoft.com/office/drawing/2014/main" id="{35561FC1-124D-4441-A44E-4DD181D6F2E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80000"/>
              </a:lnSpc>
            </a:pPr>
            <a:endParaRPr lang="en-US" altLang="en-US" sz="900" dirty="0"/>
          </a:p>
        </p:txBody>
      </p:sp>
      <p:sp>
        <p:nvSpPr>
          <p:cNvPr id="46083" name="Slide Number Placeholder 3">
            <a:extLst>
              <a:ext uri="{FF2B5EF4-FFF2-40B4-BE49-F238E27FC236}">
                <a16:creationId xmlns:a16="http://schemas.microsoft.com/office/drawing/2014/main" id="{ACE0D040-12A8-4B08-A4AC-8BF05DC9A0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74B1458-B969-4F62-9A5A-9548FB6D031F}" type="slidenum">
              <a:rPr lang="en-US" altLang="en-US">
                <a:latin typeface="Calibri" panose="020F0502020204030204" pitchFamily="34" charset="0"/>
              </a:rPr>
              <a:pPr/>
              <a:t>12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7108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7CDC60CB-1F87-4DE4-89E5-CC4B7E3DAC5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327826F3-BEF1-4649-BC32-D8D7F9AA764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endParaRPr lang="en-US" altLang="en-US" sz="1100" dirty="0"/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515C0E1B-CD91-4132-BCC9-18409916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D405253-4DF9-4008-93F5-3A8EDFE82CE9}" type="slidenum">
              <a:rPr lang="en-US" altLang="en-US">
                <a:latin typeface="Calibri" panose="020F0502020204030204" pitchFamily="34" charset="0"/>
              </a:rPr>
              <a:pPr/>
              <a:t>13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8AE5F759-8E91-4443-B39E-BA27CEABA90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EEA9F71B-4AAA-4DC5-883A-3C98CD7EA1BA}" type="slidenum">
              <a:rPr lang="en-US" altLang="en-US" sz="1200"/>
              <a:pPr algn="r"/>
              <a:t>14</a:t>
            </a:fld>
            <a:endParaRPr lang="en-US" altLang="en-US" sz="1200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20EB77AF-F401-4CF3-97B1-97ACF99A4A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2C75F7D3-2A73-4787-86B8-7F79E53943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en-US" sz="900" dirty="0"/>
          </a:p>
        </p:txBody>
      </p:sp>
    </p:spTree>
    <p:extLst>
      <p:ext uri="{BB962C8B-B14F-4D97-AF65-F5344CB8AC3E}">
        <p14:creationId xmlns:p14="http://schemas.microsoft.com/office/powerpoint/2010/main" val="26856671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B1C456-C05C-4A3C-889A-E7E424125950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30994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384781B3-3E18-4F33-A7C2-55DAD3153CD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7C77BC7B-EFA4-4D4C-A4A5-A6005B09187A}" type="slidenum">
              <a:rPr lang="en-US" altLang="en-US" sz="1200">
                <a:latin typeface="Calibri" panose="020F0502020204030204" pitchFamily="34" charset="0"/>
              </a:rPr>
              <a:pPr algn="r" eaLnBrk="1" hangingPunct="1"/>
              <a:t>16</a:t>
            </a:fld>
            <a:endParaRPr lang="en-US" altLang="en-US" sz="1200">
              <a:latin typeface="Calibri" panose="020F0502020204030204" pitchFamily="34" charset="0"/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25D81E2E-7AF8-4D93-8F87-4131A135B3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8C6D36DB-039A-4BBF-8AD8-C67EF3818E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393283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B1C456-C05C-4A3C-889A-E7E424125950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874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B1C456-C05C-4A3C-889A-E7E424125950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86396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Image Placeholder 1">
            <a:extLst>
              <a:ext uri="{FF2B5EF4-FFF2-40B4-BE49-F238E27FC236}">
                <a16:creationId xmlns:a16="http://schemas.microsoft.com/office/drawing/2014/main" id="{3D806E6F-C5D7-4D08-9CCE-07BBE336B02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8" name="Notes Placeholder 2">
            <a:extLst>
              <a:ext uri="{FF2B5EF4-FFF2-40B4-BE49-F238E27FC236}">
                <a16:creationId xmlns:a16="http://schemas.microsoft.com/office/drawing/2014/main" id="{B67775E9-47A4-4650-9BED-9D56A363D8B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MS PGothic" panose="020B0600070205080204" pitchFamily="34" charset="-128"/>
              <a:cs typeface="MS PGothic" charset="0"/>
            </a:endParaRPr>
          </a:p>
        </p:txBody>
      </p:sp>
      <p:sp>
        <p:nvSpPr>
          <p:cNvPr id="55299" name="Slide Number Placeholder 3">
            <a:extLst>
              <a:ext uri="{FF2B5EF4-FFF2-40B4-BE49-F238E27FC236}">
                <a16:creationId xmlns:a16="http://schemas.microsoft.com/office/drawing/2014/main" id="{BAEDC4AD-3B1A-443B-89A7-4112E8BAA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7847920-0F3C-4DB4-B74A-B3FBD15654FA}" type="slidenum">
              <a:rPr lang="en-US" altLang="en-US">
                <a:latin typeface="Calibri" panose="020F0502020204030204" pitchFamily="34" charset="0"/>
              </a:rPr>
              <a:pPr/>
              <a:t>19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7592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B1C456-C05C-4A3C-889A-E7E424125950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06176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Image Placeholder 1">
            <a:extLst>
              <a:ext uri="{FF2B5EF4-FFF2-40B4-BE49-F238E27FC236}">
                <a16:creationId xmlns:a16="http://schemas.microsoft.com/office/drawing/2014/main" id="{73FA565C-6B0D-4C85-BA3B-F31260D76A4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Notes Placeholder 2">
            <a:extLst>
              <a:ext uri="{FF2B5EF4-FFF2-40B4-BE49-F238E27FC236}">
                <a16:creationId xmlns:a16="http://schemas.microsoft.com/office/drawing/2014/main" id="{3D142013-29F3-40C8-A61A-2578141797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59395" name="Slide Number Placeholder 3">
            <a:extLst>
              <a:ext uri="{FF2B5EF4-FFF2-40B4-BE49-F238E27FC236}">
                <a16:creationId xmlns:a16="http://schemas.microsoft.com/office/drawing/2014/main" id="{17A6F5F4-2782-4AB9-8305-165DD83AF3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54FD9B5-8FA6-4144-AF57-486C19661E91}" type="slidenum">
              <a:rPr lang="en-US" altLang="en-US">
                <a:latin typeface="Calibri" panose="020F0502020204030204" pitchFamily="34" charset="0"/>
              </a:rPr>
              <a:pPr/>
              <a:t>21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7806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Image Placeholder 1">
            <a:extLst>
              <a:ext uri="{FF2B5EF4-FFF2-40B4-BE49-F238E27FC236}">
                <a16:creationId xmlns:a16="http://schemas.microsoft.com/office/drawing/2014/main" id="{5E84D9AE-9F80-464F-B3D4-88B6E9830FD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2" name="Notes Placeholder 2">
            <a:extLst>
              <a:ext uri="{FF2B5EF4-FFF2-40B4-BE49-F238E27FC236}">
                <a16:creationId xmlns:a16="http://schemas.microsoft.com/office/drawing/2014/main" id="{F0B0322A-FB0D-40AA-9CF2-A268859C50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US" altLang="en-US" dirty="0"/>
          </a:p>
        </p:txBody>
      </p:sp>
      <p:sp>
        <p:nvSpPr>
          <p:cNvPr id="61443" name="Slide Number Placeholder 3">
            <a:extLst>
              <a:ext uri="{FF2B5EF4-FFF2-40B4-BE49-F238E27FC236}">
                <a16:creationId xmlns:a16="http://schemas.microsoft.com/office/drawing/2014/main" id="{0E0E46A4-251D-4583-B963-662FF58E37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FF8E545-7EFC-4B2B-B433-8949E126CD80}" type="slidenum">
              <a:rPr lang="en-US" altLang="en-US">
                <a:latin typeface="Calibri" panose="020F0502020204030204" pitchFamily="34" charset="0"/>
              </a:rPr>
              <a:pPr/>
              <a:t>22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2901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33E3DD29-5483-46F7-8E7C-01EEF7DF51B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FFCCBB77-0B97-4EB1-BEFB-4FA70A51D98E}" type="slidenum">
              <a:rPr lang="en-US" altLang="en-US" sz="1200">
                <a:latin typeface="Calibri" panose="020F0502020204030204" pitchFamily="34" charset="0"/>
              </a:rPr>
              <a:pPr algn="r" eaLnBrk="1" hangingPunct="1"/>
              <a:t>23</a:t>
            </a:fld>
            <a:endParaRPr lang="en-US" altLang="en-US" sz="1200">
              <a:latin typeface="Calibri" panose="020F0502020204030204" pitchFamily="34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FD54193A-9BCE-4C20-8E19-D568AA584C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630424D8-E218-4F1D-81BB-D62AB3B932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MS PGothic" panose="020B0600070205080204" pitchFamily="34" charset="-128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0409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lide Image Placeholder 1">
            <a:extLst>
              <a:ext uri="{FF2B5EF4-FFF2-40B4-BE49-F238E27FC236}">
                <a16:creationId xmlns:a16="http://schemas.microsoft.com/office/drawing/2014/main" id="{DDE113BE-8601-4C0D-9C9D-23B81216683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8" name="Notes Placeholder 2">
            <a:extLst>
              <a:ext uri="{FF2B5EF4-FFF2-40B4-BE49-F238E27FC236}">
                <a16:creationId xmlns:a16="http://schemas.microsoft.com/office/drawing/2014/main" id="{0CB5723B-31F0-4C75-87F3-CBC8773BBC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z="1100" dirty="0"/>
          </a:p>
        </p:txBody>
      </p:sp>
      <p:sp>
        <p:nvSpPr>
          <p:cNvPr id="75779" name="Slide Number Placeholder 3">
            <a:extLst>
              <a:ext uri="{FF2B5EF4-FFF2-40B4-BE49-F238E27FC236}">
                <a16:creationId xmlns:a16="http://schemas.microsoft.com/office/drawing/2014/main" id="{2D9613FA-5DD8-4498-A929-2E0001FA22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11DD8D7-6CD5-4E89-B84A-394CBF47801F}" type="slidenum">
              <a:rPr lang="en-US" altLang="en-US">
                <a:latin typeface="Calibri" panose="020F0502020204030204" pitchFamily="34" charset="0"/>
              </a:rPr>
              <a:pPr/>
              <a:t>24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193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B1C456-C05C-4A3C-889A-E7E424125950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71402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B2F686E1-0BA3-4186-BBA5-405501233BA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876470C5-F682-4D9D-9911-AF7E5253043A}" type="slidenum">
              <a:rPr lang="en-US" altLang="en-US" sz="1200">
                <a:latin typeface="Calibri" panose="020F0502020204030204" pitchFamily="34" charset="0"/>
              </a:rPr>
              <a:pPr algn="r" eaLnBrk="1" hangingPunct="1"/>
              <a:t>26</a:t>
            </a:fld>
            <a:endParaRPr lang="en-US" altLang="en-US" sz="1200">
              <a:latin typeface="Calibri" panose="020F0502020204030204" pitchFamily="34" charset="0"/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2F1E8ABC-2B87-47FA-85DF-3EC074AB2E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FCC94C99-CBE8-46BB-8CAA-61828D1700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en-US" sz="600" dirty="0"/>
          </a:p>
        </p:txBody>
      </p:sp>
    </p:spTree>
    <p:extLst>
      <p:ext uri="{BB962C8B-B14F-4D97-AF65-F5344CB8AC3E}">
        <p14:creationId xmlns:p14="http://schemas.microsoft.com/office/powerpoint/2010/main" val="32864082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B1C456-C05C-4A3C-889A-E7E424125950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55846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B2F686E1-0BA3-4186-BBA5-405501233BA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876470C5-F682-4D9D-9911-AF7E5253043A}" type="slidenum">
              <a:rPr lang="en-US" altLang="en-US" sz="1200">
                <a:latin typeface="Calibri" panose="020F0502020204030204" pitchFamily="34" charset="0"/>
              </a:rPr>
              <a:pPr algn="r" eaLnBrk="1" hangingPunct="1"/>
              <a:t>28</a:t>
            </a:fld>
            <a:endParaRPr lang="en-US" altLang="en-US" sz="1200">
              <a:latin typeface="Calibri" panose="020F0502020204030204" pitchFamily="34" charset="0"/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2F1E8ABC-2B87-47FA-85DF-3EC074AB2E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FCC94C99-CBE8-46BB-8CAA-61828D1700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en-US" sz="600" dirty="0"/>
          </a:p>
        </p:txBody>
      </p:sp>
    </p:spTree>
    <p:extLst>
      <p:ext uri="{BB962C8B-B14F-4D97-AF65-F5344CB8AC3E}">
        <p14:creationId xmlns:p14="http://schemas.microsoft.com/office/powerpoint/2010/main" val="34584702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B1C456-C05C-4A3C-889A-E7E424125950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17721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Image Placeholder 1">
            <a:extLst>
              <a:ext uri="{FF2B5EF4-FFF2-40B4-BE49-F238E27FC236}">
                <a16:creationId xmlns:a16="http://schemas.microsoft.com/office/drawing/2014/main" id="{BAEC619F-FEC3-42C1-8CCB-D0EB00F310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0" name="Notes Placeholder 2">
            <a:extLst>
              <a:ext uri="{FF2B5EF4-FFF2-40B4-BE49-F238E27FC236}">
                <a16:creationId xmlns:a16="http://schemas.microsoft.com/office/drawing/2014/main" id="{CE2E1B4D-A697-41CF-80AD-886B8B9A3B4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70000"/>
              </a:lnSpc>
            </a:pPr>
            <a:endParaRPr lang="en-US" altLang="en-US" sz="1100" dirty="0"/>
          </a:p>
        </p:txBody>
      </p:sp>
      <p:sp>
        <p:nvSpPr>
          <p:cNvPr id="78851" name="Slide Number Placeholder 3">
            <a:extLst>
              <a:ext uri="{FF2B5EF4-FFF2-40B4-BE49-F238E27FC236}">
                <a16:creationId xmlns:a16="http://schemas.microsoft.com/office/drawing/2014/main" id="{DF944288-2759-48CC-9F6C-347D733AC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241A6C2-8A6C-4AC6-AB92-278335BF22E3}" type="slidenum">
              <a:rPr lang="en-US" altLang="en-US">
                <a:latin typeface="Calibri" panose="020F0502020204030204" pitchFamily="34" charset="0"/>
              </a:rPr>
              <a:pPr/>
              <a:t>30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7557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>
            <a:extLst>
              <a:ext uri="{FF2B5EF4-FFF2-40B4-BE49-F238E27FC236}">
                <a16:creationId xmlns:a16="http://schemas.microsoft.com/office/drawing/2014/main" id="{D05B2186-4986-4AB7-AF66-6C1E4E80BF0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438D3A39-3008-4A63-86FF-3332D231DF02}" type="slidenum">
              <a:rPr lang="en-US" altLang="en-US" sz="1200">
                <a:latin typeface="Calibri" panose="020F0502020204030204" pitchFamily="34" charset="0"/>
              </a:rPr>
              <a:pPr algn="r" eaLnBrk="1" hangingPunct="1"/>
              <a:t>31</a:t>
            </a:fld>
            <a:endParaRPr lang="en-US" altLang="en-US" sz="1200">
              <a:latin typeface="Calibri" panose="020F0502020204030204" pitchFamily="34" charset="0"/>
            </a:endParaRPr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6F8E22D0-A42F-4929-A0C2-8AA71D9519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1ED025F-4929-45E6-B072-1C61FDC90A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893045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Image Placeholder 1">
            <a:extLst>
              <a:ext uri="{FF2B5EF4-FFF2-40B4-BE49-F238E27FC236}">
                <a16:creationId xmlns:a16="http://schemas.microsoft.com/office/drawing/2014/main" id="{AC131CB6-703E-47CC-B62C-6F7687377D6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8" name="Notes Placeholder 2">
            <a:extLst>
              <a:ext uri="{FF2B5EF4-FFF2-40B4-BE49-F238E27FC236}">
                <a16:creationId xmlns:a16="http://schemas.microsoft.com/office/drawing/2014/main" id="{33328FA9-D21A-42D0-B8C9-046C1E425B3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80899" name="Slide Number Placeholder 3">
            <a:extLst>
              <a:ext uri="{FF2B5EF4-FFF2-40B4-BE49-F238E27FC236}">
                <a16:creationId xmlns:a16="http://schemas.microsoft.com/office/drawing/2014/main" id="{FC1E5539-5EE0-485D-AA53-C800279275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986F3D0-7756-48EF-B34A-ABA97D6EE80F}" type="slidenum">
              <a:rPr lang="en-US" altLang="en-US">
                <a:latin typeface="Calibri" panose="020F0502020204030204" pitchFamily="34" charset="0"/>
              </a:rPr>
              <a:pPr/>
              <a:t>32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9311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B2F686E1-0BA3-4186-BBA5-405501233BA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876470C5-F682-4D9D-9911-AF7E5253043A}" type="slidenum">
              <a:rPr lang="en-US" altLang="en-US" sz="1200">
                <a:latin typeface="Calibri" panose="020F0502020204030204" pitchFamily="34" charset="0"/>
              </a:rPr>
              <a:pPr algn="r" eaLnBrk="1" hangingPunct="1"/>
              <a:t>33</a:t>
            </a:fld>
            <a:endParaRPr lang="en-US" altLang="en-US" sz="1200">
              <a:latin typeface="Calibri" panose="020F0502020204030204" pitchFamily="34" charset="0"/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2F1E8ABC-2B87-47FA-85DF-3EC074AB2E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FCC94C99-CBE8-46BB-8CAA-61828D1700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MS PGothic" panose="020B0600070205080204" pitchFamily="34" charset="-128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7947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B1C456-C05C-4A3C-889A-E7E424125950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29024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>
            <a:extLst>
              <a:ext uri="{FF2B5EF4-FFF2-40B4-BE49-F238E27FC236}">
                <a16:creationId xmlns:a16="http://schemas.microsoft.com/office/drawing/2014/main" id="{C59756A3-A72F-449F-B0D2-B4D0A23A24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6" name="Notes Placeholder 2">
            <a:extLst>
              <a:ext uri="{FF2B5EF4-FFF2-40B4-BE49-F238E27FC236}">
                <a16:creationId xmlns:a16="http://schemas.microsoft.com/office/drawing/2014/main" id="{13450F18-DBDA-4EF8-AD6D-7B0EF431B3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US" altLang="en-US" dirty="0"/>
          </a:p>
        </p:txBody>
      </p:sp>
      <p:sp>
        <p:nvSpPr>
          <p:cNvPr id="82947" name="Slide Number Placeholder 3">
            <a:extLst>
              <a:ext uri="{FF2B5EF4-FFF2-40B4-BE49-F238E27FC236}">
                <a16:creationId xmlns:a16="http://schemas.microsoft.com/office/drawing/2014/main" id="{1734DD28-9B26-4274-99B4-AF4BC71F73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ABF4562-70AE-4D10-9EE7-1D8932A4CA06}" type="slidenum">
              <a:rPr lang="en-US" altLang="en-US">
                <a:latin typeface="Calibri" panose="020F0502020204030204" pitchFamily="34" charset="0"/>
              </a:rPr>
              <a:pPr/>
              <a:t>35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25543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>
            <a:extLst>
              <a:ext uri="{FF2B5EF4-FFF2-40B4-BE49-F238E27FC236}">
                <a16:creationId xmlns:a16="http://schemas.microsoft.com/office/drawing/2014/main" id="{0DDA13B3-2CBA-44C9-8DD3-5275F268132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4A58AE76-7EB2-4C00-B6BC-1FA2C2DBDFD0}" type="slidenum">
              <a:rPr lang="en-US" altLang="en-US" sz="1200">
                <a:latin typeface="Calibri" panose="020F0502020204030204" pitchFamily="34" charset="0"/>
              </a:rPr>
              <a:pPr algn="r" eaLnBrk="1" hangingPunct="1"/>
              <a:t>36</a:t>
            </a:fld>
            <a:endParaRPr lang="en-US" altLang="en-US" sz="1200">
              <a:latin typeface="Calibri" panose="020F0502020204030204" pitchFamily="34" charset="0"/>
            </a:endParaRPr>
          </a:p>
        </p:txBody>
      </p:sp>
      <p:sp>
        <p:nvSpPr>
          <p:cNvPr id="87042" name="Rectangle 2">
            <a:extLst>
              <a:ext uri="{FF2B5EF4-FFF2-40B4-BE49-F238E27FC236}">
                <a16:creationId xmlns:a16="http://schemas.microsoft.com/office/drawing/2014/main" id="{4F8D2A78-BB7F-4957-8831-975ECF8A04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2EAB7177-2009-4E3A-819A-00ADA25EDA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668857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Slide Image Placeholder 1">
            <a:extLst>
              <a:ext uri="{FF2B5EF4-FFF2-40B4-BE49-F238E27FC236}">
                <a16:creationId xmlns:a16="http://schemas.microsoft.com/office/drawing/2014/main" id="{5121B3C5-BC79-491E-A367-7671492812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0" name="Notes Placeholder 2">
            <a:extLst>
              <a:ext uri="{FF2B5EF4-FFF2-40B4-BE49-F238E27FC236}">
                <a16:creationId xmlns:a16="http://schemas.microsoft.com/office/drawing/2014/main" id="{05A3144E-74F5-4DFF-AE6D-A6265F175BC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US" altLang="en-US" dirty="0"/>
          </a:p>
        </p:txBody>
      </p:sp>
      <p:sp>
        <p:nvSpPr>
          <p:cNvPr id="89091" name="Slide Number Placeholder 3">
            <a:extLst>
              <a:ext uri="{FF2B5EF4-FFF2-40B4-BE49-F238E27FC236}">
                <a16:creationId xmlns:a16="http://schemas.microsoft.com/office/drawing/2014/main" id="{9E5AA798-5066-4BD1-99C5-6A450D6165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EFE7C60-79D4-42A6-A13E-4FB3A472CDB8}" type="slidenum">
              <a:rPr lang="en-US" altLang="en-US">
                <a:latin typeface="Calibri" panose="020F0502020204030204" pitchFamily="34" charset="0"/>
              </a:rPr>
              <a:pPr/>
              <a:t>37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8396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>
            <a:extLst>
              <a:ext uri="{FF2B5EF4-FFF2-40B4-BE49-F238E27FC236}">
                <a16:creationId xmlns:a16="http://schemas.microsoft.com/office/drawing/2014/main" id="{BA62AB0E-6728-4A72-ABE9-5FE185745CF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8C9106E4-4556-4270-8FA5-E592AC69F3F3}" type="slidenum">
              <a:rPr lang="en-US" altLang="en-US" sz="1200">
                <a:latin typeface="Calibri" panose="020F0502020204030204" pitchFamily="34" charset="0"/>
              </a:rPr>
              <a:pPr algn="r" eaLnBrk="1" hangingPunct="1"/>
              <a:t>38</a:t>
            </a:fld>
            <a:endParaRPr lang="en-US" altLang="en-US" sz="1200">
              <a:latin typeface="Calibri" panose="020F0502020204030204" pitchFamily="34" charset="0"/>
            </a:endParaRPr>
          </a:p>
        </p:txBody>
      </p:sp>
      <p:sp>
        <p:nvSpPr>
          <p:cNvPr id="91138" name="Rectangle 2">
            <a:extLst>
              <a:ext uri="{FF2B5EF4-FFF2-40B4-BE49-F238E27FC236}">
                <a16:creationId xmlns:a16="http://schemas.microsoft.com/office/drawing/2014/main" id="{BD018264-6B53-49A6-9DAB-D66701D150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7FAFDEDB-74DA-4321-84EA-C70FF6EDB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6958802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Slide Image Placeholder 1">
            <a:extLst>
              <a:ext uri="{FF2B5EF4-FFF2-40B4-BE49-F238E27FC236}">
                <a16:creationId xmlns:a16="http://schemas.microsoft.com/office/drawing/2014/main" id="{DB63B560-D470-4C0D-B62E-1884AED2B6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6" name="Notes Placeholder 2">
            <a:extLst>
              <a:ext uri="{FF2B5EF4-FFF2-40B4-BE49-F238E27FC236}">
                <a16:creationId xmlns:a16="http://schemas.microsoft.com/office/drawing/2014/main" id="{8F258EBC-340C-4A7A-A583-7219CD63599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MS PGothic" panose="020B0600070205080204" pitchFamily="34" charset="-128"/>
              <a:cs typeface="MS PGothic" charset="0"/>
            </a:endParaRPr>
          </a:p>
        </p:txBody>
      </p:sp>
      <p:sp>
        <p:nvSpPr>
          <p:cNvPr id="93187" name="Slide Number Placeholder 3">
            <a:extLst>
              <a:ext uri="{FF2B5EF4-FFF2-40B4-BE49-F238E27FC236}">
                <a16:creationId xmlns:a16="http://schemas.microsoft.com/office/drawing/2014/main" id="{A8EFA01F-4619-423F-B568-4D66113DA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CF03A62-F667-4740-BF1B-88A265E766BF}" type="slidenum">
              <a:rPr lang="en-US" altLang="en-US">
                <a:latin typeface="Calibri" panose="020F0502020204030204" pitchFamily="34" charset="0"/>
              </a:rPr>
              <a:pPr/>
              <a:t>39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99722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Slide Image Placeholder 1">
            <a:extLst>
              <a:ext uri="{FF2B5EF4-FFF2-40B4-BE49-F238E27FC236}">
                <a16:creationId xmlns:a16="http://schemas.microsoft.com/office/drawing/2014/main" id="{6D2F413E-12FB-42AE-AC4D-BC31491145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2" name="Notes Placeholder 2">
            <a:extLst>
              <a:ext uri="{FF2B5EF4-FFF2-40B4-BE49-F238E27FC236}">
                <a16:creationId xmlns:a16="http://schemas.microsoft.com/office/drawing/2014/main" id="{2AABEEA3-E67E-4D20-BC93-C2E13085D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10243" name="Slide Number Placeholder 3">
            <a:extLst>
              <a:ext uri="{FF2B5EF4-FFF2-40B4-BE49-F238E27FC236}">
                <a16:creationId xmlns:a16="http://schemas.microsoft.com/office/drawing/2014/main" id="{F43BC891-DC73-446D-B04B-DA716DA671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B35692E-BDC6-4658-AAF6-BF6A16BD1143}" type="slidenum">
              <a:rPr lang="en-US" altLang="en-US" smtClean="0">
                <a:latin typeface="Calibri" panose="020F050202020403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40</a:t>
            </a:fld>
            <a:endParaRPr lang="en-US" altLang="en-US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967792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Slide Image Placeholder 1">
            <a:extLst>
              <a:ext uri="{FF2B5EF4-FFF2-40B4-BE49-F238E27FC236}">
                <a16:creationId xmlns:a16="http://schemas.microsoft.com/office/drawing/2014/main" id="{6D2F413E-12FB-42AE-AC4D-BC31491145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2" name="Notes Placeholder 2">
            <a:extLst>
              <a:ext uri="{FF2B5EF4-FFF2-40B4-BE49-F238E27FC236}">
                <a16:creationId xmlns:a16="http://schemas.microsoft.com/office/drawing/2014/main" id="{2AABEEA3-E67E-4D20-BC93-C2E13085D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10243" name="Slide Number Placeholder 3">
            <a:extLst>
              <a:ext uri="{FF2B5EF4-FFF2-40B4-BE49-F238E27FC236}">
                <a16:creationId xmlns:a16="http://schemas.microsoft.com/office/drawing/2014/main" id="{F43BC891-DC73-446D-B04B-DA716DA671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B35692E-BDC6-4658-AAF6-BF6A16BD1143}" type="slidenum">
              <a:rPr lang="en-US" altLang="en-US" smtClean="0">
                <a:latin typeface="Calibri" panose="020F050202020403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41</a:t>
            </a:fld>
            <a:endParaRPr lang="en-US" altLang="en-US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58057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Slide Image Placeholder 1">
            <a:extLst>
              <a:ext uri="{FF2B5EF4-FFF2-40B4-BE49-F238E27FC236}">
                <a16:creationId xmlns:a16="http://schemas.microsoft.com/office/drawing/2014/main" id="{09B43E36-BB3D-4F32-88EF-311F0FF8ADB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0" name="Notes Placeholder 2">
            <a:extLst>
              <a:ext uri="{FF2B5EF4-FFF2-40B4-BE49-F238E27FC236}">
                <a16:creationId xmlns:a16="http://schemas.microsoft.com/office/drawing/2014/main" id="{5A096A60-A9ED-4FD6-BEF6-5F404F8C16D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US" altLang="en-US" dirty="0"/>
          </a:p>
        </p:txBody>
      </p:sp>
      <p:sp>
        <p:nvSpPr>
          <p:cNvPr id="63491" name="Slide Number Placeholder 3">
            <a:extLst>
              <a:ext uri="{FF2B5EF4-FFF2-40B4-BE49-F238E27FC236}">
                <a16:creationId xmlns:a16="http://schemas.microsoft.com/office/drawing/2014/main" id="{E48C8D99-5199-4216-B8D0-E4B08ECE04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8A32573-9533-48C0-9601-15F3CEEAD8C6}" type="slidenum">
              <a:rPr lang="en-US" altLang="en-US">
                <a:latin typeface="Calibri" panose="020F0502020204030204" pitchFamily="34" charset="0"/>
              </a:rPr>
              <a:pPr/>
              <a:t>42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40506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>
            <a:extLst>
              <a:ext uri="{FF2B5EF4-FFF2-40B4-BE49-F238E27FC236}">
                <a16:creationId xmlns:a16="http://schemas.microsoft.com/office/drawing/2014/main" id="{850B9317-48B7-4BC4-A9C7-1D75B281238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Notes Placeholder 2">
            <a:extLst>
              <a:ext uri="{FF2B5EF4-FFF2-40B4-BE49-F238E27FC236}">
                <a16:creationId xmlns:a16="http://schemas.microsoft.com/office/drawing/2014/main" id="{94FAF30B-E106-41DA-9DEE-BBCC8CA699B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MS PGothic" panose="020B0600070205080204" pitchFamily="34" charset="-128"/>
              <a:cs typeface="MS PGothic" charset="0"/>
            </a:endParaRPr>
          </a:p>
        </p:txBody>
      </p:sp>
      <p:sp>
        <p:nvSpPr>
          <p:cNvPr id="65539" name="Slide Number Placeholder 3">
            <a:extLst>
              <a:ext uri="{FF2B5EF4-FFF2-40B4-BE49-F238E27FC236}">
                <a16:creationId xmlns:a16="http://schemas.microsoft.com/office/drawing/2014/main" id="{6308176D-F8FC-46B1-8263-0C68FE259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F1A0800-4CFB-4F4D-9152-7273884C7DAC}" type="slidenum">
              <a:rPr lang="en-US" altLang="en-US">
                <a:latin typeface="Calibri" panose="020F0502020204030204" pitchFamily="34" charset="0"/>
              </a:rPr>
              <a:pPr/>
              <a:t>43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B1C456-C05C-4A3C-889A-E7E424125950}" type="slidenum">
              <a:rPr lang="en-US" altLang="en-US" smtClean="0"/>
              <a:pPr>
                <a:defRPr/>
              </a:pPr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951912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lide Image Placeholder 1">
            <a:extLst>
              <a:ext uri="{FF2B5EF4-FFF2-40B4-BE49-F238E27FC236}">
                <a16:creationId xmlns:a16="http://schemas.microsoft.com/office/drawing/2014/main" id="{CD70FD35-EBC6-48B1-BE38-5EF147CA303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6" name="Notes Placeholder 2">
            <a:extLst>
              <a:ext uri="{FF2B5EF4-FFF2-40B4-BE49-F238E27FC236}">
                <a16:creationId xmlns:a16="http://schemas.microsoft.com/office/drawing/2014/main" id="{0ECB1495-AB42-4778-84A0-EBA9A7D0C9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67587" name="Slide Number Placeholder 3">
            <a:extLst>
              <a:ext uri="{FF2B5EF4-FFF2-40B4-BE49-F238E27FC236}">
                <a16:creationId xmlns:a16="http://schemas.microsoft.com/office/drawing/2014/main" id="{22E8ECE2-EE18-4A00-966A-BEB586D8D9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FBD20D4-38C6-48E5-89CE-1D2F2EF2E35F}" type="slidenum">
              <a:rPr lang="en-US" altLang="en-US">
                <a:latin typeface="Calibri" panose="020F0502020204030204" pitchFamily="34" charset="0"/>
              </a:rPr>
              <a:pPr/>
              <a:t>45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Slide Image Placeholder 1">
            <a:extLst>
              <a:ext uri="{FF2B5EF4-FFF2-40B4-BE49-F238E27FC236}">
                <a16:creationId xmlns:a16="http://schemas.microsoft.com/office/drawing/2014/main" id="{D54F6CC4-CEFA-4C99-9415-F083FF8152B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4" name="Notes Placeholder 2">
            <a:extLst>
              <a:ext uri="{FF2B5EF4-FFF2-40B4-BE49-F238E27FC236}">
                <a16:creationId xmlns:a16="http://schemas.microsoft.com/office/drawing/2014/main" id="{12D9A735-F50E-4A26-9464-7827A530918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</a:pPr>
            <a:endParaRPr lang="en-US" altLang="en-US" sz="900" dirty="0"/>
          </a:p>
        </p:txBody>
      </p:sp>
      <p:sp>
        <p:nvSpPr>
          <p:cNvPr id="69635" name="Slide Number Placeholder 3">
            <a:extLst>
              <a:ext uri="{FF2B5EF4-FFF2-40B4-BE49-F238E27FC236}">
                <a16:creationId xmlns:a16="http://schemas.microsoft.com/office/drawing/2014/main" id="{DEC73B10-46E2-4CCD-8BEE-9F7EE3BE9A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E6D2E91-DFD3-456A-BC6D-8D493B925E42}" type="slidenum">
              <a:rPr lang="en-US" altLang="en-US">
                <a:latin typeface="Calibri" panose="020F0502020204030204" pitchFamily="34" charset="0"/>
              </a:rPr>
              <a:pPr/>
              <a:t>46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B1C456-C05C-4A3C-889A-E7E424125950}" type="slidenum">
              <a:rPr lang="en-US" altLang="en-US" smtClean="0"/>
              <a:pPr>
                <a:defRPr/>
              </a:pPr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871531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Slide Image Placeholder 1">
            <a:extLst>
              <a:ext uri="{FF2B5EF4-FFF2-40B4-BE49-F238E27FC236}">
                <a16:creationId xmlns:a16="http://schemas.microsoft.com/office/drawing/2014/main" id="{1C86E3B0-21E3-48D7-937E-4D939668484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2" name="Notes Placeholder 2">
            <a:extLst>
              <a:ext uri="{FF2B5EF4-FFF2-40B4-BE49-F238E27FC236}">
                <a16:creationId xmlns:a16="http://schemas.microsoft.com/office/drawing/2014/main" id="{304F7121-CA35-4A85-B0A3-203041EF7F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71683" name="Slide Number Placeholder 3">
            <a:extLst>
              <a:ext uri="{FF2B5EF4-FFF2-40B4-BE49-F238E27FC236}">
                <a16:creationId xmlns:a16="http://schemas.microsoft.com/office/drawing/2014/main" id="{1ADCAF26-C33D-4D1D-8F61-77FF648989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0F84125-C01C-42EB-9D60-016E62716D1F}" type="slidenum">
              <a:rPr lang="en-US" altLang="en-US">
                <a:latin typeface="Calibri" panose="020F0502020204030204" pitchFamily="34" charset="0"/>
              </a:rPr>
              <a:pPr/>
              <a:t>48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>
            <a:extLst>
              <a:ext uri="{FF2B5EF4-FFF2-40B4-BE49-F238E27FC236}">
                <a16:creationId xmlns:a16="http://schemas.microsoft.com/office/drawing/2014/main" id="{F34B95B2-DEFD-4D7E-9724-0D99ED62163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8" name="Notes Placeholder 2">
            <a:extLst>
              <a:ext uri="{FF2B5EF4-FFF2-40B4-BE49-F238E27FC236}">
                <a16:creationId xmlns:a16="http://schemas.microsoft.com/office/drawing/2014/main" id="{67656132-4F65-4988-B910-D916681DCBA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MS PGothic" panose="020B0600070205080204" pitchFamily="34" charset="-128"/>
              <a:cs typeface="MS PGothic" charset="0"/>
            </a:endParaRPr>
          </a:p>
        </p:txBody>
      </p:sp>
      <p:sp>
        <p:nvSpPr>
          <p:cNvPr id="39939" name="Slide Number Placeholder 3">
            <a:extLst>
              <a:ext uri="{FF2B5EF4-FFF2-40B4-BE49-F238E27FC236}">
                <a16:creationId xmlns:a16="http://schemas.microsoft.com/office/drawing/2014/main" id="{96F2B48A-ABEC-451A-8E11-98368B9364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9DA7443-40A6-4BC3-A1BD-4340EB2A5EB9}" type="slidenum">
              <a:rPr lang="en-US" altLang="en-US">
                <a:latin typeface="Calibri" panose="020F0502020204030204" pitchFamily="34" charset="0"/>
              </a:rPr>
              <a:pPr/>
              <a:t>49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22450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>
            <a:extLst>
              <a:ext uri="{FF2B5EF4-FFF2-40B4-BE49-F238E27FC236}">
                <a16:creationId xmlns:a16="http://schemas.microsoft.com/office/drawing/2014/main" id="{F342A449-3620-40AE-9832-945A9E80438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6" name="Notes Placeholder 2">
            <a:extLst>
              <a:ext uri="{FF2B5EF4-FFF2-40B4-BE49-F238E27FC236}">
                <a16:creationId xmlns:a16="http://schemas.microsoft.com/office/drawing/2014/main" id="{8E15B8C5-5A11-40B7-8E80-6EF3E347DE3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80000"/>
              </a:lnSpc>
            </a:pPr>
            <a:endParaRPr lang="en-US" altLang="en-US" sz="900" dirty="0"/>
          </a:p>
        </p:txBody>
      </p:sp>
      <p:sp>
        <p:nvSpPr>
          <p:cNvPr id="41987" name="Slide Number Placeholder 3">
            <a:extLst>
              <a:ext uri="{FF2B5EF4-FFF2-40B4-BE49-F238E27FC236}">
                <a16:creationId xmlns:a16="http://schemas.microsoft.com/office/drawing/2014/main" id="{F5C3A66C-DEA0-40ED-A16D-1895F0FC0E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FD70918-1127-4C94-9BB9-DFC96A0EA065}" type="slidenum">
              <a:rPr lang="en-US" altLang="en-US">
                <a:latin typeface="Calibri" panose="020F0502020204030204" pitchFamily="34" charset="0"/>
              </a:rPr>
              <a:pPr/>
              <a:t>50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01221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>
            <a:extLst>
              <a:ext uri="{FF2B5EF4-FFF2-40B4-BE49-F238E27FC236}">
                <a16:creationId xmlns:a16="http://schemas.microsoft.com/office/drawing/2014/main" id="{76122863-5B4D-4D65-A29D-428378EE7D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4" name="Notes Placeholder 2">
            <a:extLst>
              <a:ext uri="{FF2B5EF4-FFF2-40B4-BE49-F238E27FC236}">
                <a16:creationId xmlns:a16="http://schemas.microsoft.com/office/drawing/2014/main" id="{A1F3DD6D-797D-4EC7-8E32-406633E033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MS PGothic" panose="020B0600070205080204" pitchFamily="34" charset="-128"/>
              <a:cs typeface="MS PGothic" charset="0"/>
            </a:endParaRPr>
          </a:p>
        </p:txBody>
      </p:sp>
      <p:sp>
        <p:nvSpPr>
          <p:cNvPr id="44035" name="Slide Number Placeholder 3">
            <a:extLst>
              <a:ext uri="{FF2B5EF4-FFF2-40B4-BE49-F238E27FC236}">
                <a16:creationId xmlns:a16="http://schemas.microsoft.com/office/drawing/2014/main" id="{BC243BC6-E606-4367-928B-27986EA248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C24335A-B84F-4CDB-A44C-59E4775738B0}" type="slidenum">
              <a:rPr lang="en-US" altLang="en-US">
                <a:latin typeface="Calibri" panose="020F0502020204030204" pitchFamily="34" charset="0"/>
              </a:rPr>
              <a:pPr/>
              <a:t>51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037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9F2E2E-13DF-4BB8-8A0C-F4BBB32F03C8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315913" y="6553200"/>
            <a:ext cx="2895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1200"/>
              <a:t>©</a:t>
            </a:r>
            <a:r>
              <a:rPr lang="en-US" altLang="en-US" sz="1200">
                <a:latin typeface="Times New Roman" panose="02020603050405020304" pitchFamily="18" charset="0"/>
              </a:rPr>
              <a:t> 2012 Pearson Education, Inc.</a:t>
            </a:r>
          </a:p>
        </p:txBody>
      </p:sp>
      <p:sp>
        <p:nvSpPr>
          <p:cNvPr id="237570" name="Title Placeholder 1"/>
          <p:cNvSpPr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7571" name="Text Placeholder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Times" charset="0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BFD0CE5-CB72-4446-A1FB-070EDBFFC5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77FD04D-A55D-421E-9121-D8B9815706F6}" type="datetime1">
              <a:rPr lang="en-US" altLang="en-US"/>
              <a:pPr>
                <a:defRPr/>
              </a:pPr>
              <a:t>1/15/25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D10B149-A053-49AF-A285-768AFFDB3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05B5D44-4FA0-4337-9071-C9FF542AB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DD26A32-A4F8-4DF6-81FF-6DF72DE2D82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1897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39A7F-D37D-4057-9CBB-ABACE66CE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1F227C7-4052-4DF5-972D-F912C75B77D3}" type="datetime1">
              <a:rPr lang="en-US" altLang="en-US"/>
              <a:pPr>
                <a:defRPr/>
              </a:pPr>
              <a:t>1/15/25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494E4-4EDC-4E76-B1C5-7722640E3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9C9A3-88DC-4E56-A663-E9DD93233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062F5BA-ED42-49F4-8084-217FB4B6C8C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5507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64D3B-24EF-4213-B3C2-FC9E14BE5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C024E82-59AF-4724-BADE-3C332E809867}" type="datetime1">
              <a:rPr lang="en-US" altLang="en-US"/>
              <a:pPr>
                <a:defRPr/>
              </a:pPr>
              <a:t>1/15/25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B407E-DA8E-4494-8500-8D3D5C388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2E97B-9195-439E-AECC-0034146C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6B4212-9126-40B9-83F4-F43F94C056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452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2164F-E229-4788-A390-EA23F9C43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A0AD9B3-8C1F-4997-B966-049D998AD018}" type="datetime1">
              <a:rPr lang="en-US" altLang="en-US"/>
              <a:pPr>
                <a:defRPr/>
              </a:pPr>
              <a:t>1/15/25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0EC13-AD6B-48E6-B055-63551D63F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10151-A018-433D-A628-9883EEE86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3F9407E-23C9-44CB-9463-255E885565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5684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548EB0E-D33E-4D28-BC5E-165BF9301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FCC0CA4-134C-4594-A3FC-E5005E32A040}" type="datetime1">
              <a:rPr lang="en-US" altLang="en-US"/>
              <a:pPr>
                <a:defRPr/>
              </a:pPr>
              <a:t>1/15/25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0F34A26-64A8-4EE6-854F-A285ABD4C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0391668-28D1-47FA-AC12-088586949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8F78525-AF96-4D99-9E59-91CA7F259D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606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9C14D9E-7A61-4D49-BF79-BA71EA8CD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53BB33E-E291-464A-8ABA-C349D224210A}" type="datetime1">
              <a:rPr lang="en-US" altLang="en-US"/>
              <a:pPr>
                <a:defRPr/>
              </a:pPr>
              <a:t>1/15/25</a:t>
            </a:fld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9327D8B-3A79-4988-97A8-7BE806A7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BAE8833-EF46-4747-8481-51A9217D3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16A7D01-17B8-43DC-8D13-E881893EA3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2507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8190884-953B-455B-9A83-D1AA09E7F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F4FFBAB-32C0-46F3-B013-CF1D6A84E658}" type="datetime1">
              <a:rPr lang="en-US" altLang="en-US"/>
              <a:pPr>
                <a:defRPr/>
              </a:pPr>
              <a:t>1/15/25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CD4D9F9-1005-4376-AEB2-2DDF2210F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79AE507-4674-413B-B722-4ECF96D26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F34189D-1233-487D-B932-87B9184F9D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2681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FAC7E08-0482-4809-A47F-2E89B434A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8DC668E-1FF2-4FB5-8F57-88747AF1B00E}" type="datetime1">
              <a:rPr lang="en-US" altLang="en-US"/>
              <a:pPr>
                <a:defRPr/>
              </a:pPr>
              <a:t>1/15/25</a:t>
            </a:fld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EAC5A57-B4B7-41CB-84EA-9C7B5EC04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BC7F986-637D-4161-9858-68BDF4418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06D23D0-5C58-45A5-949A-BA72B4F5CA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6169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9AB6D26-0F31-4C3E-8ECB-46458BA9F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B864562-3C0E-4DD5-8FAE-44783532608D}" type="datetime1">
              <a:rPr lang="en-US" altLang="en-US"/>
              <a:pPr>
                <a:defRPr/>
              </a:pPr>
              <a:t>1/15/25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93A374B-CBE9-4A2D-8973-6855ECABE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A250A44-CDE2-468B-8792-4DEE56083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A9FF10E-72D6-4644-934E-3F47C1ADA9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9155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BB625E-CEF1-44D1-B0D5-1738040BF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11D7070-22C2-410A-92CA-EAEE3FB6ABF6}" type="datetime1">
              <a:rPr lang="en-US" altLang="en-US"/>
              <a:pPr>
                <a:defRPr/>
              </a:pPr>
              <a:t>1/15/25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A788A01-3651-477A-819B-C97B9B091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5F26680-5791-4E51-9C98-45567FE03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C1E01C8-3EC0-4A7B-AA86-7666F3F788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258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6A09D-52C3-4D79-B117-A3233C1AE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C78A407-7C4D-4A5C-BA9F-FDCC5DDC6042}" type="datetime1">
              <a:rPr lang="en-US" altLang="en-US"/>
              <a:pPr>
                <a:defRPr/>
              </a:pPr>
              <a:t>1/15/25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7C967-4241-4BC1-91D6-C882D46E9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3B251-9E46-4F3D-BA6E-C93550CF0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ECF0D99-EFC4-4120-A350-1F884011A1F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5239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6D9B6-5D0C-448C-BBAD-724C6BB20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7895397-DC7A-4A22-9B39-3F69C3E6C324}" type="datetime1">
              <a:rPr lang="en-US" altLang="en-US"/>
              <a:pPr>
                <a:defRPr/>
              </a:pPr>
              <a:t>1/15/25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37563-34F0-43E4-B741-6D220FFF4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549F7-E6C3-4685-B9BF-EABF02F48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70665BC-2754-4571-A953-AEF6184A7E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6042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23258F9-D69B-4709-9F02-190991A7C80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12DEEE0-6B67-4BA7-B4B5-FE53A496D27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54B5B-FA22-F94D-8AA2-D2B66A04AE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solidFill>
                  <a:srgbClr val="898989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9023220-BBB8-4C6B-AEFB-4FF8D874E12B}" type="datetime1">
              <a:rPr lang="en-US" altLang="en-US"/>
              <a:pPr>
                <a:defRPr/>
              </a:pPr>
              <a:t>1/15/25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FF218-EE91-854F-9253-94E2B96A03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38187-C187-0649-B859-040E4DFD0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C26C943-03A9-4639-9DBF-25AC6C59B2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DA1CFAA0-C0DC-F24C-8C85-52EB0F1182D8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315913" y="6553200"/>
            <a:ext cx="2895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1200"/>
              <a:t>©</a:t>
            </a:r>
            <a:r>
              <a:rPr lang="en-US" altLang="en-US" sz="1200">
                <a:latin typeface="Times New Roman" panose="02020603050405020304" pitchFamily="18" charset="0"/>
              </a:rPr>
              <a:t> 2012 Pearson Education, Inc.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0" r:id="rId1"/>
    <p:sldLayoutId id="2147484081" r:id="rId2"/>
    <p:sldLayoutId id="2147484082" r:id="rId3"/>
    <p:sldLayoutId id="2147484083" r:id="rId4"/>
    <p:sldLayoutId id="2147484084" r:id="rId5"/>
    <p:sldLayoutId id="2147484085" r:id="rId6"/>
    <p:sldLayoutId id="2147484086" r:id="rId7"/>
    <p:sldLayoutId id="2147484087" r:id="rId8"/>
    <p:sldLayoutId id="2147484088" r:id="rId9"/>
    <p:sldLayoutId id="2147484089" r:id="rId10"/>
    <p:sldLayoutId id="2147484090" r:id="rId11"/>
    <p:sldLayoutId id="214748409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MS PGothic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anose="020B0600070205080204" pitchFamily="34" charset="-128"/>
          <a:cs typeface="MS PGothic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anose="020B0600070205080204" pitchFamily="34" charset="-128"/>
          <a:cs typeface="MS PGothic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anose="020B0600070205080204" pitchFamily="34" charset="-128"/>
          <a:cs typeface="MS PGothic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anose="020B0600070205080204" pitchFamily="34" charset="-128"/>
          <a:cs typeface="MS PGothic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Times" panose="02020603050405020304" pitchFamily="18" charset="0"/>
        <a:buChar char="•"/>
        <a:defRPr sz="3200" kern="1200">
          <a:solidFill>
            <a:schemeClr val="tx1"/>
          </a:solidFill>
          <a:latin typeface="Arial" charset="0"/>
          <a:ea typeface="MS PGothic" panose="020B0600070205080204" pitchFamily="34" charset="-128"/>
          <a:cs typeface="MS PGothic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Times" panose="02020603050405020304" pitchFamily="18" charset="0"/>
        <a:buChar char="•"/>
        <a:defRPr sz="2800" kern="1200">
          <a:solidFill>
            <a:schemeClr val="tx1"/>
          </a:solidFill>
          <a:latin typeface="Arial" charset="0"/>
          <a:ea typeface="MS PGothic" panose="020B0600070205080204" pitchFamily="34" charset="-128"/>
          <a:cs typeface="MS PGothic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Times" panose="02020603050405020304" pitchFamily="18" charset="0"/>
        <a:buChar char="•"/>
        <a:defRPr sz="2400" kern="1200">
          <a:solidFill>
            <a:schemeClr val="tx1"/>
          </a:solidFill>
          <a:latin typeface="Arial" charset="0"/>
          <a:ea typeface="MS PGothic" panose="020B0600070205080204" pitchFamily="34" charset="-128"/>
          <a:cs typeface="MS PGothic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Times" panose="02020603050405020304" pitchFamily="18" charset="0"/>
        <a:buChar char="•"/>
        <a:defRPr sz="2000" kern="1200">
          <a:solidFill>
            <a:schemeClr val="tx1"/>
          </a:solidFill>
          <a:latin typeface="Arial" charset="0"/>
          <a:ea typeface="MS PGothic" panose="020B0600070205080204" pitchFamily="34" charset="-128"/>
          <a:cs typeface="MS PGothic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Times" panose="02020603050405020304" pitchFamily="18" charset="0"/>
        <a:buChar char="•"/>
        <a:defRPr sz="2000" kern="1200">
          <a:solidFill>
            <a:schemeClr val="tx1"/>
          </a:solidFill>
          <a:latin typeface="Arial" charset="0"/>
          <a:ea typeface="MS PGothic" panose="020B0600070205080204" pitchFamily="34" charset="-128"/>
          <a:cs typeface="MS PGothic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/C/Users/rajesh/Desktop/20-Feb/Chapter%2007/Unlabeled/figure_07_23-U.jpg" TargetMode="Externa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microsoft.com/office/2007/relationships/media" Target="../media/media2.mov"/><Relationship Id="rId7" Type="http://schemas.openxmlformats.org/officeDocument/2006/relationships/image" Target="../media/image14.tiff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7.xml"/><Relationship Id="rId4" Type="http://schemas.openxmlformats.org/officeDocument/2006/relationships/video" Target="../media/media2.mov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/C/Users/rajesh/Desktop/20-Feb/Chapter%2007/Unlabeled/figure_07_24a-U.jpg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/C/Users/rajesh/Desktop/20-Feb/Chapter%2007/Unlabeled/figure_07_24b-U.jpg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/C/Users/rajesh/Desktop/20-Feb/Chapter%2007/Unlabeled/figure_07_26-U.jpg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image" Target="/C/Users/rajesh/Desktop/20-Feb/Chapter%2007/Unlabeled/figure_07_25a-U.jpg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4" Type="http://schemas.openxmlformats.org/officeDocument/2006/relationships/image" Target="/C/Users/rajesh/Desktop/20-Feb/Chapter%2007/Unlabeled/figure_07_25b-U.jpg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4" Type="http://schemas.openxmlformats.org/officeDocument/2006/relationships/image" Target="/C/Users/rajesh/Desktop/20-Feb/Chapter%2007/Unlabeled/figure_07_25c-U.jpg" TargetMode="Externa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jpeg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4" Type="http://schemas.openxmlformats.org/officeDocument/2006/relationships/image" Target="/C/Users/rajesh/Desktop/20-Feb/Chapter%2007/Unlabeled/figure_07_01-U.jp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C66ACC1-DDFC-7F47-A495-773DE4E15BE8}"/>
              </a:ext>
            </a:extLst>
          </p:cNvPr>
          <p:cNvSpPr/>
          <p:nvPr/>
        </p:nvSpPr>
        <p:spPr>
          <a:xfrm>
            <a:off x="304800" y="5638800"/>
            <a:ext cx="2362200" cy="1219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15362" name="Picture 1">
            <a:extLst>
              <a:ext uri="{FF2B5EF4-FFF2-40B4-BE49-F238E27FC236}">
                <a16:creationId xmlns:a16="http://schemas.microsoft.com/office/drawing/2014/main" id="{3BA153E9-662E-422D-95ED-C3701F2A75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E0CB769-C685-4574-AECB-27E95056A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50142"/>
            <a:ext cx="8839200" cy="212365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8800" dirty="0">
                <a:ln w="19050">
                  <a:solidFill>
                    <a:srgbClr val="50AFBC"/>
                  </a:solidFill>
                </a:ln>
                <a:solidFill>
                  <a:schemeClr val="bg2"/>
                </a:solidFill>
                <a:effectLst>
                  <a:glow rad="63500">
                    <a:schemeClr val="tx1"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charset="0"/>
                <a:ea typeface="ＭＳ Ｐゴシック" charset="0"/>
                <a:cs typeface="Arial" charset="0"/>
              </a:rPr>
              <a:t>Lecture 11</a:t>
            </a:r>
          </a:p>
          <a:p>
            <a:pPr algn="ctr" eaLnBrk="1" hangingPunct="1">
              <a:defRPr/>
            </a:pPr>
            <a:r>
              <a:rPr lang="en-US" sz="4400" b="1" dirty="0">
                <a:ln w="19050">
                  <a:solidFill>
                    <a:srgbClr val="50AFBC"/>
                  </a:solidFill>
                </a:ln>
                <a:solidFill>
                  <a:schemeClr val="bg2"/>
                </a:solidFill>
                <a:effectLst>
                  <a:glow rad="63500">
                    <a:schemeClr val="tx1"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charset="0"/>
                <a:ea typeface="ＭＳ Ｐゴシック" charset="0"/>
                <a:cs typeface="Arial" charset="0"/>
              </a:rPr>
              <a:t>The Spinal Cord and Pathways</a:t>
            </a:r>
            <a:endParaRPr lang="en-US" sz="4400" dirty="0">
              <a:ln w="19050">
                <a:solidFill>
                  <a:srgbClr val="50AFBC"/>
                </a:solidFill>
              </a:ln>
              <a:solidFill>
                <a:schemeClr val="bg2"/>
              </a:solidFill>
              <a:effectLst>
                <a:glow>
                  <a:schemeClr val="tx1"/>
                </a:glow>
              </a:effectLst>
              <a:latin typeface="Times New Roman" charset="0"/>
              <a:ea typeface="ＭＳ Ｐゴシック" charset="0"/>
              <a:cs typeface="Arial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C38E7F7D-F2F6-2543-B93E-B4A9C7B7B2F3}"/>
              </a:ext>
            </a:extLst>
          </p:cNvPr>
          <p:cNvSpPr>
            <a:spLocks/>
          </p:cNvSpPr>
          <p:nvPr/>
        </p:nvSpPr>
        <p:spPr bwMode="auto">
          <a:xfrm>
            <a:off x="0" y="931326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en-US" sz="3200" dirty="0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0E16592-D136-9841-961A-2AF0C0AE05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75" y="1219200"/>
            <a:ext cx="9090025" cy="565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137160" bIns="0" numCol="1" anchor="t" anchorCtr="0" compatLnSpc="1">
            <a:prstTxWarp prst="textNoShape">
              <a:avLst/>
            </a:prstTxWarp>
            <a:normAutofit/>
          </a:bodyPr>
          <a:lstStyle>
            <a:lvl1pPr marL="342900" indent="-60325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+mn-cs"/>
              </a:defRPr>
            </a:lvl1pPr>
            <a:lvl2pPr marL="798513" indent="-341313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6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485900" indent="-339725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2176463" indent="-347663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859088" indent="-347663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3162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734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306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78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eaLnBrk="1" hangingPunct="1">
              <a:buFont typeface="+mj-lt"/>
              <a:buAutoNum type="arabicPeriod"/>
            </a:pPr>
            <a:r>
              <a:rPr lang="en-US" b="1" kern="0" dirty="0">
                <a:solidFill>
                  <a:srgbClr val="FF0000"/>
                </a:solidFill>
              </a:rPr>
              <a:t>Control Centers </a:t>
            </a:r>
            <a:r>
              <a:rPr lang="en-US" kern="0" dirty="0">
                <a:solidFill>
                  <a:srgbClr val="FF0000"/>
                </a:solidFill>
              </a:rPr>
              <a:t>– </a:t>
            </a:r>
            <a:r>
              <a:rPr lang="en-US" i="1" kern="0" dirty="0">
                <a:solidFill>
                  <a:srgbClr val="FF0000"/>
                </a:solidFill>
              </a:rPr>
              <a:t>how do we control our bodies?</a:t>
            </a:r>
          </a:p>
          <a:p>
            <a:pPr marL="514350" indent="-514350" eaLnBrk="1" hangingPunct="1">
              <a:buFont typeface="+mj-lt"/>
              <a:buAutoNum type="arabicPeriod"/>
            </a:pPr>
            <a:endParaRPr lang="en-US" sz="1100" i="1" kern="0" dirty="0">
              <a:solidFill>
                <a:srgbClr val="FF0000"/>
              </a:solidFill>
            </a:endParaRP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b="1" dirty="0"/>
              <a:t>The Spinal Cord </a:t>
            </a:r>
            <a:r>
              <a:rPr lang="en-US" dirty="0"/>
              <a:t>– </a:t>
            </a:r>
            <a:r>
              <a:rPr lang="en-US" i="1" dirty="0"/>
              <a:t>what are the different parts of the spinal cord and how do they function?</a:t>
            </a:r>
          </a:p>
          <a:p>
            <a:pPr marL="514350" indent="-514350" eaLnBrk="1" hangingPunct="1">
              <a:buFont typeface="+mj-lt"/>
              <a:buAutoNum type="arabicPeriod"/>
            </a:pPr>
            <a:endParaRPr lang="en-US" sz="1100" i="1" kern="0" dirty="0"/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b="1" kern="0" dirty="0"/>
              <a:t>Pathways </a:t>
            </a:r>
            <a:r>
              <a:rPr lang="en-US" kern="0" dirty="0"/>
              <a:t>– </a:t>
            </a:r>
            <a:r>
              <a:rPr lang="en-US" i="1" kern="0" dirty="0"/>
              <a:t>how do neurons travel through the nervous system?</a:t>
            </a:r>
          </a:p>
          <a:p>
            <a:pPr marL="514350" indent="-514350" eaLnBrk="1" hangingPunct="1">
              <a:buFont typeface="+mj-lt"/>
              <a:buAutoNum type="arabicPeriod"/>
            </a:pPr>
            <a:endParaRPr lang="en-US" sz="1100" i="1" kern="0" dirty="0"/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b="1" kern="0" dirty="0"/>
              <a:t>The Peripheral Nervous System </a:t>
            </a:r>
            <a:r>
              <a:rPr lang="en-US" kern="0" dirty="0"/>
              <a:t>– </a:t>
            </a:r>
            <a:r>
              <a:rPr lang="en-US" i="1" kern="0" dirty="0"/>
              <a:t>how does the central nervous system communicate with the body?</a:t>
            </a:r>
          </a:p>
          <a:p>
            <a:pPr marL="514350" indent="-514350" eaLnBrk="1" hangingPunct="1">
              <a:buFont typeface="+mj-lt"/>
              <a:buAutoNum type="arabicPeriod"/>
            </a:pPr>
            <a:endParaRPr lang="en-US" sz="1100" i="1" kern="0" dirty="0"/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b="1" kern="0" dirty="0"/>
              <a:t>Reflexes </a:t>
            </a:r>
            <a:r>
              <a:rPr lang="en-US" kern="0" dirty="0"/>
              <a:t>– </a:t>
            </a:r>
            <a:r>
              <a:rPr lang="en-US" i="1" kern="0" dirty="0"/>
              <a:t>how does the nervous system work to maintain homeostasis?</a:t>
            </a:r>
          </a:p>
          <a:p>
            <a:pPr marL="514350" indent="-514350" eaLnBrk="1" hangingPunct="1">
              <a:buFont typeface="+mj-lt"/>
              <a:buAutoNum type="arabicPeriod"/>
            </a:pPr>
            <a:endParaRPr lang="en-US" i="1" kern="0" dirty="0"/>
          </a:p>
          <a:p>
            <a:pPr marL="0" indent="0" eaLnBrk="1" hangingPunct="1">
              <a:buNone/>
            </a:pPr>
            <a:endParaRPr lang="en-US" i="1" kern="0" dirty="0"/>
          </a:p>
          <a:p>
            <a:pPr marL="514350" indent="-514350" eaLnBrk="1" hangingPunct="1">
              <a:buFont typeface="+mj-lt"/>
              <a:buAutoNum type="arabicPeriod"/>
            </a:pPr>
            <a:endParaRPr lang="en-US" sz="1100" i="1" kern="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7BAC47-E8D4-2742-837C-CAB5A536A8B6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4400" b="1" dirty="0">
                <a:cs typeface="Arial" panose="020B0604020202020204" pitchFamily="34" charset="0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4117293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4">
            <a:extLst>
              <a:ext uri="{FF2B5EF4-FFF2-40B4-BE49-F238E27FC236}">
                <a16:creationId xmlns:a16="http://schemas.microsoft.com/office/drawing/2014/main" id="{6F0AC6C0-FAF3-A045-AB22-D9FC00622A5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244600"/>
            <a:ext cx="9144000" cy="5613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Times" charset="0"/>
              <a:buChar char="•"/>
              <a:defRPr/>
            </a:pPr>
            <a:r>
              <a:rPr lang="en-US" dirty="0">
                <a:ea typeface="ＭＳ Ｐゴシック" charset="-128"/>
                <a:cs typeface="ＭＳ Ｐゴシック" charset="-128"/>
              </a:rPr>
              <a:t>Provides a pathway to and from the brain </a:t>
            </a:r>
            <a:endParaRPr lang="en-US" b="1" dirty="0">
              <a:ea typeface="ＭＳ Ｐゴシック" charset="-128"/>
              <a:cs typeface="ＭＳ Ｐゴシック" charset="-128"/>
            </a:endParaRPr>
          </a:p>
          <a:p>
            <a:pPr>
              <a:lnSpc>
                <a:spcPct val="150000"/>
              </a:lnSpc>
              <a:buFont typeface="Times" charset="0"/>
              <a:buChar char="•"/>
              <a:defRPr/>
            </a:pPr>
            <a:r>
              <a:rPr lang="en-US" dirty="0">
                <a:ea typeface="ＭＳ Ｐゴシック" charset="-128"/>
                <a:cs typeface="ＭＳ Ｐゴシック" charset="-128"/>
              </a:rPr>
              <a:t>Reflex center</a:t>
            </a:r>
          </a:p>
          <a:p>
            <a:pPr>
              <a:lnSpc>
                <a:spcPct val="150000"/>
              </a:lnSpc>
              <a:buFont typeface="Times" charset="0"/>
              <a:buChar char="•"/>
              <a:defRPr/>
            </a:pPr>
            <a:r>
              <a:rPr lang="en-US" dirty="0">
                <a:ea typeface="ＭＳ Ｐゴシック" charset="-128"/>
                <a:cs typeface="ＭＳ Ｐゴシック" charset="-128"/>
              </a:rPr>
              <a:t>Contains gray and white matter</a:t>
            </a:r>
          </a:p>
          <a:p>
            <a:pPr>
              <a:lnSpc>
                <a:spcPct val="150000"/>
              </a:lnSpc>
              <a:buFont typeface="Times" charset="0"/>
              <a:buChar char="•"/>
              <a:defRPr/>
            </a:pPr>
            <a:r>
              <a:rPr lang="en-US" dirty="0">
                <a:ea typeface="ＭＳ Ｐゴシック" charset="-128"/>
                <a:cs typeface="ＭＳ Ｐゴシック" charset="-128"/>
              </a:rPr>
              <a:t>Extends from the </a:t>
            </a:r>
            <a:r>
              <a:rPr lang="en-US" b="1" dirty="0">
                <a:ea typeface="ＭＳ Ｐゴシック" charset="-128"/>
                <a:cs typeface="ＭＳ Ｐゴシック" charset="-128"/>
              </a:rPr>
              <a:t>foramen magnum </a:t>
            </a:r>
            <a:r>
              <a:rPr lang="en-US" dirty="0">
                <a:ea typeface="ＭＳ Ｐゴシック" charset="-128"/>
                <a:cs typeface="ＭＳ Ｐゴシック" charset="-128"/>
              </a:rPr>
              <a:t>of the skull to the lumbar vertebrae</a:t>
            </a: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1D88A382-99EC-4E3B-820C-859E496FFAD3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20483" name="Title 1">
            <a:extLst>
              <a:ext uri="{FF2B5EF4-FFF2-40B4-BE49-F238E27FC236}">
                <a16:creationId xmlns:a16="http://schemas.microsoft.com/office/drawing/2014/main" id="{1DE13981-2F62-4717-9877-D9C2213F7DE2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800" b="1" dirty="0"/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D71D50-15D3-2E45-8E25-4CD0CE655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827213"/>
            <a:ext cx="4002616" cy="300196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2" name="Picture 236" descr="W:\Graphics\Powerpoint\MH_DCM\MH_DCM-TEXTEDIT PROJECTS\MCKINLEY_HA_4e\Processed files\chapt16\jpg\mck25731_16_01.jpg">
            <a:extLst>
              <a:ext uri="{FF2B5EF4-FFF2-40B4-BE49-F238E27FC236}">
                <a16:creationId xmlns:a16="http://schemas.microsoft.com/office/drawing/2014/main" id="{5451EB1D-7ECF-7541-BDE8-B24A6A5783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158"/>
          <a:stretch/>
        </p:blipFill>
        <p:spPr bwMode="auto">
          <a:xfrm>
            <a:off x="1077912" y="152400"/>
            <a:ext cx="3141179" cy="640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Line 60">
            <a:extLst>
              <a:ext uri="{FF2B5EF4-FFF2-40B4-BE49-F238E27FC236}">
                <a16:creationId xmlns:a16="http://schemas.microsoft.com/office/drawing/2014/main" id="{DFCACC23-9F2B-0E49-9AD0-18C172234B7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3012" y="1138238"/>
            <a:ext cx="927100" cy="0"/>
          </a:xfrm>
          <a:prstGeom prst="line">
            <a:avLst/>
          </a:prstGeom>
          <a:noFill/>
          <a:ln w="285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50" name="Line 37">
            <a:extLst>
              <a:ext uri="{FF2B5EF4-FFF2-40B4-BE49-F238E27FC236}">
                <a16:creationId xmlns:a16="http://schemas.microsoft.com/office/drawing/2014/main" id="{BEF3DD53-BD2F-AA40-A8A8-EBC528BD0AB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0150" y="3714750"/>
            <a:ext cx="1587" cy="1588"/>
          </a:xfrm>
          <a:prstGeom prst="line">
            <a:avLst/>
          </a:prstGeom>
          <a:noFill/>
          <a:ln w="15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1800" b="1">
              <a:latin typeface="+mj-lt"/>
            </a:endParaRPr>
          </a:p>
        </p:txBody>
      </p:sp>
      <p:sp>
        <p:nvSpPr>
          <p:cNvPr id="51" name="TextBox 6">
            <a:extLst>
              <a:ext uri="{FF2B5EF4-FFF2-40B4-BE49-F238E27FC236}">
                <a16:creationId xmlns:a16="http://schemas.microsoft.com/office/drawing/2014/main" id="{8D25D715-219E-1F4A-8327-CD4A3F7EA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903288"/>
            <a:ext cx="657225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Cervical plexus</a:t>
            </a:r>
          </a:p>
        </p:txBody>
      </p:sp>
      <p:sp>
        <p:nvSpPr>
          <p:cNvPr id="52" name="TextBox 7">
            <a:extLst>
              <a:ext uri="{FF2B5EF4-FFF2-40B4-BE49-F238E27FC236}">
                <a16:creationId xmlns:a16="http://schemas.microsoft.com/office/drawing/2014/main" id="{CAAA698E-891E-F74A-A09C-C59B3FB7E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1447800"/>
            <a:ext cx="871537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Cervical enlargement</a:t>
            </a:r>
          </a:p>
        </p:txBody>
      </p:sp>
      <p:sp>
        <p:nvSpPr>
          <p:cNvPr id="53" name="TextBox 8">
            <a:extLst>
              <a:ext uri="{FF2B5EF4-FFF2-40B4-BE49-F238E27FC236}">
                <a16:creationId xmlns:a16="http://schemas.microsoft.com/office/drawing/2014/main" id="{684665F8-D0F8-3147-8369-0898DBAC9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1751013"/>
            <a:ext cx="660400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Brachial plexus</a:t>
            </a:r>
          </a:p>
        </p:txBody>
      </p:sp>
      <p:sp>
        <p:nvSpPr>
          <p:cNvPr id="54" name="TextBox 9">
            <a:extLst>
              <a:ext uri="{FF2B5EF4-FFF2-40B4-BE49-F238E27FC236}">
                <a16:creationId xmlns:a16="http://schemas.microsoft.com/office/drawing/2014/main" id="{F8C1E348-DA34-9E41-A098-B10B55FC8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525838"/>
            <a:ext cx="57150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Lumbosacral</a:t>
            </a:r>
          </a:p>
          <a:p>
            <a:pPr eaLnBrk="1" hangingPunct="1"/>
            <a:r>
              <a:rPr lang="en-US" altLang="en-US" sz="600" b="1"/>
              <a:t>enlargement</a:t>
            </a:r>
          </a:p>
        </p:txBody>
      </p:sp>
      <p:sp>
        <p:nvSpPr>
          <p:cNvPr id="55" name="TextBox 10">
            <a:extLst>
              <a:ext uri="{FF2B5EF4-FFF2-40B4-BE49-F238E27FC236}">
                <a16:creationId xmlns:a16="http://schemas.microsoft.com/office/drawing/2014/main" id="{2BEACDCE-6942-7E44-926D-9CA69D5DE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729038"/>
            <a:ext cx="487362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L</a:t>
            </a:r>
            <a:r>
              <a:rPr lang="en-US" altLang="en-US" sz="600" b="1" baseline="-25000"/>
              <a:t>1 </a:t>
            </a:r>
            <a:r>
              <a:rPr lang="en-US" altLang="en-US" sz="600" b="1"/>
              <a:t>vertebra</a:t>
            </a:r>
          </a:p>
        </p:txBody>
      </p:sp>
      <p:sp>
        <p:nvSpPr>
          <p:cNvPr id="56" name="TextBox 12">
            <a:extLst>
              <a:ext uri="{FF2B5EF4-FFF2-40B4-BE49-F238E27FC236}">
                <a16:creationId xmlns:a16="http://schemas.microsoft.com/office/drawing/2014/main" id="{756F0159-9399-CA43-AF86-56EF1DB58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267200"/>
            <a:ext cx="638175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Lumbar plexus</a:t>
            </a:r>
          </a:p>
        </p:txBody>
      </p:sp>
      <p:sp>
        <p:nvSpPr>
          <p:cNvPr id="57" name="TextBox 13">
            <a:extLst>
              <a:ext uri="{FF2B5EF4-FFF2-40B4-BE49-F238E27FC236}">
                <a16:creationId xmlns:a16="http://schemas.microsoft.com/office/drawing/2014/main" id="{12CB61C0-0114-E347-8A10-E5C6657F7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138738"/>
            <a:ext cx="588962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Sacral plexus</a:t>
            </a:r>
          </a:p>
        </p:txBody>
      </p:sp>
      <p:sp>
        <p:nvSpPr>
          <p:cNvPr id="58" name="TextBox 29">
            <a:extLst>
              <a:ext uri="{FF2B5EF4-FFF2-40B4-BE49-F238E27FC236}">
                <a16:creationId xmlns:a16="http://schemas.microsoft.com/office/drawing/2014/main" id="{CAA65462-7EF8-B444-86A3-72AE957D5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687" y="4595813"/>
            <a:ext cx="595313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Cauda equina</a:t>
            </a:r>
          </a:p>
        </p:txBody>
      </p:sp>
      <p:sp>
        <p:nvSpPr>
          <p:cNvPr id="59" name="TextBox 30">
            <a:extLst>
              <a:ext uri="{FF2B5EF4-FFF2-40B4-BE49-F238E27FC236}">
                <a16:creationId xmlns:a16="http://schemas.microsoft.com/office/drawing/2014/main" id="{0D1E9030-4074-6347-AC0B-FB7D133CF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7262" y="3859213"/>
            <a:ext cx="490538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Sacral part</a:t>
            </a:r>
          </a:p>
        </p:txBody>
      </p:sp>
      <p:sp>
        <p:nvSpPr>
          <p:cNvPr id="60" name="TextBox 31">
            <a:extLst>
              <a:ext uri="{FF2B5EF4-FFF2-40B4-BE49-F238E27FC236}">
                <a16:creationId xmlns:a16="http://schemas.microsoft.com/office/drawing/2014/main" id="{F9BD4E9B-2E79-D446-A391-C1C517221E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7262" y="3711575"/>
            <a:ext cx="53975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Lumbar part</a:t>
            </a:r>
          </a:p>
        </p:txBody>
      </p:sp>
      <p:sp>
        <p:nvSpPr>
          <p:cNvPr id="61" name="TextBox 32">
            <a:extLst>
              <a:ext uri="{FF2B5EF4-FFF2-40B4-BE49-F238E27FC236}">
                <a16:creationId xmlns:a16="http://schemas.microsoft.com/office/drawing/2014/main" id="{BBF2C41F-8EE5-B640-9CA7-2F52725D9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7262" y="2446338"/>
            <a:ext cx="579438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Thoracic part</a:t>
            </a:r>
          </a:p>
        </p:txBody>
      </p:sp>
      <p:sp>
        <p:nvSpPr>
          <p:cNvPr id="62" name="TextBox 33">
            <a:extLst>
              <a:ext uri="{FF2B5EF4-FFF2-40B4-BE49-F238E27FC236}">
                <a16:creationId xmlns:a16="http://schemas.microsoft.com/office/drawing/2014/main" id="{E8E9A3E5-DDD2-7744-8812-5663DD2E8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1862" y="1709738"/>
            <a:ext cx="487363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T</a:t>
            </a:r>
            <a:r>
              <a:rPr lang="en-US" altLang="en-US" sz="600" b="1" baseline="-25000"/>
              <a:t>1 </a:t>
            </a:r>
            <a:r>
              <a:rPr lang="en-US" altLang="en-US" sz="600" b="1"/>
              <a:t>vertebra</a:t>
            </a:r>
          </a:p>
        </p:txBody>
      </p:sp>
      <p:sp>
        <p:nvSpPr>
          <p:cNvPr id="63" name="TextBox 34">
            <a:extLst>
              <a:ext uri="{FF2B5EF4-FFF2-40B4-BE49-F238E27FC236}">
                <a16:creationId xmlns:a16="http://schemas.microsoft.com/office/drawing/2014/main" id="{356B9C53-5AFA-0A42-955C-5614B35CB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7262" y="1077913"/>
            <a:ext cx="560388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Cervical part</a:t>
            </a:r>
          </a:p>
        </p:txBody>
      </p:sp>
      <p:sp>
        <p:nvSpPr>
          <p:cNvPr id="64" name="TextBox 37">
            <a:extLst>
              <a:ext uri="{FF2B5EF4-FFF2-40B4-BE49-F238E27FC236}">
                <a16:creationId xmlns:a16="http://schemas.microsoft.com/office/drawing/2014/main" id="{FCE76A2A-EB1D-8F48-A4A5-C1891186C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5757863"/>
            <a:ext cx="185737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S5</a:t>
            </a:r>
          </a:p>
        </p:txBody>
      </p:sp>
      <p:sp>
        <p:nvSpPr>
          <p:cNvPr id="65" name="TextBox 38">
            <a:extLst>
              <a:ext uri="{FF2B5EF4-FFF2-40B4-BE49-F238E27FC236}">
                <a16:creationId xmlns:a16="http://schemas.microsoft.com/office/drawing/2014/main" id="{4251CB9E-7F03-A041-B507-47069B6D1D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5586413"/>
            <a:ext cx="185737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S4</a:t>
            </a:r>
          </a:p>
        </p:txBody>
      </p:sp>
      <p:sp>
        <p:nvSpPr>
          <p:cNvPr id="66" name="TextBox 39">
            <a:extLst>
              <a:ext uri="{FF2B5EF4-FFF2-40B4-BE49-F238E27FC236}">
                <a16:creationId xmlns:a16="http://schemas.microsoft.com/office/drawing/2014/main" id="{44FF5D9A-8C26-A144-A525-7161DABEF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5472113"/>
            <a:ext cx="185737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S3</a:t>
            </a:r>
          </a:p>
        </p:txBody>
      </p:sp>
      <p:sp>
        <p:nvSpPr>
          <p:cNvPr id="67" name="TextBox 40">
            <a:extLst>
              <a:ext uri="{FF2B5EF4-FFF2-40B4-BE49-F238E27FC236}">
                <a16:creationId xmlns:a16="http://schemas.microsoft.com/office/drawing/2014/main" id="{CC387D58-F03F-AC49-85E6-F443CF335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5332413"/>
            <a:ext cx="185737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S2</a:t>
            </a:r>
          </a:p>
        </p:txBody>
      </p:sp>
      <p:sp>
        <p:nvSpPr>
          <p:cNvPr id="68" name="TextBox 41">
            <a:extLst>
              <a:ext uri="{FF2B5EF4-FFF2-40B4-BE49-F238E27FC236}">
                <a16:creationId xmlns:a16="http://schemas.microsoft.com/office/drawing/2014/main" id="{70D26F8F-1E89-8E44-8EBC-83AF89E28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5165725"/>
            <a:ext cx="185737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S1</a:t>
            </a:r>
          </a:p>
        </p:txBody>
      </p:sp>
      <p:sp>
        <p:nvSpPr>
          <p:cNvPr id="69" name="TextBox 42">
            <a:extLst>
              <a:ext uri="{FF2B5EF4-FFF2-40B4-BE49-F238E27FC236}">
                <a16:creationId xmlns:a16="http://schemas.microsoft.com/office/drawing/2014/main" id="{0D76945C-FA94-4941-B66F-6C46128AC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4975225"/>
            <a:ext cx="180975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L5</a:t>
            </a:r>
          </a:p>
        </p:txBody>
      </p:sp>
      <p:sp>
        <p:nvSpPr>
          <p:cNvPr id="70" name="TextBox 43">
            <a:extLst>
              <a:ext uri="{FF2B5EF4-FFF2-40B4-BE49-F238E27FC236}">
                <a16:creationId xmlns:a16="http://schemas.microsoft.com/office/drawing/2014/main" id="{F5500867-8E8B-004E-A4B4-8B5C1E36E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4652963"/>
            <a:ext cx="180975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L4</a:t>
            </a:r>
          </a:p>
        </p:txBody>
      </p:sp>
      <p:sp>
        <p:nvSpPr>
          <p:cNvPr id="71" name="TextBox 44">
            <a:extLst>
              <a:ext uri="{FF2B5EF4-FFF2-40B4-BE49-F238E27FC236}">
                <a16:creationId xmlns:a16="http://schemas.microsoft.com/office/drawing/2014/main" id="{EE7007AB-7FFF-124D-9F8C-A1803DF86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4443413"/>
            <a:ext cx="180975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L3</a:t>
            </a:r>
          </a:p>
        </p:txBody>
      </p:sp>
      <p:sp>
        <p:nvSpPr>
          <p:cNvPr id="72" name="TextBox 45">
            <a:extLst>
              <a:ext uri="{FF2B5EF4-FFF2-40B4-BE49-F238E27FC236}">
                <a16:creationId xmlns:a16="http://schemas.microsoft.com/office/drawing/2014/main" id="{71A6685D-EF0E-DB4D-BDA6-1C3FF1F43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4189413"/>
            <a:ext cx="180975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L2</a:t>
            </a:r>
          </a:p>
        </p:txBody>
      </p:sp>
      <p:sp>
        <p:nvSpPr>
          <p:cNvPr id="73" name="TextBox 46">
            <a:extLst>
              <a:ext uri="{FF2B5EF4-FFF2-40B4-BE49-F238E27FC236}">
                <a16:creationId xmlns:a16="http://schemas.microsoft.com/office/drawing/2014/main" id="{69E1E64B-396B-E14C-8D9F-CFEE8968F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3960813"/>
            <a:ext cx="180975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L1</a:t>
            </a:r>
          </a:p>
        </p:txBody>
      </p:sp>
      <p:sp>
        <p:nvSpPr>
          <p:cNvPr id="74" name="TextBox 47">
            <a:extLst>
              <a:ext uri="{FF2B5EF4-FFF2-40B4-BE49-F238E27FC236}">
                <a16:creationId xmlns:a16="http://schemas.microsoft.com/office/drawing/2014/main" id="{2F7B24E6-6004-9B4B-9D99-C3B4AA204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3687763"/>
            <a:ext cx="223837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T12</a:t>
            </a:r>
          </a:p>
        </p:txBody>
      </p:sp>
      <p:sp>
        <p:nvSpPr>
          <p:cNvPr id="75" name="TextBox 48">
            <a:extLst>
              <a:ext uri="{FF2B5EF4-FFF2-40B4-BE49-F238E27FC236}">
                <a16:creationId xmlns:a16="http://schemas.microsoft.com/office/drawing/2014/main" id="{1112F35D-4DBA-9E4D-8DDE-1C62CA48E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3440113"/>
            <a:ext cx="223837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T11</a:t>
            </a:r>
          </a:p>
        </p:txBody>
      </p:sp>
      <p:sp>
        <p:nvSpPr>
          <p:cNvPr id="76" name="TextBox 49">
            <a:extLst>
              <a:ext uri="{FF2B5EF4-FFF2-40B4-BE49-F238E27FC236}">
                <a16:creationId xmlns:a16="http://schemas.microsoft.com/office/drawing/2014/main" id="{D1887ACA-25A4-8B4D-A9B6-F8A1C68DB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3224213"/>
            <a:ext cx="223837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T10</a:t>
            </a:r>
          </a:p>
        </p:txBody>
      </p:sp>
      <p:sp>
        <p:nvSpPr>
          <p:cNvPr id="77" name="TextBox 50">
            <a:extLst>
              <a:ext uri="{FF2B5EF4-FFF2-40B4-BE49-F238E27FC236}">
                <a16:creationId xmlns:a16="http://schemas.microsoft.com/office/drawing/2014/main" id="{999FCA85-1F10-364A-9390-295631CEE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3033713"/>
            <a:ext cx="180975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T9</a:t>
            </a:r>
          </a:p>
        </p:txBody>
      </p:sp>
      <p:sp>
        <p:nvSpPr>
          <p:cNvPr id="78" name="TextBox 51">
            <a:extLst>
              <a:ext uri="{FF2B5EF4-FFF2-40B4-BE49-F238E27FC236}">
                <a16:creationId xmlns:a16="http://schemas.microsoft.com/office/drawing/2014/main" id="{CB8B3E63-9F85-A340-BDA0-96D75973F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2868613"/>
            <a:ext cx="180975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T8</a:t>
            </a:r>
          </a:p>
        </p:txBody>
      </p:sp>
      <p:sp>
        <p:nvSpPr>
          <p:cNvPr id="79" name="TextBox 52">
            <a:extLst>
              <a:ext uri="{FF2B5EF4-FFF2-40B4-BE49-F238E27FC236}">
                <a16:creationId xmlns:a16="http://schemas.microsoft.com/office/drawing/2014/main" id="{C3BB6171-E876-8E4A-9C8A-6218E7CBD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2703513"/>
            <a:ext cx="180975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T7</a:t>
            </a:r>
          </a:p>
        </p:txBody>
      </p:sp>
      <p:sp>
        <p:nvSpPr>
          <p:cNvPr id="80" name="TextBox 53">
            <a:extLst>
              <a:ext uri="{FF2B5EF4-FFF2-40B4-BE49-F238E27FC236}">
                <a16:creationId xmlns:a16="http://schemas.microsoft.com/office/drawing/2014/main" id="{CF5D2757-C2DC-3B4F-9F7A-0644BBCF72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2551113"/>
            <a:ext cx="180975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T6</a:t>
            </a:r>
          </a:p>
        </p:txBody>
      </p:sp>
      <p:sp>
        <p:nvSpPr>
          <p:cNvPr id="81" name="TextBox 54">
            <a:extLst>
              <a:ext uri="{FF2B5EF4-FFF2-40B4-BE49-F238E27FC236}">
                <a16:creationId xmlns:a16="http://schemas.microsoft.com/office/drawing/2014/main" id="{E53F5680-FA1E-E144-828D-BBB69437A0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2360613"/>
            <a:ext cx="180975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T5</a:t>
            </a:r>
          </a:p>
        </p:txBody>
      </p:sp>
      <p:sp>
        <p:nvSpPr>
          <p:cNvPr id="82" name="TextBox 55">
            <a:extLst>
              <a:ext uri="{FF2B5EF4-FFF2-40B4-BE49-F238E27FC236}">
                <a16:creationId xmlns:a16="http://schemas.microsoft.com/office/drawing/2014/main" id="{B017FE67-1824-2245-A163-DCABAADDD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2208213"/>
            <a:ext cx="180975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T4</a:t>
            </a:r>
          </a:p>
        </p:txBody>
      </p:sp>
      <p:sp>
        <p:nvSpPr>
          <p:cNvPr id="83" name="TextBox 56">
            <a:extLst>
              <a:ext uri="{FF2B5EF4-FFF2-40B4-BE49-F238E27FC236}">
                <a16:creationId xmlns:a16="http://schemas.microsoft.com/office/drawing/2014/main" id="{57F2B6A2-159B-9E4F-98F0-97D002E1E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2055813"/>
            <a:ext cx="180975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T3</a:t>
            </a:r>
          </a:p>
        </p:txBody>
      </p:sp>
      <p:sp>
        <p:nvSpPr>
          <p:cNvPr id="84" name="TextBox 57">
            <a:extLst>
              <a:ext uri="{FF2B5EF4-FFF2-40B4-BE49-F238E27FC236}">
                <a16:creationId xmlns:a16="http://schemas.microsoft.com/office/drawing/2014/main" id="{B3130A19-F030-9341-921B-FEBD15249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1916113"/>
            <a:ext cx="180975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T2</a:t>
            </a:r>
          </a:p>
        </p:txBody>
      </p:sp>
      <p:sp>
        <p:nvSpPr>
          <p:cNvPr id="85" name="TextBox 58">
            <a:extLst>
              <a:ext uri="{FF2B5EF4-FFF2-40B4-BE49-F238E27FC236}">
                <a16:creationId xmlns:a16="http://schemas.microsoft.com/office/drawing/2014/main" id="{12A242F7-BCA4-B84B-AEB4-D64470030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1763713"/>
            <a:ext cx="180975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T1</a:t>
            </a:r>
          </a:p>
        </p:txBody>
      </p:sp>
      <p:sp>
        <p:nvSpPr>
          <p:cNvPr id="86" name="TextBox 59">
            <a:extLst>
              <a:ext uri="{FF2B5EF4-FFF2-40B4-BE49-F238E27FC236}">
                <a16:creationId xmlns:a16="http://schemas.microsoft.com/office/drawing/2014/main" id="{99130745-4F5B-9647-B4A1-78E28F3CA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1636713"/>
            <a:ext cx="190500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C8</a:t>
            </a:r>
          </a:p>
        </p:txBody>
      </p:sp>
      <p:sp>
        <p:nvSpPr>
          <p:cNvPr id="87" name="TextBox 60">
            <a:extLst>
              <a:ext uri="{FF2B5EF4-FFF2-40B4-BE49-F238E27FC236}">
                <a16:creationId xmlns:a16="http://schemas.microsoft.com/office/drawing/2014/main" id="{84F875E3-D9A9-FB4F-938F-A7719EE1E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1509713"/>
            <a:ext cx="190500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C7</a:t>
            </a:r>
          </a:p>
        </p:txBody>
      </p:sp>
      <p:sp>
        <p:nvSpPr>
          <p:cNvPr id="88" name="TextBox 61">
            <a:extLst>
              <a:ext uri="{FF2B5EF4-FFF2-40B4-BE49-F238E27FC236}">
                <a16:creationId xmlns:a16="http://schemas.microsoft.com/office/drawing/2014/main" id="{F74CB1AA-081D-3F4E-A45D-0933A9B2A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1395413"/>
            <a:ext cx="190500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C6</a:t>
            </a:r>
          </a:p>
        </p:txBody>
      </p:sp>
      <p:sp>
        <p:nvSpPr>
          <p:cNvPr id="89" name="TextBox 62">
            <a:extLst>
              <a:ext uri="{FF2B5EF4-FFF2-40B4-BE49-F238E27FC236}">
                <a16:creationId xmlns:a16="http://schemas.microsoft.com/office/drawing/2014/main" id="{661DAC41-8D76-0841-B502-2E627AF4B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1268413"/>
            <a:ext cx="190500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C5</a:t>
            </a:r>
          </a:p>
        </p:txBody>
      </p:sp>
      <p:sp>
        <p:nvSpPr>
          <p:cNvPr id="90" name="TextBox 63">
            <a:extLst>
              <a:ext uri="{FF2B5EF4-FFF2-40B4-BE49-F238E27FC236}">
                <a16:creationId xmlns:a16="http://schemas.microsoft.com/office/drawing/2014/main" id="{9F09F13C-CE0F-394E-B9B7-E2F6CBB94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1141413"/>
            <a:ext cx="190500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C4</a:t>
            </a:r>
          </a:p>
        </p:txBody>
      </p:sp>
      <p:sp>
        <p:nvSpPr>
          <p:cNvPr id="91" name="TextBox 64">
            <a:extLst>
              <a:ext uri="{FF2B5EF4-FFF2-40B4-BE49-F238E27FC236}">
                <a16:creationId xmlns:a16="http://schemas.microsoft.com/office/drawing/2014/main" id="{ECE6B8E5-6C58-C94D-BB2C-190CFF12A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1027113"/>
            <a:ext cx="190500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C3</a:t>
            </a:r>
          </a:p>
        </p:txBody>
      </p:sp>
      <p:sp>
        <p:nvSpPr>
          <p:cNvPr id="92" name="TextBox 65">
            <a:extLst>
              <a:ext uri="{FF2B5EF4-FFF2-40B4-BE49-F238E27FC236}">
                <a16:creationId xmlns:a16="http://schemas.microsoft.com/office/drawing/2014/main" id="{AE083718-2E52-E546-824C-21474C4B3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900113"/>
            <a:ext cx="190500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C2</a:t>
            </a:r>
          </a:p>
        </p:txBody>
      </p:sp>
      <p:sp>
        <p:nvSpPr>
          <p:cNvPr id="93" name="TextBox 66">
            <a:extLst>
              <a:ext uri="{FF2B5EF4-FFF2-40B4-BE49-F238E27FC236}">
                <a16:creationId xmlns:a16="http://schemas.microsoft.com/office/drawing/2014/main" id="{7AB5D4EA-A248-4D44-A5B4-6DB8B4AE0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773113"/>
            <a:ext cx="190500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600" b="1"/>
              <a:t>C1</a:t>
            </a:r>
          </a:p>
        </p:txBody>
      </p:sp>
      <p:sp>
        <p:nvSpPr>
          <p:cNvPr id="94" name="Freeform 36">
            <a:extLst>
              <a:ext uri="{FF2B5EF4-FFF2-40B4-BE49-F238E27FC236}">
                <a16:creationId xmlns:a16="http://schemas.microsoft.com/office/drawing/2014/main" id="{AECDFF9A-7F41-AB49-8F52-88DC08D6DA6C}"/>
              </a:ext>
            </a:extLst>
          </p:cNvPr>
          <p:cNvSpPr>
            <a:spLocks/>
          </p:cNvSpPr>
          <p:nvPr/>
        </p:nvSpPr>
        <p:spPr bwMode="auto">
          <a:xfrm>
            <a:off x="2438400" y="3705225"/>
            <a:ext cx="73025" cy="125413"/>
          </a:xfrm>
          <a:custGeom>
            <a:avLst/>
            <a:gdLst/>
            <a:ahLst/>
            <a:cxnLst>
              <a:cxn ang="0">
                <a:pos x="0" y="79"/>
              </a:cxn>
              <a:cxn ang="0">
                <a:pos x="46" y="79"/>
              </a:cxn>
              <a:cxn ang="0">
                <a:pos x="46" y="0"/>
              </a:cxn>
              <a:cxn ang="0">
                <a:pos x="0" y="0"/>
              </a:cxn>
            </a:cxnLst>
            <a:rect l="0" t="0" r="r" b="b"/>
            <a:pathLst>
              <a:path w="46" h="79">
                <a:moveTo>
                  <a:pt x="0" y="79"/>
                </a:moveTo>
                <a:lnTo>
                  <a:pt x="46" y="79"/>
                </a:lnTo>
                <a:lnTo>
                  <a:pt x="46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95" name="Line 38">
            <a:extLst>
              <a:ext uri="{FF2B5EF4-FFF2-40B4-BE49-F238E27FC236}">
                <a16:creationId xmlns:a16="http://schemas.microsoft.com/office/drawing/2014/main" id="{DD15976D-CB58-0448-AB92-880F1080BA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3705225"/>
            <a:ext cx="1587" cy="119063"/>
          </a:xfrm>
          <a:prstGeom prst="line">
            <a:avLst/>
          </a:prstGeom>
          <a:noFill/>
          <a:ln w="285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96" name="Freeform 40">
            <a:extLst>
              <a:ext uri="{FF2B5EF4-FFF2-40B4-BE49-F238E27FC236}">
                <a16:creationId xmlns:a16="http://schemas.microsoft.com/office/drawing/2014/main" id="{61DD6771-B152-DD45-A2FB-B45A995E62DF}"/>
              </a:ext>
            </a:extLst>
          </p:cNvPr>
          <p:cNvSpPr>
            <a:spLocks/>
          </p:cNvSpPr>
          <p:nvPr/>
        </p:nvSpPr>
        <p:spPr bwMode="auto">
          <a:xfrm>
            <a:off x="2441575" y="3705225"/>
            <a:ext cx="73025" cy="125413"/>
          </a:xfrm>
          <a:custGeom>
            <a:avLst/>
            <a:gdLst/>
            <a:ahLst/>
            <a:cxnLst>
              <a:cxn ang="0">
                <a:pos x="0" y="79"/>
              </a:cxn>
              <a:cxn ang="0">
                <a:pos x="46" y="79"/>
              </a:cxn>
              <a:cxn ang="0">
                <a:pos x="46" y="0"/>
              </a:cxn>
              <a:cxn ang="0">
                <a:pos x="0" y="0"/>
              </a:cxn>
            </a:cxnLst>
            <a:rect l="0" t="0" r="r" b="b"/>
            <a:pathLst>
              <a:path w="46" h="79">
                <a:moveTo>
                  <a:pt x="0" y="79"/>
                </a:moveTo>
                <a:lnTo>
                  <a:pt x="46" y="79"/>
                </a:lnTo>
                <a:lnTo>
                  <a:pt x="46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97" name="Freeform 36">
            <a:extLst>
              <a:ext uri="{FF2B5EF4-FFF2-40B4-BE49-F238E27FC236}">
                <a16:creationId xmlns:a16="http://schemas.microsoft.com/office/drawing/2014/main" id="{6A034810-2F30-4346-A20D-2A03F8F2D6BF}"/>
              </a:ext>
            </a:extLst>
          </p:cNvPr>
          <p:cNvSpPr>
            <a:spLocks/>
          </p:cNvSpPr>
          <p:nvPr/>
        </p:nvSpPr>
        <p:spPr bwMode="auto">
          <a:xfrm>
            <a:off x="2438400" y="3705225"/>
            <a:ext cx="73025" cy="125413"/>
          </a:xfrm>
          <a:custGeom>
            <a:avLst/>
            <a:gdLst/>
            <a:ahLst/>
            <a:cxnLst>
              <a:cxn ang="0">
                <a:pos x="0" y="79"/>
              </a:cxn>
              <a:cxn ang="0">
                <a:pos x="46" y="79"/>
              </a:cxn>
              <a:cxn ang="0">
                <a:pos x="46" y="0"/>
              </a:cxn>
              <a:cxn ang="0">
                <a:pos x="0" y="0"/>
              </a:cxn>
            </a:cxnLst>
            <a:rect l="0" t="0" r="r" b="b"/>
            <a:pathLst>
              <a:path w="46" h="79">
                <a:moveTo>
                  <a:pt x="0" y="79"/>
                </a:moveTo>
                <a:lnTo>
                  <a:pt x="46" y="79"/>
                </a:lnTo>
                <a:lnTo>
                  <a:pt x="46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98" name="Line 38">
            <a:extLst>
              <a:ext uri="{FF2B5EF4-FFF2-40B4-BE49-F238E27FC236}">
                <a16:creationId xmlns:a16="http://schemas.microsoft.com/office/drawing/2014/main" id="{B58F9EA8-FC76-8743-87CD-5C05A9C5D2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3705225"/>
            <a:ext cx="1587" cy="11906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99" name="Line 22">
            <a:extLst>
              <a:ext uri="{FF2B5EF4-FFF2-40B4-BE49-F238E27FC236}">
                <a16:creationId xmlns:a16="http://schemas.microsoft.com/office/drawing/2014/main" id="{FBCA832A-4563-9D4D-828C-B3F192B496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65237" y="1498600"/>
            <a:ext cx="1066800" cy="1588"/>
          </a:xfrm>
          <a:prstGeom prst="line">
            <a:avLst/>
          </a:prstGeom>
          <a:noFill/>
          <a:ln w="285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00" name="Freeform 26">
            <a:extLst>
              <a:ext uri="{FF2B5EF4-FFF2-40B4-BE49-F238E27FC236}">
                <a16:creationId xmlns:a16="http://schemas.microsoft.com/office/drawing/2014/main" id="{98FB7871-2762-0543-B8E1-9F7B1BEB7018}"/>
              </a:ext>
            </a:extLst>
          </p:cNvPr>
          <p:cNvSpPr>
            <a:spLocks/>
          </p:cNvSpPr>
          <p:nvPr/>
        </p:nvSpPr>
        <p:spPr bwMode="auto">
          <a:xfrm>
            <a:off x="974725" y="3575050"/>
            <a:ext cx="1404937" cy="1698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824" y="0"/>
              </a:cxn>
              <a:cxn ang="0">
                <a:pos x="885" y="107"/>
              </a:cxn>
            </a:cxnLst>
            <a:rect l="0" t="0" r="r" b="b"/>
            <a:pathLst>
              <a:path w="885" h="107">
                <a:moveTo>
                  <a:pt x="0" y="0"/>
                </a:moveTo>
                <a:lnTo>
                  <a:pt x="824" y="0"/>
                </a:lnTo>
                <a:lnTo>
                  <a:pt x="885" y="107"/>
                </a:lnTo>
              </a:path>
            </a:pathLst>
          </a:custGeom>
          <a:noFill/>
          <a:ln w="285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01" name="Freeform 28">
            <a:extLst>
              <a:ext uri="{FF2B5EF4-FFF2-40B4-BE49-F238E27FC236}">
                <a16:creationId xmlns:a16="http://schemas.microsoft.com/office/drawing/2014/main" id="{F062DDD7-62A5-6542-94DE-F0864231E640}"/>
              </a:ext>
            </a:extLst>
          </p:cNvPr>
          <p:cNvSpPr>
            <a:spLocks/>
          </p:cNvSpPr>
          <p:nvPr/>
        </p:nvSpPr>
        <p:spPr bwMode="auto">
          <a:xfrm>
            <a:off x="903287" y="3786188"/>
            <a:ext cx="1335088" cy="76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67" y="0"/>
              </a:cxn>
              <a:cxn ang="0">
                <a:pos x="841" y="48"/>
              </a:cxn>
            </a:cxnLst>
            <a:rect l="0" t="0" r="r" b="b"/>
            <a:pathLst>
              <a:path w="841" h="48">
                <a:moveTo>
                  <a:pt x="0" y="0"/>
                </a:moveTo>
                <a:lnTo>
                  <a:pt x="767" y="0"/>
                </a:lnTo>
                <a:lnTo>
                  <a:pt x="841" y="48"/>
                </a:lnTo>
              </a:path>
            </a:pathLst>
          </a:custGeom>
          <a:noFill/>
          <a:ln w="285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02" name="Freeform 34">
            <a:extLst>
              <a:ext uri="{FF2B5EF4-FFF2-40B4-BE49-F238E27FC236}">
                <a16:creationId xmlns:a16="http://schemas.microsoft.com/office/drawing/2014/main" id="{7B2906B6-0D20-2B4E-9DE9-8941C71322D1}"/>
              </a:ext>
            </a:extLst>
          </p:cNvPr>
          <p:cNvSpPr>
            <a:spLocks/>
          </p:cNvSpPr>
          <p:nvPr/>
        </p:nvSpPr>
        <p:spPr bwMode="auto">
          <a:xfrm>
            <a:off x="2397125" y="4467225"/>
            <a:ext cx="1044575" cy="179388"/>
          </a:xfrm>
          <a:custGeom>
            <a:avLst/>
            <a:gdLst/>
            <a:ahLst/>
            <a:cxnLst>
              <a:cxn ang="0">
                <a:pos x="658" y="113"/>
              </a:cxn>
              <a:cxn ang="0">
                <a:pos x="92" y="113"/>
              </a:cxn>
              <a:cxn ang="0">
                <a:pos x="0" y="0"/>
              </a:cxn>
            </a:cxnLst>
            <a:rect l="0" t="0" r="r" b="b"/>
            <a:pathLst>
              <a:path w="658" h="113">
                <a:moveTo>
                  <a:pt x="658" y="113"/>
                </a:moveTo>
                <a:lnTo>
                  <a:pt x="92" y="113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03" name="Freeform 35">
            <a:extLst>
              <a:ext uri="{FF2B5EF4-FFF2-40B4-BE49-F238E27FC236}">
                <a16:creationId xmlns:a16="http://schemas.microsoft.com/office/drawing/2014/main" id="{B6D085EB-831E-E745-A9AF-4AD685A50162}"/>
              </a:ext>
            </a:extLst>
          </p:cNvPr>
          <p:cNvSpPr>
            <a:spLocks/>
          </p:cNvSpPr>
          <p:nvPr/>
        </p:nvSpPr>
        <p:spPr bwMode="auto">
          <a:xfrm>
            <a:off x="2306637" y="4384675"/>
            <a:ext cx="184150" cy="82550"/>
          </a:xfrm>
          <a:custGeom>
            <a:avLst/>
            <a:gdLst/>
            <a:ahLst/>
            <a:cxnLst>
              <a:cxn ang="0">
                <a:pos x="96" y="0"/>
              </a:cxn>
              <a:cxn ang="0">
                <a:pos x="96" y="0"/>
              </a:cxn>
              <a:cxn ang="0">
                <a:pos x="103" y="4"/>
              </a:cxn>
              <a:cxn ang="0">
                <a:pos x="111" y="10"/>
              </a:cxn>
              <a:cxn ang="0">
                <a:pos x="114" y="15"/>
              </a:cxn>
              <a:cxn ang="0">
                <a:pos x="116" y="22"/>
              </a:cxn>
              <a:cxn ang="0">
                <a:pos x="116" y="22"/>
              </a:cxn>
              <a:cxn ang="0">
                <a:pos x="114" y="28"/>
              </a:cxn>
              <a:cxn ang="0">
                <a:pos x="111" y="34"/>
              </a:cxn>
              <a:cxn ang="0">
                <a:pos x="105" y="39"/>
              </a:cxn>
              <a:cxn ang="0">
                <a:pos x="98" y="43"/>
              </a:cxn>
              <a:cxn ang="0">
                <a:pos x="90" y="46"/>
              </a:cxn>
              <a:cxn ang="0">
                <a:pos x="81" y="48"/>
              </a:cxn>
              <a:cxn ang="0">
                <a:pos x="70" y="50"/>
              </a:cxn>
              <a:cxn ang="0">
                <a:pos x="57" y="52"/>
              </a:cxn>
              <a:cxn ang="0">
                <a:pos x="57" y="52"/>
              </a:cxn>
              <a:cxn ang="0">
                <a:pos x="46" y="50"/>
              </a:cxn>
              <a:cxn ang="0">
                <a:pos x="35" y="48"/>
              </a:cxn>
              <a:cxn ang="0">
                <a:pos x="26" y="46"/>
              </a:cxn>
              <a:cxn ang="0">
                <a:pos x="16" y="43"/>
              </a:cxn>
              <a:cxn ang="0">
                <a:pos x="9" y="39"/>
              </a:cxn>
              <a:cxn ang="0">
                <a:pos x="3" y="34"/>
              </a:cxn>
              <a:cxn ang="0">
                <a:pos x="2" y="28"/>
              </a:cxn>
              <a:cxn ang="0">
                <a:pos x="0" y="22"/>
              </a:cxn>
              <a:cxn ang="0">
                <a:pos x="0" y="22"/>
              </a:cxn>
              <a:cxn ang="0">
                <a:pos x="2" y="17"/>
              </a:cxn>
              <a:cxn ang="0">
                <a:pos x="3" y="11"/>
              </a:cxn>
              <a:cxn ang="0">
                <a:pos x="7" y="8"/>
              </a:cxn>
              <a:cxn ang="0">
                <a:pos x="15" y="2"/>
              </a:cxn>
            </a:cxnLst>
            <a:rect l="0" t="0" r="r" b="b"/>
            <a:pathLst>
              <a:path w="116" h="52">
                <a:moveTo>
                  <a:pt x="96" y="0"/>
                </a:moveTo>
                <a:lnTo>
                  <a:pt x="96" y="0"/>
                </a:lnTo>
                <a:lnTo>
                  <a:pt x="103" y="4"/>
                </a:lnTo>
                <a:lnTo>
                  <a:pt x="111" y="10"/>
                </a:lnTo>
                <a:lnTo>
                  <a:pt x="114" y="15"/>
                </a:lnTo>
                <a:lnTo>
                  <a:pt x="116" y="22"/>
                </a:lnTo>
                <a:lnTo>
                  <a:pt x="116" y="22"/>
                </a:lnTo>
                <a:lnTo>
                  <a:pt x="114" y="28"/>
                </a:lnTo>
                <a:lnTo>
                  <a:pt x="111" y="34"/>
                </a:lnTo>
                <a:lnTo>
                  <a:pt x="105" y="39"/>
                </a:lnTo>
                <a:lnTo>
                  <a:pt x="98" y="43"/>
                </a:lnTo>
                <a:lnTo>
                  <a:pt x="90" y="46"/>
                </a:lnTo>
                <a:lnTo>
                  <a:pt x="81" y="48"/>
                </a:lnTo>
                <a:lnTo>
                  <a:pt x="70" y="50"/>
                </a:lnTo>
                <a:lnTo>
                  <a:pt x="57" y="52"/>
                </a:lnTo>
                <a:lnTo>
                  <a:pt x="57" y="52"/>
                </a:lnTo>
                <a:lnTo>
                  <a:pt x="46" y="50"/>
                </a:lnTo>
                <a:lnTo>
                  <a:pt x="35" y="48"/>
                </a:lnTo>
                <a:lnTo>
                  <a:pt x="26" y="46"/>
                </a:lnTo>
                <a:lnTo>
                  <a:pt x="16" y="43"/>
                </a:lnTo>
                <a:lnTo>
                  <a:pt x="9" y="39"/>
                </a:lnTo>
                <a:lnTo>
                  <a:pt x="3" y="34"/>
                </a:lnTo>
                <a:lnTo>
                  <a:pt x="2" y="28"/>
                </a:lnTo>
                <a:lnTo>
                  <a:pt x="0" y="22"/>
                </a:lnTo>
                <a:lnTo>
                  <a:pt x="0" y="22"/>
                </a:lnTo>
                <a:lnTo>
                  <a:pt x="2" y="17"/>
                </a:lnTo>
                <a:lnTo>
                  <a:pt x="3" y="11"/>
                </a:lnTo>
                <a:lnTo>
                  <a:pt x="7" y="8"/>
                </a:lnTo>
                <a:lnTo>
                  <a:pt x="15" y="2"/>
                </a:lnTo>
              </a:path>
            </a:pathLst>
          </a:custGeom>
          <a:noFill/>
          <a:ln w="285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04" name="Freeform 44">
            <a:extLst>
              <a:ext uri="{FF2B5EF4-FFF2-40B4-BE49-F238E27FC236}">
                <a16:creationId xmlns:a16="http://schemas.microsoft.com/office/drawing/2014/main" id="{91257792-5C0E-8C46-9FA5-A94B0F2AC430}"/>
              </a:ext>
            </a:extLst>
          </p:cNvPr>
          <p:cNvSpPr>
            <a:spLocks/>
          </p:cNvSpPr>
          <p:nvPr/>
        </p:nvSpPr>
        <p:spPr bwMode="auto">
          <a:xfrm>
            <a:off x="2036762" y="3917950"/>
            <a:ext cx="66675" cy="747713"/>
          </a:xfrm>
          <a:custGeom>
            <a:avLst/>
            <a:gdLst/>
            <a:ahLst/>
            <a:cxnLst>
              <a:cxn ang="0">
                <a:pos x="39" y="471"/>
              </a:cxn>
              <a:cxn ang="0">
                <a:pos x="0" y="471"/>
              </a:cxn>
              <a:cxn ang="0">
                <a:pos x="0" y="0"/>
              </a:cxn>
              <a:cxn ang="0">
                <a:pos x="42" y="0"/>
              </a:cxn>
            </a:cxnLst>
            <a:rect l="0" t="0" r="r" b="b"/>
            <a:pathLst>
              <a:path w="42" h="471">
                <a:moveTo>
                  <a:pt x="39" y="471"/>
                </a:moveTo>
                <a:lnTo>
                  <a:pt x="0" y="471"/>
                </a:lnTo>
                <a:lnTo>
                  <a:pt x="0" y="0"/>
                </a:lnTo>
                <a:lnTo>
                  <a:pt x="42" y="0"/>
                </a:lnTo>
              </a:path>
            </a:pathLst>
          </a:custGeom>
          <a:noFill/>
          <a:ln w="285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05" name="Line 45">
            <a:extLst>
              <a:ext uri="{FF2B5EF4-FFF2-40B4-BE49-F238E27FC236}">
                <a16:creationId xmlns:a16="http://schemas.microsoft.com/office/drawing/2014/main" id="{1EFF3D8A-0669-E148-B776-B82DA4C82B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5212" y="4314825"/>
            <a:ext cx="968375" cy="1588"/>
          </a:xfrm>
          <a:prstGeom prst="line">
            <a:avLst/>
          </a:prstGeom>
          <a:noFill/>
          <a:ln w="285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06" name="Freeform 48">
            <a:extLst>
              <a:ext uri="{FF2B5EF4-FFF2-40B4-BE49-F238E27FC236}">
                <a16:creationId xmlns:a16="http://schemas.microsoft.com/office/drawing/2014/main" id="{8859422B-057B-DA41-8398-5E00550217DB}"/>
              </a:ext>
            </a:extLst>
          </p:cNvPr>
          <p:cNvSpPr>
            <a:spLocks/>
          </p:cNvSpPr>
          <p:nvPr/>
        </p:nvSpPr>
        <p:spPr bwMode="auto">
          <a:xfrm>
            <a:off x="2036762" y="4686300"/>
            <a:ext cx="66675" cy="985838"/>
          </a:xfrm>
          <a:custGeom>
            <a:avLst/>
            <a:gdLst/>
            <a:ahLst/>
            <a:cxnLst>
              <a:cxn ang="0">
                <a:pos x="39" y="621"/>
              </a:cxn>
              <a:cxn ang="0">
                <a:pos x="0" y="621"/>
              </a:cxn>
              <a:cxn ang="0">
                <a:pos x="0" y="0"/>
              </a:cxn>
              <a:cxn ang="0">
                <a:pos x="42" y="0"/>
              </a:cxn>
            </a:cxnLst>
            <a:rect l="0" t="0" r="r" b="b"/>
            <a:pathLst>
              <a:path w="42" h="621">
                <a:moveTo>
                  <a:pt x="39" y="621"/>
                </a:moveTo>
                <a:lnTo>
                  <a:pt x="0" y="621"/>
                </a:lnTo>
                <a:lnTo>
                  <a:pt x="0" y="0"/>
                </a:lnTo>
                <a:lnTo>
                  <a:pt x="42" y="0"/>
                </a:lnTo>
              </a:path>
            </a:pathLst>
          </a:custGeom>
          <a:noFill/>
          <a:ln w="285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07" name="Line 49">
            <a:extLst>
              <a:ext uri="{FF2B5EF4-FFF2-40B4-BE49-F238E27FC236}">
                <a16:creationId xmlns:a16="http://schemas.microsoft.com/office/drawing/2014/main" id="{4C48C4C5-EB2A-A24B-9170-E0EF5BD2DB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5362" y="5186363"/>
            <a:ext cx="1038225" cy="1587"/>
          </a:xfrm>
          <a:prstGeom prst="line">
            <a:avLst/>
          </a:prstGeom>
          <a:noFill/>
          <a:ln w="285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08" name="Freeform 51">
            <a:extLst>
              <a:ext uri="{FF2B5EF4-FFF2-40B4-BE49-F238E27FC236}">
                <a16:creationId xmlns:a16="http://schemas.microsoft.com/office/drawing/2014/main" id="{472D2A56-9032-7D4C-957A-313BFBF2AE22}"/>
              </a:ext>
            </a:extLst>
          </p:cNvPr>
          <p:cNvSpPr>
            <a:spLocks/>
          </p:cNvSpPr>
          <p:nvPr/>
        </p:nvSpPr>
        <p:spPr bwMode="auto">
          <a:xfrm>
            <a:off x="2432050" y="1709738"/>
            <a:ext cx="85725" cy="1976437"/>
          </a:xfrm>
          <a:custGeom>
            <a:avLst/>
            <a:gdLst/>
            <a:ahLst/>
            <a:cxnLst>
              <a:cxn ang="0">
                <a:pos x="6" y="1245"/>
              </a:cxn>
              <a:cxn ang="0">
                <a:pos x="54" y="1245"/>
              </a:cxn>
              <a:cxn ang="0">
                <a:pos x="54" y="0"/>
              </a:cxn>
              <a:cxn ang="0">
                <a:pos x="0" y="0"/>
              </a:cxn>
            </a:cxnLst>
            <a:rect l="0" t="0" r="r" b="b"/>
            <a:pathLst>
              <a:path w="54" h="1245">
                <a:moveTo>
                  <a:pt x="6" y="1245"/>
                </a:moveTo>
                <a:lnTo>
                  <a:pt x="54" y="1245"/>
                </a:lnTo>
                <a:lnTo>
                  <a:pt x="54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09" name="Freeform 55">
            <a:extLst>
              <a:ext uri="{FF2B5EF4-FFF2-40B4-BE49-F238E27FC236}">
                <a16:creationId xmlns:a16="http://schemas.microsoft.com/office/drawing/2014/main" id="{B93306C9-8B7A-9D4E-966E-FE44C8AF1C3D}"/>
              </a:ext>
            </a:extLst>
          </p:cNvPr>
          <p:cNvSpPr>
            <a:spLocks/>
          </p:cNvSpPr>
          <p:nvPr/>
        </p:nvSpPr>
        <p:spPr bwMode="auto">
          <a:xfrm>
            <a:off x="2030412" y="776288"/>
            <a:ext cx="47625" cy="481012"/>
          </a:xfrm>
          <a:custGeom>
            <a:avLst/>
            <a:gdLst/>
            <a:ahLst/>
            <a:cxnLst>
              <a:cxn ang="0">
                <a:pos x="28" y="303"/>
              </a:cxn>
              <a:cxn ang="0">
                <a:pos x="0" y="303"/>
              </a:cxn>
              <a:cxn ang="0">
                <a:pos x="0" y="0"/>
              </a:cxn>
              <a:cxn ang="0">
                <a:pos x="30" y="0"/>
              </a:cxn>
            </a:cxnLst>
            <a:rect l="0" t="0" r="r" b="b"/>
            <a:pathLst>
              <a:path w="30" h="303">
                <a:moveTo>
                  <a:pt x="28" y="303"/>
                </a:moveTo>
                <a:lnTo>
                  <a:pt x="0" y="303"/>
                </a:lnTo>
                <a:lnTo>
                  <a:pt x="0" y="0"/>
                </a:lnTo>
                <a:lnTo>
                  <a:pt x="30" y="0"/>
                </a:lnTo>
              </a:path>
            </a:pathLst>
          </a:custGeom>
          <a:noFill/>
          <a:ln w="285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10" name="Line 56">
            <a:extLst>
              <a:ext uri="{FF2B5EF4-FFF2-40B4-BE49-F238E27FC236}">
                <a16:creationId xmlns:a16="http://schemas.microsoft.com/office/drawing/2014/main" id="{8B8C7FA3-158D-B94C-98B7-BECE96C1E5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7912" y="958850"/>
            <a:ext cx="952500" cy="0"/>
          </a:xfrm>
          <a:prstGeom prst="line">
            <a:avLst/>
          </a:prstGeom>
          <a:noFill/>
          <a:ln w="285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11" name="Freeform 63">
            <a:extLst>
              <a:ext uri="{FF2B5EF4-FFF2-40B4-BE49-F238E27FC236}">
                <a16:creationId xmlns:a16="http://schemas.microsoft.com/office/drawing/2014/main" id="{150F8C05-ADEC-244A-8ADD-2C953FFF6482}"/>
              </a:ext>
            </a:extLst>
          </p:cNvPr>
          <p:cNvSpPr>
            <a:spLocks/>
          </p:cNvSpPr>
          <p:nvPr/>
        </p:nvSpPr>
        <p:spPr bwMode="auto">
          <a:xfrm>
            <a:off x="1763712" y="1755775"/>
            <a:ext cx="28575" cy="138113"/>
          </a:xfrm>
          <a:custGeom>
            <a:avLst/>
            <a:gdLst/>
            <a:ahLst/>
            <a:cxnLst>
              <a:cxn ang="0">
                <a:pos x="18" y="87"/>
              </a:cxn>
              <a:cxn ang="0">
                <a:pos x="0" y="87"/>
              </a:cxn>
              <a:cxn ang="0">
                <a:pos x="0" y="0"/>
              </a:cxn>
              <a:cxn ang="0">
                <a:pos x="18" y="0"/>
              </a:cxn>
            </a:cxnLst>
            <a:rect l="0" t="0" r="r" b="b"/>
            <a:pathLst>
              <a:path w="18" h="87">
                <a:moveTo>
                  <a:pt x="18" y="87"/>
                </a:moveTo>
                <a:lnTo>
                  <a:pt x="0" y="87"/>
                </a:lnTo>
                <a:lnTo>
                  <a:pt x="0" y="0"/>
                </a:lnTo>
                <a:lnTo>
                  <a:pt x="18" y="0"/>
                </a:lnTo>
              </a:path>
            </a:pathLst>
          </a:custGeom>
          <a:noFill/>
          <a:ln w="285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12" name="Line 64">
            <a:extLst>
              <a:ext uri="{FF2B5EF4-FFF2-40B4-BE49-F238E27FC236}">
                <a16:creationId xmlns:a16="http://schemas.microsoft.com/office/drawing/2014/main" id="{85C9C952-65C4-4A46-94E1-76CF076E27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6800" y="1806575"/>
            <a:ext cx="685800" cy="0"/>
          </a:xfrm>
          <a:prstGeom prst="line">
            <a:avLst/>
          </a:prstGeom>
          <a:noFill/>
          <a:ln w="285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13" name="Line 66">
            <a:extLst>
              <a:ext uri="{FF2B5EF4-FFF2-40B4-BE49-F238E27FC236}">
                <a16:creationId xmlns:a16="http://schemas.microsoft.com/office/drawing/2014/main" id="{798EC190-8E19-E347-BC70-C71796F0DE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27300" y="1758950"/>
            <a:ext cx="917575" cy="1588"/>
          </a:xfrm>
          <a:prstGeom prst="line">
            <a:avLst/>
          </a:prstGeom>
          <a:noFill/>
          <a:ln w="285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14" name="Freeform 84">
            <a:extLst>
              <a:ext uri="{FF2B5EF4-FFF2-40B4-BE49-F238E27FC236}">
                <a16:creationId xmlns:a16="http://schemas.microsoft.com/office/drawing/2014/main" id="{6EAB6D92-C821-4548-9EA9-617938F67F91}"/>
              </a:ext>
            </a:extLst>
          </p:cNvPr>
          <p:cNvSpPr>
            <a:spLocks/>
          </p:cNvSpPr>
          <p:nvPr/>
        </p:nvSpPr>
        <p:spPr bwMode="auto">
          <a:xfrm>
            <a:off x="2438400" y="3851275"/>
            <a:ext cx="79375" cy="93663"/>
          </a:xfrm>
          <a:custGeom>
            <a:avLst/>
            <a:gdLst/>
            <a:ahLst/>
            <a:cxnLst>
              <a:cxn ang="0">
                <a:pos x="4" y="59"/>
              </a:cxn>
              <a:cxn ang="0">
                <a:pos x="50" y="59"/>
              </a:cxn>
              <a:cxn ang="0">
                <a:pos x="50" y="0"/>
              </a:cxn>
              <a:cxn ang="0">
                <a:pos x="0" y="0"/>
              </a:cxn>
            </a:cxnLst>
            <a:rect l="0" t="0" r="r" b="b"/>
            <a:pathLst>
              <a:path w="50" h="59">
                <a:moveTo>
                  <a:pt x="4" y="59"/>
                </a:moveTo>
                <a:lnTo>
                  <a:pt x="50" y="59"/>
                </a:lnTo>
                <a:lnTo>
                  <a:pt x="50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15" name="Freeform 59">
            <a:extLst>
              <a:ext uri="{FF2B5EF4-FFF2-40B4-BE49-F238E27FC236}">
                <a16:creationId xmlns:a16="http://schemas.microsoft.com/office/drawing/2014/main" id="{41AB22CE-A1A2-0443-B4E1-DCC3F17BBE1E}"/>
              </a:ext>
            </a:extLst>
          </p:cNvPr>
          <p:cNvSpPr>
            <a:spLocks/>
          </p:cNvSpPr>
          <p:nvPr/>
        </p:nvSpPr>
        <p:spPr bwMode="auto">
          <a:xfrm>
            <a:off x="2432050" y="823913"/>
            <a:ext cx="82550" cy="865187"/>
          </a:xfrm>
          <a:custGeom>
            <a:avLst/>
            <a:gdLst/>
            <a:ahLst/>
            <a:cxnLst>
              <a:cxn ang="0">
                <a:pos x="0" y="545"/>
              </a:cxn>
              <a:cxn ang="0">
                <a:pos x="52" y="545"/>
              </a:cxn>
              <a:cxn ang="0">
                <a:pos x="52" y="0"/>
              </a:cxn>
              <a:cxn ang="0">
                <a:pos x="6" y="0"/>
              </a:cxn>
            </a:cxnLst>
            <a:rect l="0" t="0" r="r" b="b"/>
            <a:pathLst>
              <a:path w="52" h="545">
                <a:moveTo>
                  <a:pt x="0" y="545"/>
                </a:moveTo>
                <a:lnTo>
                  <a:pt x="52" y="545"/>
                </a:lnTo>
                <a:lnTo>
                  <a:pt x="52" y="0"/>
                </a:lnTo>
                <a:lnTo>
                  <a:pt x="6" y="0"/>
                </a:lnTo>
              </a:path>
            </a:pathLst>
          </a:custGeom>
          <a:noFill/>
          <a:ln w="285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16" name="Line 22">
            <a:extLst>
              <a:ext uri="{FF2B5EF4-FFF2-40B4-BE49-F238E27FC236}">
                <a16:creationId xmlns:a16="http://schemas.microsoft.com/office/drawing/2014/main" id="{54E1D3FC-45BD-454F-94BA-C214B4DC5D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65237" y="1498600"/>
            <a:ext cx="1066800" cy="158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17" name="Freeform 26">
            <a:extLst>
              <a:ext uri="{FF2B5EF4-FFF2-40B4-BE49-F238E27FC236}">
                <a16:creationId xmlns:a16="http://schemas.microsoft.com/office/drawing/2014/main" id="{6A6277A4-AE02-074F-AE8D-7DA5BB28AA77}"/>
              </a:ext>
            </a:extLst>
          </p:cNvPr>
          <p:cNvSpPr>
            <a:spLocks/>
          </p:cNvSpPr>
          <p:nvPr/>
        </p:nvSpPr>
        <p:spPr bwMode="auto">
          <a:xfrm>
            <a:off x="974725" y="3575050"/>
            <a:ext cx="1404937" cy="1698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824" y="0"/>
              </a:cxn>
              <a:cxn ang="0">
                <a:pos x="885" y="107"/>
              </a:cxn>
            </a:cxnLst>
            <a:rect l="0" t="0" r="r" b="b"/>
            <a:pathLst>
              <a:path w="885" h="107">
                <a:moveTo>
                  <a:pt x="0" y="0"/>
                </a:moveTo>
                <a:lnTo>
                  <a:pt x="824" y="0"/>
                </a:lnTo>
                <a:lnTo>
                  <a:pt x="885" y="107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18" name="Freeform 28">
            <a:extLst>
              <a:ext uri="{FF2B5EF4-FFF2-40B4-BE49-F238E27FC236}">
                <a16:creationId xmlns:a16="http://schemas.microsoft.com/office/drawing/2014/main" id="{8534E9CF-004D-0E40-963C-3CC4FC0D6841}"/>
              </a:ext>
            </a:extLst>
          </p:cNvPr>
          <p:cNvSpPr>
            <a:spLocks/>
          </p:cNvSpPr>
          <p:nvPr/>
        </p:nvSpPr>
        <p:spPr bwMode="auto">
          <a:xfrm>
            <a:off x="903287" y="3786188"/>
            <a:ext cx="1335088" cy="76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67" y="0"/>
              </a:cxn>
              <a:cxn ang="0">
                <a:pos x="841" y="48"/>
              </a:cxn>
            </a:cxnLst>
            <a:rect l="0" t="0" r="r" b="b"/>
            <a:pathLst>
              <a:path w="841" h="48">
                <a:moveTo>
                  <a:pt x="0" y="0"/>
                </a:moveTo>
                <a:lnTo>
                  <a:pt x="767" y="0"/>
                </a:lnTo>
                <a:lnTo>
                  <a:pt x="841" y="48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19" name="Freeform 34">
            <a:extLst>
              <a:ext uri="{FF2B5EF4-FFF2-40B4-BE49-F238E27FC236}">
                <a16:creationId xmlns:a16="http://schemas.microsoft.com/office/drawing/2014/main" id="{6E0AE0C6-FD32-8A4C-A980-9A35397BDF99}"/>
              </a:ext>
            </a:extLst>
          </p:cNvPr>
          <p:cNvSpPr>
            <a:spLocks/>
          </p:cNvSpPr>
          <p:nvPr/>
        </p:nvSpPr>
        <p:spPr bwMode="auto">
          <a:xfrm>
            <a:off x="2397125" y="4467225"/>
            <a:ext cx="1044575" cy="179388"/>
          </a:xfrm>
          <a:custGeom>
            <a:avLst/>
            <a:gdLst/>
            <a:ahLst/>
            <a:cxnLst>
              <a:cxn ang="0">
                <a:pos x="658" y="113"/>
              </a:cxn>
              <a:cxn ang="0">
                <a:pos x="92" y="113"/>
              </a:cxn>
              <a:cxn ang="0">
                <a:pos x="0" y="0"/>
              </a:cxn>
            </a:cxnLst>
            <a:rect l="0" t="0" r="r" b="b"/>
            <a:pathLst>
              <a:path w="658" h="113">
                <a:moveTo>
                  <a:pt x="658" y="113"/>
                </a:moveTo>
                <a:lnTo>
                  <a:pt x="92" y="113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20" name="Freeform 35">
            <a:extLst>
              <a:ext uri="{FF2B5EF4-FFF2-40B4-BE49-F238E27FC236}">
                <a16:creationId xmlns:a16="http://schemas.microsoft.com/office/drawing/2014/main" id="{4C4F1565-E81E-9945-9396-80CEA7CC1428}"/>
              </a:ext>
            </a:extLst>
          </p:cNvPr>
          <p:cNvSpPr>
            <a:spLocks/>
          </p:cNvSpPr>
          <p:nvPr/>
        </p:nvSpPr>
        <p:spPr bwMode="auto">
          <a:xfrm>
            <a:off x="2306637" y="4384675"/>
            <a:ext cx="184150" cy="82550"/>
          </a:xfrm>
          <a:custGeom>
            <a:avLst/>
            <a:gdLst/>
            <a:ahLst/>
            <a:cxnLst>
              <a:cxn ang="0">
                <a:pos x="96" y="0"/>
              </a:cxn>
              <a:cxn ang="0">
                <a:pos x="96" y="0"/>
              </a:cxn>
              <a:cxn ang="0">
                <a:pos x="103" y="4"/>
              </a:cxn>
              <a:cxn ang="0">
                <a:pos x="111" y="10"/>
              </a:cxn>
              <a:cxn ang="0">
                <a:pos x="114" y="15"/>
              </a:cxn>
              <a:cxn ang="0">
                <a:pos x="116" y="22"/>
              </a:cxn>
              <a:cxn ang="0">
                <a:pos x="116" y="22"/>
              </a:cxn>
              <a:cxn ang="0">
                <a:pos x="114" y="28"/>
              </a:cxn>
              <a:cxn ang="0">
                <a:pos x="111" y="34"/>
              </a:cxn>
              <a:cxn ang="0">
                <a:pos x="105" y="39"/>
              </a:cxn>
              <a:cxn ang="0">
                <a:pos x="98" y="43"/>
              </a:cxn>
              <a:cxn ang="0">
                <a:pos x="90" y="46"/>
              </a:cxn>
              <a:cxn ang="0">
                <a:pos x="81" y="48"/>
              </a:cxn>
              <a:cxn ang="0">
                <a:pos x="70" y="50"/>
              </a:cxn>
              <a:cxn ang="0">
                <a:pos x="57" y="52"/>
              </a:cxn>
              <a:cxn ang="0">
                <a:pos x="57" y="52"/>
              </a:cxn>
              <a:cxn ang="0">
                <a:pos x="46" y="50"/>
              </a:cxn>
              <a:cxn ang="0">
                <a:pos x="35" y="48"/>
              </a:cxn>
              <a:cxn ang="0">
                <a:pos x="26" y="46"/>
              </a:cxn>
              <a:cxn ang="0">
                <a:pos x="16" y="43"/>
              </a:cxn>
              <a:cxn ang="0">
                <a:pos x="9" y="39"/>
              </a:cxn>
              <a:cxn ang="0">
                <a:pos x="3" y="34"/>
              </a:cxn>
              <a:cxn ang="0">
                <a:pos x="2" y="28"/>
              </a:cxn>
              <a:cxn ang="0">
                <a:pos x="0" y="22"/>
              </a:cxn>
              <a:cxn ang="0">
                <a:pos x="0" y="22"/>
              </a:cxn>
              <a:cxn ang="0">
                <a:pos x="2" y="17"/>
              </a:cxn>
              <a:cxn ang="0">
                <a:pos x="3" y="11"/>
              </a:cxn>
              <a:cxn ang="0">
                <a:pos x="7" y="8"/>
              </a:cxn>
              <a:cxn ang="0">
                <a:pos x="15" y="2"/>
              </a:cxn>
            </a:cxnLst>
            <a:rect l="0" t="0" r="r" b="b"/>
            <a:pathLst>
              <a:path w="116" h="52">
                <a:moveTo>
                  <a:pt x="96" y="0"/>
                </a:moveTo>
                <a:lnTo>
                  <a:pt x="96" y="0"/>
                </a:lnTo>
                <a:lnTo>
                  <a:pt x="103" y="4"/>
                </a:lnTo>
                <a:lnTo>
                  <a:pt x="111" y="10"/>
                </a:lnTo>
                <a:lnTo>
                  <a:pt x="114" y="15"/>
                </a:lnTo>
                <a:lnTo>
                  <a:pt x="116" y="22"/>
                </a:lnTo>
                <a:lnTo>
                  <a:pt x="116" y="22"/>
                </a:lnTo>
                <a:lnTo>
                  <a:pt x="114" y="28"/>
                </a:lnTo>
                <a:lnTo>
                  <a:pt x="111" y="34"/>
                </a:lnTo>
                <a:lnTo>
                  <a:pt x="105" y="39"/>
                </a:lnTo>
                <a:lnTo>
                  <a:pt x="98" y="43"/>
                </a:lnTo>
                <a:lnTo>
                  <a:pt x="90" y="46"/>
                </a:lnTo>
                <a:lnTo>
                  <a:pt x="81" y="48"/>
                </a:lnTo>
                <a:lnTo>
                  <a:pt x="70" y="50"/>
                </a:lnTo>
                <a:lnTo>
                  <a:pt x="57" y="52"/>
                </a:lnTo>
                <a:lnTo>
                  <a:pt x="57" y="52"/>
                </a:lnTo>
                <a:lnTo>
                  <a:pt x="46" y="50"/>
                </a:lnTo>
                <a:lnTo>
                  <a:pt x="35" y="48"/>
                </a:lnTo>
                <a:lnTo>
                  <a:pt x="26" y="46"/>
                </a:lnTo>
                <a:lnTo>
                  <a:pt x="16" y="43"/>
                </a:lnTo>
                <a:lnTo>
                  <a:pt x="9" y="39"/>
                </a:lnTo>
                <a:lnTo>
                  <a:pt x="3" y="34"/>
                </a:lnTo>
                <a:lnTo>
                  <a:pt x="2" y="28"/>
                </a:lnTo>
                <a:lnTo>
                  <a:pt x="0" y="22"/>
                </a:lnTo>
                <a:lnTo>
                  <a:pt x="0" y="22"/>
                </a:lnTo>
                <a:lnTo>
                  <a:pt x="2" y="17"/>
                </a:lnTo>
                <a:lnTo>
                  <a:pt x="3" y="11"/>
                </a:lnTo>
                <a:lnTo>
                  <a:pt x="7" y="8"/>
                </a:lnTo>
                <a:lnTo>
                  <a:pt x="15" y="2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21" name="Freeform 44">
            <a:extLst>
              <a:ext uri="{FF2B5EF4-FFF2-40B4-BE49-F238E27FC236}">
                <a16:creationId xmlns:a16="http://schemas.microsoft.com/office/drawing/2014/main" id="{4D56CB41-E655-594C-97BF-92856F2EFEB6}"/>
              </a:ext>
            </a:extLst>
          </p:cNvPr>
          <p:cNvSpPr>
            <a:spLocks/>
          </p:cNvSpPr>
          <p:nvPr/>
        </p:nvSpPr>
        <p:spPr bwMode="auto">
          <a:xfrm>
            <a:off x="2036762" y="3917950"/>
            <a:ext cx="66675" cy="747713"/>
          </a:xfrm>
          <a:custGeom>
            <a:avLst/>
            <a:gdLst/>
            <a:ahLst/>
            <a:cxnLst>
              <a:cxn ang="0">
                <a:pos x="39" y="471"/>
              </a:cxn>
              <a:cxn ang="0">
                <a:pos x="0" y="471"/>
              </a:cxn>
              <a:cxn ang="0">
                <a:pos x="0" y="0"/>
              </a:cxn>
              <a:cxn ang="0">
                <a:pos x="42" y="0"/>
              </a:cxn>
            </a:cxnLst>
            <a:rect l="0" t="0" r="r" b="b"/>
            <a:pathLst>
              <a:path w="42" h="471">
                <a:moveTo>
                  <a:pt x="39" y="471"/>
                </a:moveTo>
                <a:lnTo>
                  <a:pt x="0" y="471"/>
                </a:lnTo>
                <a:lnTo>
                  <a:pt x="0" y="0"/>
                </a:lnTo>
                <a:lnTo>
                  <a:pt x="42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22" name="Line 45">
            <a:extLst>
              <a:ext uri="{FF2B5EF4-FFF2-40B4-BE49-F238E27FC236}">
                <a16:creationId xmlns:a16="http://schemas.microsoft.com/office/drawing/2014/main" id="{407E3A7E-4BC4-B84A-B39A-910498F526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5212" y="4314825"/>
            <a:ext cx="968375" cy="158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23" name="Freeform 48">
            <a:extLst>
              <a:ext uri="{FF2B5EF4-FFF2-40B4-BE49-F238E27FC236}">
                <a16:creationId xmlns:a16="http://schemas.microsoft.com/office/drawing/2014/main" id="{8D844AAF-4CCA-8040-93A6-4F820B33A9C2}"/>
              </a:ext>
            </a:extLst>
          </p:cNvPr>
          <p:cNvSpPr>
            <a:spLocks/>
          </p:cNvSpPr>
          <p:nvPr/>
        </p:nvSpPr>
        <p:spPr bwMode="auto">
          <a:xfrm>
            <a:off x="2036762" y="4686300"/>
            <a:ext cx="66675" cy="985838"/>
          </a:xfrm>
          <a:custGeom>
            <a:avLst/>
            <a:gdLst/>
            <a:ahLst/>
            <a:cxnLst>
              <a:cxn ang="0">
                <a:pos x="39" y="621"/>
              </a:cxn>
              <a:cxn ang="0">
                <a:pos x="0" y="621"/>
              </a:cxn>
              <a:cxn ang="0">
                <a:pos x="0" y="0"/>
              </a:cxn>
              <a:cxn ang="0">
                <a:pos x="42" y="0"/>
              </a:cxn>
            </a:cxnLst>
            <a:rect l="0" t="0" r="r" b="b"/>
            <a:pathLst>
              <a:path w="42" h="621">
                <a:moveTo>
                  <a:pt x="39" y="621"/>
                </a:moveTo>
                <a:lnTo>
                  <a:pt x="0" y="621"/>
                </a:lnTo>
                <a:lnTo>
                  <a:pt x="0" y="0"/>
                </a:lnTo>
                <a:lnTo>
                  <a:pt x="42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24" name="Line 49">
            <a:extLst>
              <a:ext uri="{FF2B5EF4-FFF2-40B4-BE49-F238E27FC236}">
                <a16:creationId xmlns:a16="http://schemas.microsoft.com/office/drawing/2014/main" id="{1A1FD056-76CD-7E4C-828B-B404592254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5362" y="5186363"/>
            <a:ext cx="1038225" cy="1587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25" name="Freeform 55">
            <a:extLst>
              <a:ext uri="{FF2B5EF4-FFF2-40B4-BE49-F238E27FC236}">
                <a16:creationId xmlns:a16="http://schemas.microsoft.com/office/drawing/2014/main" id="{C7783548-245F-E54D-B84E-FBFEC3CB2E4B}"/>
              </a:ext>
            </a:extLst>
          </p:cNvPr>
          <p:cNvSpPr>
            <a:spLocks/>
          </p:cNvSpPr>
          <p:nvPr/>
        </p:nvSpPr>
        <p:spPr bwMode="auto">
          <a:xfrm>
            <a:off x="2030412" y="776288"/>
            <a:ext cx="47625" cy="481012"/>
          </a:xfrm>
          <a:custGeom>
            <a:avLst/>
            <a:gdLst/>
            <a:ahLst/>
            <a:cxnLst>
              <a:cxn ang="0">
                <a:pos x="28" y="303"/>
              </a:cxn>
              <a:cxn ang="0">
                <a:pos x="0" y="303"/>
              </a:cxn>
              <a:cxn ang="0">
                <a:pos x="0" y="0"/>
              </a:cxn>
              <a:cxn ang="0">
                <a:pos x="30" y="0"/>
              </a:cxn>
            </a:cxnLst>
            <a:rect l="0" t="0" r="r" b="b"/>
            <a:pathLst>
              <a:path w="30" h="303">
                <a:moveTo>
                  <a:pt x="28" y="303"/>
                </a:moveTo>
                <a:lnTo>
                  <a:pt x="0" y="303"/>
                </a:lnTo>
                <a:lnTo>
                  <a:pt x="0" y="0"/>
                </a:lnTo>
                <a:lnTo>
                  <a:pt x="30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26" name="Line 56">
            <a:extLst>
              <a:ext uri="{FF2B5EF4-FFF2-40B4-BE49-F238E27FC236}">
                <a16:creationId xmlns:a16="http://schemas.microsoft.com/office/drawing/2014/main" id="{9D081C00-6445-0A4E-A81B-64CA9310C4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7912" y="958850"/>
            <a:ext cx="9525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27" name="Freeform 63">
            <a:extLst>
              <a:ext uri="{FF2B5EF4-FFF2-40B4-BE49-F238E27FC236}">
                <a16:creationId xmlns:a16="http://schemas.microsoft.com/office/drawing/2014/main" id="{3F67FD7B-48D1-1047-978E-BE75A44AB7A2}"/>
              </a:ext>
            </a:extLst>
          </p:cNvPr>
          <p:cNvSpPr>
            <a:spLocks/>
          </p:cNvSpPr>
          <p:nvPr/>
        </p:nvSpPr>
        <p:spPr bwMode="auto">
          <a:xfrm>
            <a:off x="1763712" y="1755775"/>
            <a:ext cx="28575" cy="138113"/>
          </a:xfrm>
          <a:custGeom>
            <a:avLst/>
            <a:gdLst/>
            <a:ahLst/>
            <a:cxnLst>
              <a:cxn ang="0">
                <a:pos x="18" y="87"/>
              </a:cxn>
              <a:cxn ang="0">
                <a:pos x="0" y="87"/>
              </a:cxn>
              <a:cxn ang="0">
                <a:pos x="0" y="0"/>
              </a:cxn>
              <a:cxn ang="0">
                <a:pos x="18" y="0"/>
              </a:cxn>
            </a:cxnLst>
            <a:rect l="0" t="0" r="r" b="b"/>
            <a:pathLst>
              <a:path w="18" h="87">
                <a:moveTo>
                  <a:pt x="18" y="87"/>
                </a:moveTo>
                <a:lnTo>
                  <a:pt x="0" y="87"/>
                </a:lnTo>
                <a:lnTo>
                  <a:pt x="0" y="0"/>
                </a:lnTo>
                <a:lnTo>
                  <a:pt x="18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28" name="Line 64">
            <a:extLst>
              <a:ext uri="{FF2B5EF4-FFF2-40B4-BE49-F238E27FC236}">
                <a16:creationId xmlns:a16="http://schemas.microsoft.com/office/drawing/2014/main" id="{8FBCC60A-82D8-9648-8EA7-2A33A4D45F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6800" y="1806575"/>
            <a:ext cx="68421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29" name="Line 66">
            <a:extLst>
              <a:ext uri="{FF2B5EF4-FFF2-40B4-BE49-F238E27FC236}">
                <a16:creationId xmlns:a16="http://schemas.microsoft.com/office/drawing/2014/main" id="{0CA7E0D4-AE5A-6E45-A789-592DAC7389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27300" y="1758950"/>
            <a:ext cx="917575" cy="158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30" name="Freeform 59">
            <a:extLst>
              <a:ext uri="{FF2B5EF4-FFF2-40B4-BE49-F238E27FC236}">
                <a16:creationId xmlns:a16="http://schemas.microsoft.com/office/drawing/2014/main" id="{90EC4ED1-1C62-5249-96C2-C6997BF42ABC}"/>
              </a:ext>
            </a:extLst>
          </p:cNvPr>
          <p:cNvSpPr>
            <a:spLocks/>
          </p:cNvSpPr>
          <p:nvPr/>
        </p:nvSpPr>
        <p:spPr bwMode="auto">
          <a:xfrm>
            <a:off x="2432050" y="823913"/>
            <a:ext cx="82550" cy="865187"/>
          </a:xfrm>
          <a:custGeom>
            <a:avLst/>
            <a:gdLst/>
            <a:ahLst/>
            <a:cxnLst>
              <a:cxn ang="0">
                <a:pos x="0" y="545"/>
              </a:cxn>
              <a:cxn ang="0">
                <a:pos x="52" y="545"/>
              </a:cxn>
              <a:cxn ang="0">
                <a:pos x="52" y="0"/>
              </a:cxn>
              <a:cxn ang="0">
                <a:pos x="6" y="0"/>
              </a:cxn>
            </a:cxnLst>
            <a:rect l="0" t="0" r="r" b="b"/>
            <a:pathLst>
              <a:path w="52" h="545">
                <a:moveTo>
                  <a:pt x="0" y="545"/>
                </a:moveTo>
                <a:lnTo>
                  <a:pt x="52" y="545"/>
                </a:lnTo>
                <a:lnTo>
                  <a:pt x="52" y="0"/>
                </a:lnTo>
                <a:lnTo>
                  <a:pt x="6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31" name="Line 41">
            <a:extLst>
              <a:ext uri="{FF2B5EF4-FFF2-40B4-BE49-F238E27FC236}">
                <a16:creationId xmlns:a16="http://schemas.microsoft.com/office/drawing/2014/main" id="{5AF607A5-A439-994E-A657-CF7D59DCB8F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0950" y="3765550"/>
            <a:ext cx="925512" cy="1588"/>
          </a:xfrm>
          <a:prstGeom prst="line">
            <a:avLst/>
          </a:prstGeom>
          <a:noFill/>
          <a:ln w="285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32" name="Line 52">
            <a:extLst>
              <a:ext uri="{FF2B5EF4-FFF2-40B4-BE49-F238E27FC236}">
                <a16:creationId xmlns:a16="http://schemas.microsoft.com/office/drawing/2014/main" id="{7A10656A-C10D-F04B-B2F2-346A463943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7775" y="2492375"/>
            <a:ext cx="928687" cy="1588"/>
          </a:xfrm>
          <a:prstGeom prst="line">
            <a:avLst/>
          </a:prstGeom>
          <a:noFill/>
          <a:ln w="285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33" name="Line 85">
            <a:extLst>
              <a:ext uri="{FF2B5EF4-FFF2-40B4-BE49-F238E27FC236}">
                <a16:creationId xmlns:a16="http://schemas.microsoft.com/office/drawing/2014/main" id="{CA50F682-CBDF-3743-8B95-5F54DB3A0F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0950" y="3895725"/>
            <a:ext cx="928687" cy="1588"/>
          </a:xfrm>
          <a:prstGeom prst="line">
            <a:avLst/>
          </a:prstGeom>
          <a:noFill/>
          <a:ln w="285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34" name="Line 52">
            <a:extLst>
              <a:ext uri="{FF2B5EF4-FFF2-40B4-BE49-F238E27FC236}">
                <a16:creationId xmlns:a16="http://schemas.microsoft.com/office/drawing/2014/main" id="{C1B01958-54A6-AB4C-83FC-B58F49E2F5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7775" y="2492375"/>
            <a:ext cx="928687" cy="158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35" name="Line 85">
            <a:extLst>
              <a:ext uri="{FF2B5EF4-FFF2-40B4-BE49-F238E27FC236}">
                <a16:creationId xmlns:a16="http://schemas.microsoft.com/office/drawing/2014/main" id="{E3921BDB-2780-6B46-99F5-801F8E95AE4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0950" y="3895725"/>
            <a:ext cx="928687" cy="158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36" name="Line 60">
            <a:extLst>
              <a:ext uri="{FF2B5EF4-FFF2-40B4-BE49-F238E27FC236}">
                <a16:creationId xmlns:a16="http://schemas.microsoft.com/office/drawing/2014/main" id="{8E77AF97-AF8D-A546-9498-40058B5A623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3012" y="1138238"/>
            <a:ext cx="9271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" name="Freeform 51">
            <a:extLst>
              <a:ext uri="{FF2B5EF4-FFF2-40B4-BE49-F238E27FC236}">
                <a16:creationId xmlns:a16="http://schemas.microsoft.com/office/drawing/2014/main" id="{401F7550-0FAE-AF48-903B-7CA280BD25C9}"/>
              </a:ext>
            </a:extLst>
          </p:cNvPr>
          <p:cNvSpPr>
            <a:spLocks/>
          </p:cNvSpPr>
          <p:nvPr/>
        </p:nvSpPr>
        <p:spPr bwMode="auto">
          <a:xfrm>
            <a:off x="2432050" y="1709738"/>
            <a:ext cx="85725" cy="1976437"/>
          </a:xfrm>
          <a:custGeom>
            <a:avLst/>
            <a:gdLst/>
            <a:ahLst/>
            <a:cxnLst>
              <a:cxn ang="0">
                <a:pos x="6" y="1245"/>
              </a:cxn>
              <a:cxn ang="0">
                <a:pos x="54" y="1245"/>
              </a:cxn>
              <a:cxn ang="0">
                <a:pos x="54" y="0"/>
              </a:cxn>
              <a:cxn ang="0">
                <a:pos x="0" y="0"/>
              </a:cxn>
            </a:cxnLst>
            <a:rect l="0" t="0" r="r" b="b"/>
            <a:pathLst>
              <a:path w="54" h="1245">
                <a:moveTo>
                  <a:pt x="6" y="1245"/>
                </a:moveTo>
                <a:lnTo>
                  <a:pt x="54" y="1245"/>
                </a:lnTo>
                <a:lnTo>
                  <a:pt x="54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38" name="Freeform 84">
            <a:extLst>
              <a:ext uri="{FF2B5EF4-FFF2-40B4-BE49-F238E27FC236}">
                <a16:creationId xmlns:a16="http://schemas.microsoft.com/office/drawing/2014/main" id="{ACDE74E4-DB76-E34A-944D-1D7F519022D3}"/>
              </a:ext>
            </a:extLst>
          </p:cNvPr>
          <p:cNvSpPr>
            <a:spLocks/>
          </p:cNvSpPr>
          <p:nvPr/>
        </p:nvSpPr>
        <p:spPr bwMode="auto">
          <a:xfrm>
            <a:off x="2438400" y="3851275"/>
            <a:ext cx="79375" cy="93663"/>
          </a:xfrm>
          <a:custGeom>
            <a:avLst/>
            <a:gdLst/>
            <a:ahLst/>
            <a:cxnLst>
              <a:cxn ang="0">
                <a:pos x="4" y="59"/>
              </a:cxn>
              <a:cxn ang="0">
                <a:pos x="50" y="59"/>
              </a:cxn>
              <a:cxn ang="0">
                <a:pos x="50" y="0"/>
              </a:cxn>
              <a:cxn ang="0">
                <a:pos x="0" y="0"/>
              </a:cxn>
            </a:cxnLst>
            <a:rect l="0" t="0" r="r" b="b"/>
            <a:pathLst>
              <a:path w="50" h="59">
                <a:moveTo>
                  <a:pt x="4" y="59"/>
                </a:moveTo>
                <a:lnTo>
                  <a:pt x="50" y="59"/>
                </a:lnTo>
                <a:lnTo>
                  <a:pt x="5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39" name="Freeform 40">
            <a:extLst>
              <a:ext uri="{FF2B5EF4-FFF2-40B4-BE49-F238E27FC236}">
                <a16:creationId xmlns:a16="http://schemas.microsoft.com/office/drawing/2014/main" id="{172C6A9C-089C-654E-950D-C0240EB7FD32}"/>
              </a:ext>
            </a:extLst>
          </p:cNvPr>
          <p:cNvSpPr>
            <a:spLocks/>
          </p:cNvSpPr>
          <p:nvPr/>
        </p:nvSpPr>
        <p:spPr bwMode="auto">
          <a:xfrm>
            <a:off x="2441575" y="3705225"/>
            <a:ext cx="73025" cy="125413"/>
          </a:xfrm>
          <a:custGeom>
            <a:avLst/>
            <a:gdLst/>
            <a:ahLst/>
            <a:cxnLst>
              <a:cxn ang="0">
                <a:pos x="0" y="79"/>
              </a:cxn>
              <a:cxn ang="0">
                <a:pos x="46" y="79"/>
              </a:cxn>
              <a:cxn ang="0">
                <a:pos x="46" y="0"/>
              </a:cxn>
              <a:cxn ang="0">
                <a:pos x="0" y="0"/>
              </a:cxn>
            </a:cxnLst>
            <a:rect l="0" t="0" r="r" b="b"/>
            <a:pathLst>
              <a:path w="46" h="79">
                <a:moveTo>
                  <a:pt x="0" y="79"/>
                </a:moveTo>
                <a:lnTo>
                  <a:pt x="46" y="79"/>
                </a:lnTo>
                <a:lnTo>
                  <a:pt x="46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  <p:sp>
        <p:nvSpPr>
          <p:cNvPr id="140" name="Line 41">
            <a:extLst>
              <a:ext uri="{FF2B5EF4-FFF2-40B4-BE49-F238E27FC236}">
                <a16:creationId xmlns:a16="http://schemas.microsoft.com/office/drawing/2014/main" id="{87005153-6E7F-5240-A81E-38B4C0F0F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0950" y="3765550"/>
            <a:ext cx="925512" cy="158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b="1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3" name="Picture 2" descr="figure_14_01d_unlabeled">
            <a:extLst>
              <a:ext uri="{FF2B5EF4-FFF2-40B4-BE49-F238E27FC236}">
                <a16:creationId xmlns:a16="http://schemas.microsoft.com/office/drawing/2014/main" id="{581F8A30-AB5B-490B-BB1C-57BEF21833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62"/>
          <a:stretch>
            <a:fillRect/>
          </a:stretch>
        </p:blipFill>
        <p:spPr bwMode="auto">
          <a:xfrm>
            <a:off x="6324600" y="1143000"/>
            <a:ext cx="2852737" cy="546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4" name="Text Box 6">
            <a:extLst>
              <a:ext uri="{FF2B5EF4-FFF2-40B4-BE49-F238E27FC236}">
                <a16:creationId xmlns:a16="http://schemas.microsoft.com/office/drawing/2014/main" id="{7D49328D-E015-41AC-AB62-601479DF9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1437" y="1511300"/>
            <a:ext cx="493713" cy="10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600" b="1"/>
              <a:t>White matter</a:t>
            </a:r>
          </a:p>
        </p:txBody>
      </p:sp>
      <p:sp>
        <p:nvSpPr>
          <p:cNvPr id="28675" name="Text Box 7">
            <a:extLst>
              <a:ext uri="{FF2B5EF4-FFF2-40B4-BE49-F238E27FC236}">
                <a16:creationId xmlns:a16="http://schemas.microsoft.com/office/drawing/2014/main" id="{4EDCB481-AB08-490D-A944-567D77740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9587" y="1822450"/>
            <a:ext cx="246063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600" b="1"/>
              <a:t>Gray</a:t>
            </a:r>
            <a:br>
              <a:rPr lang="en-US" altLang="en-US" sz="600" b="1"/>
            </a:br>
            <a:r>
              <a:rPr lang="en-US" altLang="en-US" sz="600" b="1"/>
              <a:t>matter</a:t>
            </a:r>
          </a:p>
        </p:txBody>
      </p:sp>
      <p:sp>
        <p:nvSpPr>
          <p:cNvPr id="28676" name="Text Box 9">
            <a:extLst>
              <a:ext uri="{FF2B5EF4-FFF2-40B4-BE49-F238E27FC236}">
                <a16:creationId xmlns:a16="http://schemas.microsoft.com/office/drawing/2014/main" id="{206D42E3-0445-49D5-BD2A-F9D13D015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7" y="1327150"/>
            <a:ext cx="493713" cy="10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600" b="1" dirty="0"/>
              <a:t>Posterior root</a:t>
            </a:r>
          </a:p>
        </p:txBody>
      </p:sp>
      <p:sp>
        <p:nvSpPr>
          <p:cNvPr id="28677" name="Text Box 10">
            <a:extLst>
              <a:ext uri="{FF2B5EF4-FFF2-40B4-BE49-F238E27FC236}">
                <a16:creationId xmlns:a16="http://schemas.microsoft.com/office/drawing/2014/main" id="{47FC4141-43E0-45E6-8134-A713D2471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1937" y="2292350"/>
            <a:ext cx="246063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600" b="1"/>
              <a:t>Spinal</a:t>
            </a:r>
            <a:br>
              <a:rPr lang="en-US" altLang="en-US" sz="600" b="1"/>
            </a:br>
            <a:r>
              <a:rPr lang="en-US" altLang="en-US" sz="600" b="1"/>
              <a:t>nerve</a:t>
            </a:r>
          </a:p>
        </p:txBody>
      </p:sp>
      <p:sp>
        <p:nvSpPr>
          <p:cNvPr id="28678" name="Text Box 11">
            <a:extLst>
              <a:ext uri="{FF2B5EF4-FFF2-40B4-BE49-F238E27FC236}">
                <a16:creationId xmlns:a16="http://schemas.microsoft.com/office/drawing/2014/main" id="{01D8F374-87F9-4739-9D4F-BCB662FB5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2137" y="2292350"/>
            <a:ext cx="246063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600" b="1" dirty="0"/>
              <a:t>Anterior</a:t>
            </a:r>
            <a:br>
              <a:rPr lang="en-US" altLang="en-US" sz="600" b="1" dirty="0"/>
            </a:br>
            <a:r>
              <a:rPr lang="en-US" altLang="en-US" sz="600" b="1" dirty="0"/>
              <a:t>root</a:t>
            </a:r>
          </a:p>
        </p:txBody>
      </p:sp>
      <p:sp>
        <p:nvSpPr>
          <p:cNvPr id="28679" name="Text Box 12">
            <a:extLst>
              <a:ext uri="{FF2B5EF4-FFF2-40B4-BE49-F238E27FC236}">
                <a16:creationId xmlns:a16="http://schemas.microsoft.com/office/drawing/2014/main" id="{343A4D6C-02F4-4D25-85C8-B779C0F3A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1587" y="1498600"/>
            <a:ext cx="423863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600" b="1" dirty="0"/>
              <a:t>Posterior root</a:t>
            </a:r>
            <a:br>
              <a:rPr lang="en-US" altLang="en-US" sz="600" b="1" dirty="0"/>
            </a:br>
            <a:r>
              <a:rPr lang="en-US" altLang="en-US" sz="600" b="1" dirty="0"/>
              <a:t>ganglion</a:t>
            </a:r>
          </a:p>
        </p:txBody>
      </p:sp>
      <p:sp>
        <p:nvSpPr>
          <p:cNvPr id="28680" name="Text Box 13">
            <a:extLst>
              <a:ext uri="{FF2B5EF4-FFF2-40B4-BE49-F238E27FC236}">
                <a16:creationId xmlns:a16="http://schemas.microsoft.com/office/drawing/2014/main" id="{AB7E39AD-5739-44DF-9205-E11974528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937" y="1822450"/>
            <a:ext cx="284163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600" b="1" dirty="0"/>
              <a:t>Central</a:t>
            </a:r>
            <a:br>
              <a:rPr lang="en-US" altLang="en-US" sz="600" b="1" dirty="0"/>
            </a:br>
            <a:r>
              <a:rPr lang="en-US" altLang="en-US" sz="600" b="1" dirty="0"/>
              <a:t>canal</a:t>
            </a:r>
          </a:p>
        </p:txBody>
      </p:sp>
      <p:sp>
        <p:nvSpPr>
          <p:cNvPr id="28681" name="Line 14">
            <a:extLst>
              <a:ext uri="{FF2B5EF4-FFF2-40B4-BE49-F238E27FC236}">
                <a16:creationId xmlns:a16="http://schemas.microsoft.com/office/drawing/2014/main" id="{607EA279-67BB-4C1E-9044-CDB88A1B1C1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0375" y="1370013"/>
            <a:ext cx="400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2" name="Line 15">
            <a:extLst>
              <a:ext uri="{FF2B5EF4-FFF2-40B4-BE49-F238E27FC236}">
                <a16:creationId xmlns:a16="http://schemas.microsoft.com/office/drawing/2014/main" id="{527AF4BE-7DB3-413B-930E-A3384255120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10425" y="1370013"/>
            <a:ext cx="88900" cy="107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3" name="Line 16">
            <a:extLst>
              <a:ext uri="{FF2B5EF4-FFF2-40B4-BE49-F238E27FC236}">
                <a16:creationId xmlns:a16="http://schemas.microsoft.com/office/drawing/2014/main" id="{6E5FF4A6-6989-403C-B403-DB72ED950A3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4025" y="1535113"/>
            <a:ext cx="215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4" name="Line 17">
            <a:extLst>
              <a:ext uri="{FF2B5EF4-FFF2-40B4-BE49-F238E27FC236}">
                <a16:creationId xmlns:a16="http://schemas.microsoft.com/office/drawing/2014/main" id="{D3363178-BE6C-4243-A16D-29922AB735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4025" y="1871663"/>
            <a:ext cx="1111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5" name="Line 18">
            <a:extLst>
              <a:ext uri="{FF2B5EF4-FFF2-40B4-BE49-F238E27FC236}">
                <a16:creationId xmlns:a16="http://schemas.microsoft.com/office/drawing/2014/main" id="{1D186D18-D1E1-4B76-9C20-7FF3A3BDF4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40525" y="2138363"/>
            <a:ext cx="0" cy="133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6" name="Line 19">
            <a:extLst>
              <a:ext uri="{FF2B5EF4-FFF2-40B4-BE49-F238E27FC236}">
                <a16:creationId xmlns:a16="http://schemas.microsoft.com/office/drawing/2014/main" id="{AA6ED16A-E165-4A09-A4AB-EA6EC2348B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64375" y="2195513"/>
            <a:ext cx="0" cy="82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7" name="Text Box 22">
            <a:extLst>
              <a:ext uri="{FF2B5EF4-FFF2-40B4-BE49-F238E27FC236}">
                <a16:creationId xmlns:a16="http://schemas.microsoft.com/office/drawing/2014/main" id="{F828E46D-EFC2-473E-BC50-7209AD2D0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9712" y="2493963"/>
            <a:ext cx="131763" cy="10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700" b="1">
                <a:ea typeface="ヒラギノ角ゴ Pro W3" charset="-128"/>
              </a:rPr>
              <a:t>C</a:t>
            </a:r>
            <a:r>
              <a:rPr lang="en-US" altLang="en-US" sz="700" b="1" baseline="-25000">
                <a:ea typeface="ヒラギノ角ゴ Pro W3" charset="-128"/>
              </a:rPr>
              <a:t>3</a:t>
            </a:r>
            <a:endParaRPr lang="en-US" altLang="en-US" sz="700" b="1">
              <a:ea typeface="ヒラギノ角ゴ Pro W3" charset="-128"/>
            </a:endParaRPr>
          </a:p>
        </p:txBody>
      </p:sp>
      <p:sp>
        <p:nvSpPr>
          <p:cNvPr id="28688" name="Text Box 23">
            <a:extLst>
              <a:ext uri="{FF2B5EF4-FFF2-40B4-BE49-F238E27FC236}">
                <a16:creationId xmlns:a16="http://schemas.microsoft.com/office/drawing/2014/main" id="{6180CC14-F4F4-470C-94B0-CFD9DC2B9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1462" y="4024313"/>
            <a:ext cx="131763" cy="10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700" b="1">
                <a:ea typeface="ヒラギノ角ゴ Pro W3" charset="-128"/>
              </a:rPr>
              <a:t>T</a:t>
            </a:r>
            <a:r>
              <a:rPr lang="en-US" altLang="en-US" sz="700" b="1" baseline="-25000">
                <a:ea typeface="ヒラギノ角ゴ Pro W3" charset="-128"/>
              </a:rPr>
              <a:t>3</a:t>
            </a:r>
            <a:endParaRPr lang="en-US" altLang="en-US" sz="700" b="1">
              <a:ea typeface="ヒラギノ角ゴ Pro W3" charset="-128"/>
            </a:endParaRPr>
          </a:p>
        </p:txBody>
      </p:sp>
      <p:sp>
        <p:nvSpPr>
          <p:cNvPr id="28689" name="Text Box 24">
            <a:extLst>
              <a:ext uri="{FF2B5EF4-FFF2-40B4-BE49-F238E27FC236}">
                <a16:creationId xmlns:a16="http://schemas.microsoft.com/office/drawing/2014/main" id="{962C6269-B915-496A-B24D-C844F88E2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5112" y="5592763"/>
            <a:ext cx="131763" cy="10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700" b="1">
                <a:ea typeface="ヒラギノ角ゴ Pro W3" charset="-128"/>
              </a:rPr>
              <a:t>L</a:t>
            </a:r>
            <a:r>
              <a:rPr lang="en-US" altLang="en-US" sz="700" b="1" baseline="-25000">
                <a:ea typeface="ヒラギノ角ゴ Pro W3" charset="-128"/>
              </a:rPr>
              <a:t>1</a:t>
            </a:r>
            <a:endParaRPr lang="en-US" altLang="en-US" sz="700" b="1">
              <a:ea typeface="ヒラギノ角ゴ Pro W3" charset="-128"/>
            </a:endParaRPr>
          </a:p>
        </p:txBody>
      </p:sp>
      <p:sp>
        <p:nvSpPr>
          <p:cNvPr id="28690" name="Text Box 25">
            <a:extLst>
              <a:ext uri="{FF2B5EF4-FFF2-40B4-BE49-F238E27FC236}">
                <a16:creationId xmlns:a16="http://schemas.microsoft.com/office/drawing/2014/main" id="{A60A8DF3-725C-482F-978F-9F6B629B0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5112" y="6551613"/>
            <a:ext cx="131763" cy="10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700" b="1">
                <a:ea typeface="ヒラギノ角ゴ Pro W3" charset="-128"/>
              </a:rPr>
              <a:t>S</a:t>
            </a:r>
            <a:r>
              <a:rPr lang="en-US" altLang="en-US" sz="700" b="1" baseline="-25000">
                <a:ea typeface="ヒラギノ角ゴ Pro W3" charset="-128"/>
              </a:rPr>
              <a:t>2</a:t>
            </a:r>
            <a:endParaRPr lang="en-US" altLang="en-US" sz="700" b="1">
              <a:ea typeface="ヒラギノ角ゴ Pro W3" charset="-128"/>
            </a:endParaRPr>
          </a:p>
        </p:txBody>
      </p:sp>
      <p:sp>
        <p:nvSpPr>
          <p:cNvPr id="27650" name="Rectangle 4">
            <a:extLst>
              <a:ext uri="{FF2B5EF4-FFF2-40B4-BE49-F238E27FC236}">
                <a16:creationId xmlns:a16="http://schemas.microsoft.com/office/drawing/2014/main" id="{871C0561-8240-204F-A60F-49472ECFD2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084263"/>
            <a:ext cx="6878638" cy="5773737"/>
          </a:xfrm>
        </p:spPr>
        <p:txBody>
          <a:bodyPr>
            <a:normAutofit fontScale="85000" lnSpcReduction="20000"/>
          </a:bodyPr>
          <a:lstStyle/>
          <a:p>
            <a:pPr marL="228600" indent="-2286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2400" b="1" dirty="0">
                <a:ea typeface="ＭＳ Ｐゴシック" charset="0"/>
                <a:cs typeface="Times New Roman" charset="0"/>
              </a:rPr>
              <a:t>Gray Horn</a:t>
            </a:r>
            <a:endParaRPr lang="en-US" sz="1800" dirty="0">
              <a:ea typeface="ＭＳ Ｐゴシック" charset="0"/>
              <a:cs typeface="Times New Roman" charset="0"/>
            </a:endParaRPr>
          </a:p>
          <a:p>
            <a:pPr marL="730250" lvl="1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1800" b="1" dirty="0">
                <a:ea typeface="ＭＳ Ｐゴシック" charset="0"/>
                <a:cs typeface="Times New Roman" charset="0"/>
              </a:rPr>
              <a:t>Anterior</a:t>
            </a:r>
            <a:r>
              <a:rPr lang="en-US" sz="1800" dirty="0">
                <a:ea typeface="ＭＳ Ｐゴシック" charset="0"/>
                <a:cs typeface="Times New Roman" charset="0"/>
              </a:rPr>
              <a:t>, </a:t>
            </a:r>
            <a:r>
              <a:rPr lang="en-US" sz="1800" b="1" dirty="0">
                <a:ea typeface="ＭＳ Ｐゴシック" charset="0"/>
                <a:cs typeface="Times New Roman" charset="0"/>
              </a:rPr>
              <a:t>lateral</a:t>
            </a:r>
            <a:r>
              <a:rPr lang="en-US" sz="1800" dirty="0">
                <a:ea typeface="ＭＳ Ｐゴシック" charset="0"/>
                <a:cs typeface="Times New Roman" charset="0"/>
              </a:rPr>
              <a:t>, and </a:t>
            </a:r>
            <a:r>
              <a:rPr lang="en-US" sz="1800" b="1" dirty="0">
                <a:ea typeface="ＭＳ Ｐゴシック" charset="0"/>
                <a:cs typeface="Times New Roman" charset="0"/>
              </a:rPr>
              <a:t>posterior</a:t>
            </a:r>
          </a:p>
          <a:p>
            <a:pPr marL="730250" lvl="1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1800" dirty="0">
                <a:ea typeface="ＭＳ Ｐゴシック" charset="0"/>
                <a:cs typeface="Times New Roman" charset="0"/>
              </a:rPr>
              <a:t>Contains neuron </a:t>
            </a:r>
            <a:r>
              <a:rPr lang="en-US" sz="1800" b="1" dirty="0">
                <a:ea typeface="ＭＳ Ｐゴシック" charset="0"/>
                <a:cs typeface="Times New Roman" charset="0"/>
              </a:rPr>
              <a:t>cell bodies </a:t>
            </a:r>
            <a:r>
              <a:rPr lang="en-US" sz="1800" dirty="0">
                <a:ea typeface="ＭＳ Ｐゴシック" charset="0"/>
                <a:cs typeface="Times New Roman" charset="0"/>
              </a:rPr>
              <a:t>and</a:t>
            </a:r>
            <a:r>
              <a:rPr lang="en-US" sz="1800" b="1" dirty="0">
                <a:ea typeface="ＭＳ Ｐゴシック" charset="0"/>
                <a:cs typeface="Times New Roman" charset="0"/>
              </a:rPr>
              <a:t> synapses</a:t>
            </a:r>
          </a:p>
          <a:p>
            <a:pPr marL="730250" lvl="1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1800" i="1" dirty="0">
                <a:ea typeface="ＭＳ Ｐゴシック" charset="0"/>
                <a:cs typeface="Times New Roman" charset="0"/>
              </a:rPr>
              <a:t>On the inside</a:t>
            </a:r>
          </a:p>
          <a:p>
            <a:pPr marL="444500" lvl="1" indent="0" eaLnBrk="1" hangingPunct="1">
              <a:lnSpc>
                <a:spcPct val="124000"/>
              </a:lnSpc>
              <a:buNone/>
              <a:defRPr/>
            </a:pPr>
            <a:endParaRPr lang="en-US" sz="700" i="1" dirty="0">
              <a:ea typeface="ＭＳ Ｐゴシック" charset="0"/>
              <a:cs typeface="Times New Roman" charset="0"/>
            </a:endParaRPr>
          </a:p>
          <a:p>
            <a:pPr marL="228600" indent="-2286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2400" b="1" dirty="0">
                <a:ea typeface="ＭＳ Ｐゴシック" charset="0"/>
                <a:cs typeface="Times New Roman" charset="0"/>
              </a:rPr>
              <a:t>White Columns / Funiculi</a:t>
            </a:r>
          </a:p>
          <a:p>
            <a:pPr marL="730250" lvl="1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1800" b="1" dirty="0">
                <a:ea typeface="ＭＳ Ｐゴシック" charset="0"/>
                <a:cs typeface="Times New Roman" charset="0"/>
              </a:rPr>
              <a:t>Anterior</a:t>
            </a:r>
            <a:r>
              <a:rPr lang="en-US" sz="1800" dirty="0">
                <a:ea typeface="ＭＳ Ｐゴシック" charset="0"/>
                <a:cs typeface="Times New Roman" charset="0"/>
              </a:rPr>
              <a:t>, </a:t>
            </a:r>
            <a:r>
              <a:rPr lang="en-US" sz="1800" b="1" dirty="0">
                <a:ea typeface="ＭＳ Ｐゴシック" charset="0"/>
                <a:cs typeface="Times New Roman" charset="0"/>
              </a:rPr>
              <a:t>lateral</a:t>
            </a:r>
            <a:r>
              <a:rPr lang="en-US" sz="1800" dirty="0">
                <a:ea typeface="ＭＳ Ｐゴシック" charset="0"/>
                <a:cs typeface="Times New Roman" charset="0"/>
              </a:rPr>
              <a:t>, and </a:t>
            </a:r>
            <a:r>
              <a:rPr lang="en-US" sz="1800" b="1" dirty="0">
                <a:ea typeface="ＭＳ Ｐゴシック" charset="0"/>
                <a:cs typeface="Times New Roman" charset="0"/>
              </a:rPr>
              <a:t>posterior</a:t>
            </a:r>
          </a:p>
          <a:p>
            <a:pPr marL="730250" lvl="1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1800" dirty="0">
                <a:ea typeface="ＭＳ Ｐゴシック" charset="0"/>
                <a:cs typeface="Times New Roman" charset="0"/>
              </a:rPr>
              <a:t>Contains neuron </a:t>
            </a:r>
            <a:r>
              <a:rPr lang="en-US" sz="1800" b="1" dirty="0">
                <a:ea typeface="ＭＳ Ｐゴシック" charset="0"/>
                <a:cs typeface="Times New Roman" charset="0"/>
              </a:rPr>
              <a:t>axons</a:t>
            </a:r>
          </a:p>
          <a:p>
            <a:pPr marL="730250" lvl="1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1800" i="1" dirty="0">
                <a:ea typeface="ＭＳ Ｐゴシック" charset="0"/>
                <a:cs typeface="Times New Roman" charset="0"/>
              </a:rPr>
              <a:t>On the outside</a:t>
            </a:r>
          </a:p>
          <a:p>
            <a:pPr marL="444500" lvl="1" indent="0" eaLnBrk="1" hangingPunct="1">
              <a:lnSpc>
                <a:spcPct val="124000"/>
              </a:lnSpc>
              <a:buNone/>
              <a:defRPr/>
            </a:pPr>
            <a:endParaRPr lang="en-US" sz="700" b="1" dirty="0">
              <a:ea typeface="ＭＳ Ｐゴシック" charset="0"/>
              <a:cs typeface="Times New Roman" charset="0"/>
            </a:endParaRPr>
          </a:p>
          <a:p>
            <a:pPr marL="3302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2400" b="1" dirty="0">
                <a:ea typeface="ＭＳ Ｐゴシック" charset="0"/>
                <a:cs typeface="Times New Roman" charset="0"/>
              </a:rPr>
              <a:t>Posterior root </a:t>
            </a:r>
            <a:r>
              <a:rPr lang="en-US" sz="2400" dirty="0">
                <a:ea typeface="ＭＳ Ｐゴシック" charset="0"/>
                <a:cs typeface="Times New Roman" charset="0"/>
              </a:rPr>
              <a:t>contains </a:t>
            </a:r>
            <a:r>
              <a:rPr lang="en-US" sz="2400" u="sng" dirty="0">
                <a:ea typeface="ＭＳ Ｐゴシック" charset="0"/>
                <a:cs typeface="Times New Roman" charset="0"/>
              </a:rPr>
              <a:t>sensory</a:t>
            </a:r>
            <a:r>
              <a:rPr lang="en-US" sz="2400" dirty="0">
                <a:ea typeface="ＭＳ Ｐゴシック" charset="0"/>
                <a:cs typeface="Times New Roman" charset="0"/>
              </a:rPr>
              <a:t> neurons </a:t>
            </a:r>
          </a:p>
          <a:p>
            <a:pPr marL="730250" lvl="1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1800" dirty="0">
                <a:ea typeface="ＭＳ Ｐゴシック" charset="0"/>
                <a:cs typeface="Times New Roman" charset="0"/>
              </a:rPr>
              <a:t>Axons extend from their somas within the </a:t>
            </a:r>
            <a:r>
              <a:rPr lang="en-US" sz="1800" b="1" dirty="0">
                <a:ea typeface="ＭＳ Ｐゴシック" charset="0"/>
                <a:cs typeface="Times New Roman" charset="0"/>
              </a:rPr>
              <a:t>posterior root ganglion</a:t>
            </a:r>
          </a:p>
          <a:p>
            <a:pPr marL="444500" lvl="1" indent="0" eaLnBrk="1" hangingPunct="1">
              <a:lnSpc>
                <a:spcPct val="124000"/>
              </a:lnSpc>
              <a:buNone/>
              <a:defRPr/>
            </a:pPr>
            <a:endParaRPr lang="en-US" sz="700" b="1" dirty="0">
              <a:ea typeface="ＭＳ Ｐゴシック" charset="0"/>
              <a:cs typeface="Times New Roman" charset="0"/>
            </a:endParaRPr>
          </a:p>
          <a:p>
            <a:pPr marL="3302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2400" b="1" dirty="0">
                <a:ea typeface="ＭＳ Ｐゴシック" charset="0"/>
                <a:cs typeface="Times New Roman" charset="0"/>
              </a:rPr>
              <a:t>Anterior root </a:t>
            </a:r>
            <a:r>
              <a:rPr lang="en-US" sz="2400" dirty="0">
                <a:ea typeface="ＭＳ Ｐゴシック" charset="0"/>
                <a:cs typeface="Times New Roman" charset="0"/>
              </a:rPr>
              <a:t>contains </a:t>
            </a:r>
            <a:r>
              <a:rPr lang="en-US" sz="2400" u="sng" dirty="0">
                <a:ea typeface="ＭＳ Ｐゴシック" charset="0"/>
                <a:cs typeface="Times New Roman" charset="0"/>
              </a:rPr>
              <a:t>motor</a:t>
            </a:r>
            <a:r>
              <a:rPr lang="en-US" sz="2400" dirty="0">
                <a:ea typeface="ＭＳ Ｐゴシック" charset="0"/>
                <a:cs typeface="Times New Roman" charset="0"/>
              </a:rPr>
              <a:t> neurons</a:t>
            </a:r>
          </a:p>
          <a:p>
            <a:pPr marL="0" indent="0" eaLnBrk="1" hangingPunct="1">
              <a:lnSpc>
                <a:spcPct val="124000"/>
              </a:lnSpc>
              <a:buNone/>
              <a:defRPr/>
            </a:pPr>
            <a:endParaRPr lang="en-US" sz="700" dirty="0">
              <a:ea typeface="ＭＳ Ｐゴシック" charset="0"/>
              <a:cs typeface="Times New Roman" charset="0"/>
            </a:endParaRPr>
          </a:p>
          <a:p>
            <a:pPr marL="3302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2400" i="1" dirty="0">
                <a:ea typeface="ＭＳ Ｐゴシック" charset="0"/>
                <a:cs typeface="Times New Roman" charset="0"/>
              </a:rPr>
              <a:t>Posterior and anterior roots merge to form a</a:t>
            </a:r>
            <a:r>
              <a:rPr lang="en-US" sz="2400" b="1" i="1" dirty="0">
                <a:ea typeface="ＭＳ Ｐゴシック" charset="0"/>
                <a:cs typeface="Times New Roman" charset="0"/>
              </a:rPr>
              <a:t> </a:t>
            </a:r>
            <a:r>
              <a:rPr lang="en-US" sz="2400" i="1" dirty="0">
                <a:ea typeface="ＭＳ Ｐゴシック" charset="0"/>
                <a:cs typeface="Times New Roman" charset="0"/>
              </a:rPr>
              <a:t>single </a:t>
            </a:r>
            <a:r>
              <a:rPr lang="en-US" sz="2400" b="1" i="1" dirty="0">
                <a:ea typeface="ＭＳ Ｐゴシック" charset="0"/>
                <a:cs typeface="Times New Roman" charset="0"/>
              </a:rPr>
              <a:t>spinal nerve</a:t>
            </a:r>
          </a:p>
          <a:p>
            <a:pPr marL="0" indent="0" eaLnBrk="1" hangingPunct="1">
              <a:lnSpc>
                <a:spcPct val="124000"/>
              </a:lnSpc>
              <a:buNone/>
              <a:defRPr/>
            </a:pPr>
            <a:endParaRPr lang="en-US" sz="700" b="1" dirty="0">
              <a:ea typeface="ＭＳ Ｐゴシック" charset="0"/>
              <a:cs typeface="Times New Roman" charset="0"/>
            </a:endParaRPr>
          </a:p>
          <a:p>
            <a:pPr marL="3302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2400" b="1" dirty="0">
                <a:ea typeface="ＭＳ Ｐゴシック" charset="0"/>
                <a:cs typeface="Times New Roman" charset="0"/>
              </a:rPr>
              <a:t>Anterior fissure</a:t>
            </a:r>
            <a:r>
              <a:rPr lang="en-US" sz="2400" dirty="0">
                <a:ea typeface="ＭＳ Ｐゴシック" charset="0"/>
                <a:cs typeface="Times New Roman" charset="0"/>
              </a:rPr>
              <a:t> indicates the anterior surface</a:t>
            </a:r>
          </a:p>
          <a:p>
            <a:pPr marL="0" indent="0" eaLnBrk="1" hangingPunct="1">
              <a:lnSpc>
                <a:spcPct val="124000"/>
              </a:lnSpc>
              <a:buNone/>
              <a:defRPr/>
            </a:pPr>
            <a:endParaRPr lang="en-US" sz="700" dirty="0">
              <a:ea typeface="ＭＳ Ｐゴシック" charset="0"/>
              <a:cs typeface="Times New Roman" charset="0"/>
            </a:endParaRPr>
          </a:p>
          <a:p>
            <a:pPr marL="3302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2400" b="1" dirty="0">
                <a:ea typeface="ＭＳ Ｐゴシック" charset="0"/>
                <a:cs typeface="Times New Roman" charset="0"/>
              </a:rPr>
              <a:t>Central canal </a:t>
            </a:r>
            <a:r>
              <a:rPr lang="en-US" sz="2400" dirty="0">
                <a:ea typeface="ＭＳ Ｐゴシック" charset="0"/>
                <a:cs typeface="Times New Roman" charset="0"/>
              </a:rPr>
              <a:t>contains CSF</a:t>
            </a:r>
          </a:p>
          <a:p>
            <a:pPr marL="0" indent="0" eaLnBrk="1" hangingPunct="1">
              <a:lnSpc>
                <a:spcPct val="124000"/>
              </a:lnSpc>
              <a:buNone/>
              <a:defRPr/>
            </a:pPr>
            <a:endParaRPr lang="en-US" sz="700" i="1" dirty="0">
              <a:ea typeface="ＭＳ Ｐゴシック" charset="0"/>
              <a:cs typeface="Times New Roman" charset="0"/>
            </a:endParaRPr>
          </a:p>
          <a:p>
            <a:pPr marL="1130300" lvl="2" eaLnBrk="1" hangingPunct="1">
              <a:buFont typeface="Times" charset="0"/>
              <a:buChar char="•"/>
              <a:defRPr/>
            </a:pPr>
            <a:endParaRPr lang="en-US" sz="1600" dirty="0">
              <a:ea typeface="ＭＳ Ｐゴシック" charset="0"/>
              <a:cs typeface="+mn-cs"/>
            </a:endParaRPr>
          </a:p>
        </p:txBody>
      </p:sp>
      <p:sp>
        <p:nvSpPr>
          <p:cNvPr id="28692" name="Title 1">
            <a:extLst>
              <a:ext uri="{FF2B5EF4-FFF2-40B4-BE49-F238E27FC236}">
                <a16:creationId xmlns:a16="http://schemas.microsoft.com/office/drawing/2014/main" id="{ECF5539A-5553-4198-B3AD-7902BE500782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991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800" b="1" dirty="0"/>
              <a:t>ANATOMY</a:t>
            </a:r>
          </a:p>
        </p:txBody>
      </p:sp>
      <p:sp>
        <p:nvSpPr>
          <p:cNvPr id="28693" name="Rectangle 2">
            <a:extLst>
              <a:ext uri="{FF2B5EF4-FFF2-40B4-BE49-F238E27FC236}">
                <a16:creationId xmlns:a16="http://schemas.microsoft.com/office/drawing/2014/main" id="{A5D3FB3F-4F7C-49EC-A9D4-3FE8EA89A250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23" name="Text Box 13">
            <a:extLst>
              <a:ext uri="{FF2B5EF4-FFF2-40B4-BE49-F238E27FC236}">
                <a16:creationId xmlns:a16="http://schemas.microsoft.com/office/drawing/2014/main" id="{9F2DF003-D573-C943-B715-D1E6B967B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2376488"/>
            <a:ext cx="824007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600" b="1" dirty="0"/>
              <a:t>Anterior fissure</a:t>
            </a:r>
          </a:p>
        </p:txBody>
      </p:sp>
      <p:sp>
        <p:nvSpPr>
          <p:cNvPr id="24" name="Line 19">
            <a:extLst>
              <a:ext uri="{FF2B5EF4-FFF2-40B4-BE49-F238E27FC236}">
                <a16:creationId xmlns:a16="http://schemas.microsoft.com/office/drawing/2014/main" id="{48D74CF9-923C-4443-B50F-64F9A8EFC3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13669" y="2301875"/>
            <a:ext cx="0" cy="82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1" name="Picture 2" descr="figure_14_04b_unlabeled">
            <a:extLst>
              <a:ext uri="{FF2B5EF4-FFF2-40B4-BE49-F238E27FC236}">
                <a16:creationId xmlns:a16="http://schemas.microsoft.com/office/drawing/2014/main" id="{53AF0800-10CD-4977-9980-8693D49BD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782"/>
          <a:stretch>
            <a:fillRect/>
          </a:stretch>
        </p:blipFill>
        <p:spPr bwMode="auto">
          <a:xfrm>
            <a:off x="442913" y="2743200"/>
            <a:ext cx="8548687" cy="401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2" name="Text Box 5">
            <a:extLst>
              <a:ext uri="{FF2B5EF4-FFF2-40B4-BE49-F238E27FC236}">
                <a16:creationId xmlns:a16="http://schemas.microsoft.com/office/drawing/2014/main" id="{48216174-0CCF-4A80-9561-66068C5DA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150" y="3113088"/>
            <a:ext cx="8112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200" b="1" dirty="0"/>
              <a:t>Posterior</a:t>
            </a:r>
            <a:br>
              <a:rPr lang="en-US" altLang="en-US" sz="1200" b="1" dirty="0"/>
            </a:br>
            <a:r>
              <a:rPr lang="en-US" altLang="en-US" sz="1200" b="1" dirty="0"/>
              <a:t>gray horn</a:t>
            </a:r>
          </a:p>
        </p:txBody>
      </p:sp>
      <p:sp>
        <p:nvSpPr>
          <p:cNvPr id="30723" name="Text Box 7">
            <a:extLst>
              <a:ext uri="{FF2B5EF4-FFF2-40B4-BE49-F238E27FC236}">
                <a16:creationId xmlns:a16="http://schemas.microsoft.com/office/drawing/2014/main" id="{614E631C-5799-4DF8-8655-9F6AA19B8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8275" y="4584700"/>
            <a:ext cx="8112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200" b="1"/>
              <a:t>Lateral</a:t>
            </a:r>
            <a:br>
              <a:rPr lang="en-US" altLang="en-US" sz="1200" b="1"/>
            </a:br>
            <a:r>
              <a:rPr lang="en-US" altLang="en-US" sz="1200" b="1"/>
              <a:t>gray horn</a:t>
            </a:r>
          </a:p>
        </p:txBody>
      </p:sp>
      <p:sp>
        <p:nvSpPr>
          <p:cNvPr id="30724" name="Text Box 8">
            <a:extLst>
              <a:ext uri="{FF2B5EF4-FFF2-40B4-BE49-F238E27FC236}">
                <a16:creationId xmlns:a16="http://schemas.microsoft.com/office/drawing/2014/main" id="{7CB2ADCF-6F08-4A52-8781-A5B13CF0B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625" y="5078413"/>
            <a:ext cx="8112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200" b="1" dirty="0"/>
              <a:t>Anterior</a:t>
            </a:r>
            <a:br>
              <a:rPr lang="en-US" altLang="en-US" sz="1200" b="1" dirty="0"/>
            </a:br>
            <a:r>
              <a:rPr lang="en-US" altLang="en-US" sz="1200" b="1" dirty="0"/>
              <a:t>gray horn</a:t>
            </a:r>
          </a:p>
        </p:txBody>
      </p:sp>
      <p:sp>
        <p:nvSpPr>
          <p:cNvPr id="30725" name="Text Box 10">
            <a:extLst>
              <a:ext uri="{FF2B5EF4-FFF2-40B4-BE49-F238E27FC236}">
                <a16:creationId xmlns:a16="http://schemas.microsoft.com/office/drawing/2014/main" id="{76EFCA31-13CA-40F5-9EDB-E4402B5A5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900" y="6245226"/>
            <a:ext cx="19050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200" b="1" i="1" dirty="0"/>
              <a:t>Anterior median fissure</a:t>
            </a:r>
          </a:p>
        </p:txBody>
      </p:sp>
      <p:sp>
        <p:nvSpPr>
          <p:cNvPr id="30726" name="Text Box 11">
            <a:extLst>
              <a:ext uri="{FF2B5EF4-FFF2-40B4-BE49-F238E27FC236}">
                <a16:creationId xmlns:a16="http://schemas.microsoft.com/office/drawing/2014/main" id="{AF79C8F3-30D6-4EBF-938C-268814DD3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3638" y="5400675"/>
            <a:ext cx="6858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200" b="1" i="1" dirty="0"/>
              <a:t>To anterior</a:t>
            </a:r>
            <a:br>
              <a:rPr lang="en-US" altLang="en-US" sz="1200" b="1" i="1" dirty="0"/>
            </a:br>
            <a:r>
              <a:rPr lang="en-US" altLang="en-US" sz="1200" b="1" i="1" dirty="0"/>
              <a:t>root</a:t>
            </a:r>
          </a:p>
        </p:txBody>
      </p:sp>
      <p:sp>
        <p:nvSpPr>
          <p:cNvPr id="30727" name="Text Box 13">
            <a:extLst>
              <a:ext uri="{FF2B5EF4-FFF2-40B4-BE49-F238E27FC236}">
                <a16:creationId xmlns:a16="http://schemas.microsoft.com/office/drawing/2014/main" id="{86193201-A82E-4983-92BA-3EDF1FDE2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3" y="2947988"/>
            <a:ext cx="120015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 i="1" dirty="0"/>
              <a:t>From posterior root</a:t>
            </a:r>
          </a:p>
        </p:txBody>
      </p:sp>
      <p:sp>
        <p:nvSpPr>
          <p:cNvPr id="30728" name="Text Box 14">
            <a:extLst>
              <a:ext uri="{FF2B5EF4-FFF2-40B4-BE49-F238E27FC236}">
                <a16:creationId xmlns:a16="http://schemas.microsoft.com/office/drawing/2014/main" id="{3B217281-2FDA-4163-8DD5-94569AB80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5013" y="4056063"/>
            <a:ext cx="622300" cy="59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/>
              <a:t>Sensory</a:t>
            </a:r>
            <a:br>
              <a:rPr lang="en-US" altLang="en-US" sz="1200" b="1"/>
            </a:br>
            <a:r>
              <a:rPr lang="en-US" altLang="en-US" sz="1200" b="1"/>
              <a:t>cell bodies</a:t>
            </a:r>
          </a:p>
        </p:txBody>
      </p:sp>
      <p:sp>
        <p:nvSpPr>
          <p:cNvPr id="30729" name="Text Box 15">
            <a:extLst>
              <a:ext uri="{FF2B5EF4-FFF2-40B4-BE49-F238E27FC236}">
                <a16:creationId xmlns:a16="http://schemas.microsoft.com/office/drawing/2014/main" id="{E8B42D32-6EF7-4771-9826-DE9920A7D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5013" y="4811713"/>
            <a:ext cx="622300" cy="67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 dirty="0"/>
              <a:t>Motor</a:t>
            </a:r>
            <a:br>
              <a:rPr lang="en-US" altLang="en-US" sz="1200" b="1" dirty="0"/>
            </a:br>
            <a:r>
              <a:rPr lang="en-US" altLang="en-US" sz="1200" b="1" dirty="0"/>
              <a:t>cell bodies</a:t>
            </a:r>
          </a:p>
        </p:txBody>
      </p:sp>
      <p:sp>
        <p:nvSpPr>
          <p:cNvPr id="30730" name="Text Box 16">
            <a:extLst>
              <a:ext uri="{FF2B5EF4-FFF2-40B4-BE49-F238E27FC236}">
                <a16:creationId xmlns:a16="http://schemas.microsoft.com/office/drawing/2014/main" id="{65AEB443-8F42-4C8A-9071-3A79DFBB6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3892550"/>
            <a:ext cx="588963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/>
              <a:t>Somatic</a:t>
            </a:r>
          </a:p>
        </p:txBody>
      </p:sp>
      <p:sp>
        <p:nvSpPr>
          <p:cNvPr id="30731" name="Text Box 17">
            <a:extLst>
              <a:ext uri="{FF2B5EF4-FFF2-40B4-BE49-F238E27FC236}">
                <a16:creationId xmlns:a16="http://schemas.microsoft.com/office/drawing/2014/main" id="{F0272A87-D085-4B0F-8492-F9DF971F0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2100" y="5080000"/>
            <a:ext cx="588963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/>
              <a:t>Somatic</a:t>
            </a:r>
          </a:p>
        </p:txBody>
      </p:sp>
      <p:sp>
        <p:nvSpPr>
          <p:cNvPr id="30732" name="Text Box 18">
            <a:extLst>
              <a:ext uri="{FF2B5EF4-FFF2-40B4-BE49-F238E27FC236}">
                <a16:creationId xmlns:a16="http://schemas.microsoft.com/office/drawing/2014/main" id="{EE2AE546-8D4D-4D57-A945-E05727417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7338" y="4600575"/>
            <a:ext cx="588962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/>
              <a:t>Visceral</a:t>
            </a:r>
          </a:p>
        </p:txBody>
      </p:sp>
      <p:sp>
        <p:nvSpPr>
          <p:cNvPr id="30733" name="Text Box 19">
            <a:extLst>
              <a:ext uri="{FF2B5EF4-FFF2-40B4-BE49-F238E27FC236}">
                <a16:creationId xmlns:a16="http://schemas.microsoft.com/office/drawing/2014/main" id="{65298D51-B2A8-4E05-9F18-377CFEE2B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7338" y="4214813"/>
            <a:ext cx="5889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/>
              <a:t>Visceral</a:t>
            </a:r>
          </a:p>
        </p:txBody>
      </p:sp>
      <p:sp>
        <p:nvSpPr>
          <p:cNvPr id="30734" name="Line 21">
            <a:extLst>
              <a:ext uri="{FF2B5EF4-FFF2-40B4-BE49-F238E27FC236}">
                <a16:creationId xmlns:a16="http://schemas.microsoft.com/office/drawing/2014/main" id="{C4489942-6832-47AA-9EBE-24BF6730E3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9400" y="3233738"/>
            <a:ext cx="7350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5" name="Line 22">
            <a:extLst>
              <a:ext uri="{FF2B5EF4-FFF2-40B4-BE49-F238E27FC236}">
                <a16:creationId xmlns:a16="http://schemas.microsoft.com/office/drawing/2014/main" id="{1B89E5D1-F9D6-42B5-B100-3C898B55F82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4413" y="3233738"/>
            <a:ext cx="1350962" cy="81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6" name="Line 25">
            <a:extLst>
              <a:ext uri="{FF2B5EF4-FFF2-40B4-BE49-F238E27FC236}">
                <a16:creationId xmlns:a16="http://schemas.microsoft.com/office/drawing/2014/main" id="{3A631204-B2C7-4E6C-8669-DF676A255B0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4413" y="4664075"/>
            <a:ext cx="10699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7" name="Line 26">
            <a:extLst>
              <a:ext uri="{FF2B5EF4-FFF2-40B4-BE49-F238E27FC236}">
                <a16:creationId xmlns:a16="http://schemas.microsoft.com/office/drawing/2014/main" id="{DC26E8E2-6D56-4DA9-9920-C336D49FAD8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4413" y="5199063"/>
            <a:ext cx="10572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8" name="Line 29">
            <a:extLst>
              <a:ext uri="{FF2B5EF4-FFF2-40B4-BE49-F238E27FC236}">
                <a16:creationId xmlns:a16="http://schemas.microsoft.com/office/drawing/2014/main" id="{656DF26B-7FEC-4DDD-95CA-BFAD7904F0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5713" y="6348413"/>
            <a:ext cx="8016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9" name="Line 30">
            <a:extLst>
              <a:ext uri="{FF2B5EF4-FFF2-40B4-BE49-F238E27FC236}">
                <a16:creationId xmlns:a16="http://schemas.microsoft.com/office/drawing/2014/main" id="{B8EF2CDC-308C-4E67-B107-53DCB07D7D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27400" y="5332413"/>
            <a:ext cx="1190625" cy="1016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0" name="Line 31">
            <a:extLst>
              <a:ext uri="{FF2B5EF4-FFF2-40B4-BE49-F238E27FC236}">
                <a16:creationId xmlns:a16="http://schemas.microsoft.com/office/drawing/2014/main" id="{8494AB6B-7DE6-4088-9DFB-9B09490FAC8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6075" y="3983038"/>
            <a:ext cx="1150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1" name="Line 32">
            <a:extLst>
              <a:ext uri="{FF2B5EF4-FFF2-40B4-BE49-F238E27FC236}">
                <a16:creationId xmlns:a16="http://schemas.microsoft.com/office/drawing/2014/main" id="{A42C4A55-8AE2-4A6F-A6F8-C50AE345765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2413" y="4303713"/>
            <a:ext cx="1244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2" name="Line 33">
            <a:extLst>
              <a:ext uri="{FF2B5EF4-FFF2-40B4-BE49-F238E27FC236}">
                <a16:creationId xmlns:a16="http://schemas.microsoft.com/office/drawing/2014/main" id="{530DF6DE-9923-456D-A6E6-8C82AAD251A8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1013" y="4691063"/>
            <a:ext cx="1016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4" name="Line 35">
            <a:extLst>
              <a:ext uri="{FF2B5EF4-FFF2-40B4-BE49-F238E27FC236}">
                <a16:creationId xmlns:a16="http://schemas.microsoft.com/office/drawing/2014/main" id="{0977C642-8EDA-4E6F-915B-423292C1A06B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4713" y="3889375"/>
            <a:ext cx="523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5" name="Line 36">
            <a:extLst>
              <a:ext uri="{FF2B5EF4-FFF2-40B4-BE49-F238E27FC236}">
                <a16:creationId xmlns:a16="http://schemas.microsoft.com/office/drawing/2014/main" id="{5ED4EFAC-6583-49E0-AA15-F0CB044DADBB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0750" y="3889375"/>
            <a:ext cx="0" cy="508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6" name="Line 37">
            <a:extLst>
              <a:ext uri="{FF2B5EF4-FFF2-40B4-BE49-F238E27FC236}">
                <a16:creationId xmlns:a16="http://schemas.microsoft.com/office/drawing/2014/main" id="{5EA808F9-7AAB-4092-9202-1A5D3F86F9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29475" y="4397375"/>
            <a:ext cx="476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7" name="Line 38">
            <a:extLst>
              <a:ext uri="{FF2B5EF4-FFF2-40B4-BE49-F238E27FC236}">
                <a16:creationId xmlns:a16="http://schemas.microsoft.com/office/drawing/2014/main" id="{1DA2F02B-1C87-4CE4-83C7-AC117F2F53A0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8688" y="4143375"/>
            <a:ext cx="10080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8" name="Line 39">
            <a:extLst>
              <a:ext uri="{FF2B5EF4-FFF2-40B4-BE49-F238E27FC236}">
                <a16:creationId xmlns:a16="http://schemas.microsoft.com/office/drawing/2014/main" id="{05DA159C-C7C1-434F-B8DC-23446812FC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4713" y="4584700"/>
            <a:ext cx="523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9" name="Line 40">
            <a:extLst>
              <a:ext uri="{FF2B5EF4-FFF2-40B4-BE49-F238E27FC236}">
                <a16:creationId xmlns:a16="http://schemas.microsoft.com/office/drawing/2014/main" id="{455DC7C9-55A2-4DE2-9483-F2401D89809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0750" y="4584700"/>
            <a:ext cx="0" cy="6810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50" name="Line 41">
            <a:extLst>
              <a:ext uri="{FF2B5EF4-FFF2-40B4-BE49-F238E27FC236}">
                <a16:creationId xmlns:a16="http://schemas.microsoft.com/office/drawing/2014/main" id="{5AE00D44-7A2D-443A-A45D-2FDFA897A0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24713" y="5259388"/>
            <a:ext cx="523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51" name="Line 42">
            <a:extLst>
              <a:ext uri="{FF2B5EF4-FFF2-40B4-BE49-F238E27FC236}">
                <a16:creationId xmlns:a16="http://schemas.microsoft.com/office/drawing/2014/main" id="{8AED0B87-C25B-487E-B0DF-5FE82622D7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72338" y="4905375"/>
            <a:ext cx="1014412" cy="12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52" name="Title 1">
            <a:extLst>
              <a:ext uri="{FF2B5EF4-FFF2-40B4-BE49-F238E27FC236}">
                <a16:creationId xmlns:a16="http://schemas.microsoft.com/office/drawing/2014/main" id="{447DC9ED-A90E-4BC3-9A07-3D1DB994EB92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991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800" b="1" dirty="0"/>
              <a:t>ANATOMY: GRAY MATTER</a:t>
            </a:r>
          </a:p>
        </p:txBody>
      </p:sp>
      <p:sp>
        <p:nvSpPr>
          <p:cNvPr id="30753" name="Rectangle 2">
            <a:extLst>
              <a:ext uri="{FF2B5EF4-FFF2-40B4-BE49-F238E27FC236}">
                <a16:creationId xmlns:a16="http://schemas.microsoft.com/office/drawing/2014/main" id="{CA901463-428B-42B3-990D-50E64551F9C3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30762" name="Text Box 5">
            <a:extLst>
              <a:ext uri="{FF2B5EF4-FFF2-40B4-BE49-F238E27FC236}">
                <a16:creationId xmlns:a16="http://schemas.microsoft.com/office/drawing/2014/main" id="{38973509-485A-431B-95CC-57494DD9C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962400"/>
            <a:ext cx="8112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200" b="1" dirty="0"/>
              <a:t>Posterior</a:t>
            </a:r>
            <a:br>
              <a:rPr lang="en-US" altLang="en-US" sz="1200" b="1" dirty="0"/>
            </a:br>
            <a:r>
              <a:rPr lang="en-US" altLang="en-US" sz="1200" b="1" dirty="0"/>
              <a:t>root </a:t>
            </a:r>
          </a:p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200" b="1" dirty="0"/>
              <a:t>ganglion</a:t>
            </a:r>
          </a:p>
        </p:txBody>
      </p:sp>
      <p:sp>
        <p:nvSpPr>
          <p:cNvPr id="30763" name="Line 22">
            <a:extLst>
              <a:ext uri="{FF2B5EF4-FFF2-40B4-BE49-F238E27FC236}">
                <a16:creationId xmlns:a16="http://schemas.microsoft.com/office/drawing/2014/main" id="{E6ADD24D-4E8A-4CB6-9481-DD26420F1DE9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4191000"/>
            <a:ext cx="3810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Rectangle 4">
            <a:extLst>
              <a:ext uri="{FF2B5EF4-FFF2-40B4-BE49-F238E27FC236}">
                <a16:creationId xmlns:a16="http://schemas.microsoft.com/office/drawing/2014/main" id="{77BB8EE2-EEA9-B64B-86AE-BEC6616DE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84263"/>
            <a:ext cx="9220200" cy="1543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32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8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4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2000" b="1" u="sng" dirty="0">
                <a:ea typeface="ＭＳ Ｐゴシック" charset="0"/>
                <a:cs typeface="Times New Roman" charset="0"/>
              </a:rPr>
              <a:t>Anterior</a:t>
            </a:r>
            <a:r>
              <a:rPr lang="en-US" sz="2000" b="1" dirty="0">
                <a:ea typeface="ＭＳ Ｐゴシック" charset="0"/>
                <a:cs typeface="Times New Roman" charset="0"/>
              </a:rPr>
              <a:t> gray horn = </a:t>
            </a:r>
            <a:r>
              <a:rPr lang="en-US" sz="2000" dirty="0">
                <a:ea typeface="ＭＳ Ｐゴシック" charset="0"/>
                <a:cs typeface="Times New Roman" charset="0"/>
              </a:rPr>
              <a:t>Somatic motor </a:t>
            </a:r>
            <a:r>
              <a:rPr lang="en-US" sz="2000" u="sng" dirty="0">
                <a:ea typeface="ＭＳ Ｐゴシック" charset="0"/>
                <a:cs typeface="Times New Roman" charset="0"/>
              </a:rPr>
              <a:t>somas</a:t>
            </a:r>
            <a:r>
              <a:rPr lang="en-US" sz="2000" dirty="0">
                <a:ea typeface="ＭＳ Ｐゴシック" charset="0"/>
                <a:cs typeface="Times New Roman" charset="0"/>
              </a:rPr>
              <a:t> and </a:t>
            </a:r>
            <a:r>
              <a:rPr lang="en-US" sz="2000" u="sng" dirty="0">
                <a:ea typeface="ＭＳ Ｐゴシック" charset="0"/>
                <a:cs typeface="Times New Roman" charset="0"/>
              </a:rPr>
              <a:t>synapses</a:t>
            </a:r>
          </a:p>
          <a:p>
            <a:pPr marL="228600" indent="-2286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2000" b="1" u="sng" dirty="0">
                <a:ea typeface="ＭＳ Ｐゴシック" charset="0"/>
                <a:cs typeface="Times New Roman" charset="0"/>
              </a:rPr>
              <a:t>Lateral</a:t>
            </a:r>
            <a:r>
              <a:rPr lang="en-US" sz="2000" b="1" dirty="0">
                <a:ea typeface="ＭＳ Ｐゴシック" charset="0"/>
                <a:cs typeface="Times New Roman" charset="0"/>
              </a:rPr>
              <a:t> gray horn = </a:t>
            </a:r>
            <a:r>
              <a:rPr lang="en-US" sz="2000" dirty="0">
                <a:ea typeface="ＭＳ Ｐゴシック" charset="0"/>
                <a:cs typeface="Times New Roman" charset="0"/>
              </a:rPr>
              <a:t>Visceral motor </a:t>
            </a:r>
            <a:r>
              <a:rPr lang="en-US" sz="2000" u="sng" dirty="0">
                <a:ea typeface="ＭＳ Ｐゴシック" charset="0"/>
                <a:cs typeface="Times New Roman" charset="0"/>
              </a:rPr>
              <a:t>somas</a:t>
            </a:r>
            <a:r>
              <a:rPr lang="en-US" sz="2000" dirty="0">
                <a:ea typeface="ＭＳ Ｐゴシック" charset="0"/>
                <a:cs typeface="Times New Roman" charset="0"/>
              </a:rPr>
              <a:t> and </a:t>
            </a:r>
            <a:r>
              <a:rPr lang="en-US" sz="2000" u="sng" dirty="0">
                <a:ea typeface="ＭＳ Ｐゴシック" charset="0"/>
                <a:cs typeface="Times New Roman" charset="0"/>
              </a:rPr>
              <a:t>synapses</a:t>
            </a:r>
          </a:p>
          <a:p>
            <a:pPr marL="228600" indent="-2286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2000" b="1" u="sng" dirty="0">
                <a:ea typeface="ＭＳ Ｐゴシック" charset="0"/>
                <a:cs typeface="Times New Roman" charset="0"/>
              </a:rPr>
              <a:t>Posterior</a:t>
            </a:r>
            <a:r>
              <a:rPr lang="en-US" sz="2000" b="1" dirty="0">
                <a:ea typeface="ＭＳ Ｐゴシック" charset="0"/>
                <a:cs typeface="Times New Roman" charset="0"/>
              </a:rPr>
              <a:t> gray horn = </a:t>
            </a:r>
            <a:r>
              <a:rPr lang="en-US" sz="2000" dirty="0">
                <a:ea typeface="ＭＳ Ｐゴシック" charset="0"/>
                <a:cs typeface="Times New Roman" charset="0"/>
              </a:rPr>
              <a:t>Somatic or visceral sensory </a:t>
            </a:r>
            <a:r>
              <a:rPr lang="en-US" sz="2000" u="sng" dirty="0">
                <a:ea typeface="ＭＳ Ｐゴシック" charset="0"/>
                <a:cs typeface="Times New Roman" charset="0"/>
              </a:rPr>
              <a:t>somas</a:t>
            </a:r>
            <a:r>
              <a:rPr lang="en-US" sz="2000" dirty="0">
                <a:ea typeface="ＭＳ Ｐゴシック" charset="0"/>
                <a:cs typeface="Times New Roman" charset="0"/>
              </a:rPr>
              <a:t> and </a:t>
            </a:r>
            <a:r>
              <a:rPr lang="en-US" sz="2000" u="sng" dirty="0">
                <a:ea typeface="ＭＳ Ｐゴシック" charset="0"/>
                <a:cs typeface="Times New Roman" charset="0"/>
              </a:rPr>
              <a:t>synapses</a:t>
            </a:r>
          </a:p>
          <a:p>
            <a:pPr marL="1130300" lvl="2" eaLnBrk="1" hangingPunct="1">
              <a:buFont typeface="Times" charset="0"/>
              <a:buChar char="•"/>
              <a:defRPr/>
            </a:pPr>
            <a:endParaRPr lang="en-US" sz="1400" dirty="0">
              <a:ea typeface="ＭＳ Ｐゴシック" charset="0"/>
              <a:cs typeface="+mn-cs"/>
            </a:endParaRPr>
          </a:p>
        </p:txBody>
      </p:sp>
      <p:sp>
        <p:nvSpPr>
          <p:cNvPr id="48" name="Explosion 1 47">
            <a:extLst>
              <a:ext uri="{FF2B5EF4-FFF2-40B4-BE49-F238E27FC236}">
                <a16:creationId xmlns:a16="http://schemas.microsoft.com/office/drawing/2014/main" id="{8CE13A7C-70C2-2B42-BDDF-9AD18C513C7E}"/>
              </a:ext>
            </a:extLst>
          </p:cNvPr>
          <p:cNvSpPr/>
          <p:nvPr/>
        </p:nvSpPr>
        <p:spPr>
          <a:xfrm>
            <a:off x="5494036" y="4600368"/>
            <a:ext cx="252720" cy="245091"/>
          </a:xfrm>
          <a:prstGeom prst="irregularSeal1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743" name="Line 34">
            <a:extLst>
              <a:ext uri="{FF2B5EF4-FFF2-40B4-BE49-F238E27FC236}">
                <a16:creationId xmlns:a16="http://schemas.microsoft.com/office/drawing/2014/main" id="{3A332973-5E9A-4508-A5F2-F574C6700EB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6250" y="5159375"/>
            <a:ext cx="10334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" name="Explosion 1 48">
            <a:extLst>
              <a:ext uri="{FF2B5EF4-FFF2-40B4-BE49-F238E27FC236}">
                <a16:creationId xmlns:a16="http://schemas.microsoft.com/office/drawing/2014/main" id="{9989246B-37EE-634A-991C-AA5AC124EAFC}"/>
              </a:ext>
            </a:extLst>
          </p:cNvPr>
          <p:cNvSpPr/>
          <p:nvPr/>
        </p:nvSpPr>
        <p:spPr>
          <a:xfrm>
            <a:off x="5235908" y="4136408"/>
            <a:ext cx="252720" cy="245091"/>
          </a:xfrm>
          <a:prstGeom prst="irregularSeal1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DBDB0D-5F1D-BA47-97DD-C18536E957E7}"/>
              </a:ext>
            </a:extLst>
          </p:cNvPr>
          <p:cNvSpPr/>
          <p:nvPr/>
        </p:nvSpPr>
        <p:spPr>
          <a:xfrm>
            <a:off x="5417820" y="3230119"/>
            <a:ext cx="3230880" cy="2165409"/>
          </a:xfrm>
          <a:custGeom>
            <a:avLst/>
            <a:gdLst>
              <a:gd name="connsiteX0" fmla="*/ 0 w 3230880"/>
              <a:gd name="connsiteY0" fmla="*/ 610361 h 2165409"/>
              <a:gd name="connsiteX1" fmla="*/ 381000 w 3230880"/>
              <a:gd name="connsiteY1" fmla="*/ 137921 h 2165409"/>
              <a:gd name="connsiteX2" fmla="*/ 495300 w 3230880"/>
              <a:gd name="connsiteY2" fmla="*/ 61721 h 2165409"/>
              <a:gd name="connsiteX3" fmla="*/ 693420 w 3230880"/>
              <a:gd name="connsiteY3" fmla="*/ 761 h 2165409"/>
              <a:gd name="connsiteX4" fmla="*/ 1051560 w 3230880"/>
              <a:gd name="connsiteY4" fmla="*/ 38861 h 2165409"/>
              <a:gd name="connsiteX5" fmla="*/ 1402080 w 3230880"/>
              <a:gd name="connsiteY5" fmla="*/ 191261 h 2165409"/>
              <a:gd name="connsiteX6" fmla="*/ 1684020 w 3230880"/>
              <a:gd name="connsiteY6" fmla="*/ 397001 h 2165409"/>
              <a:gd name="connsiteX7" fmla="*/ 1912620 w 3230880"/>
              <a:gd name="connsiteY7" fmla="*/ 671321 h 2165409"/>
              <a:gd name="connsiteX8" fmla="*/ 2209800 w 3230880"/>
              <a:gd name="connsiteY8" fmla="*/ 1120901 h 2165409"/>
              <a:gd name="connsiteX9" fmla="*/ 2514600 w 3230880"/>
              <a:gd name="connsiteY9" fmla="*/ 1722881 h 2165409"/>
              <a:gd name="connsiteX10" fmla="*/ 2644140 w 3230880"/>
              <a:gd name="connsiteY10" fmla="*/ 1959101 h 2165409"/>
              <a:gd name="connsiteX11" fmla="*/ 2842260 w 3230880"/>
              <a:gd name="connsiteY11" fmla="*/ 2141981 h 2165409"/>
              <a:gd name="connsiteX12" fmla="*/ 3230880 w 3230880"/>
              <a:gd name="connsiteY12" fmla="*/ 2157221 h 2165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30880" h="2165409">
                <a:moveTo>
                  <a:pt x="0" y="610361"/>
                </a:moveTo>
                <a:cubicBezTo>
                  <a:pt x="149225" y="419861"/>
                  <a:pt x="298450" y="229361"/>
                  <a:pt x="381000" y="137921"/>
                </a:cubicBezTo>
                <a:cubicBezTo>
                  <a:pt x="463550" y="46481"/>
                  <a:pt x="443230" y="84581"/>
                  <a:pt x="495300" y="61721"/>
                </a:cubicBezTo>
                <a:cubicBezTo>
                  <a:pt x="547370" y="38861"/>
                  <a:pt x="600710" y="4571"/>
                  <a:pt x="693420" y="761"/>
                </a:cubicBezTo>
                <a:cubicBezTo>
                  <a:pt x="786130" y="-3049"/>
                  <a:pt x="933450" y="7111"/>
                  <a:pt x="1051560" y="38861"/>
                </a:cubicBezTo>
                <a:cubicBezTo>
                  <a:pt x="1169670" y="70611"/>
                  <a:pt x="1296670" y="131571"/>
                  <a:pt x="1402080" y="191261"/>
                </a:cubicBezTo>
                <a:cubicBezTo>
                  <a:pt x="1507490" y="250951"/>
                  <a:pt x="1598930" y="316991"/>
                  <a:pt x="1684020" y="397001"/>
                </a:cubicBezTo>
                <a:cubicBezTo>
                  <a:pt x="1769110" y="477011"/>
                  <a:pt x="1824990" y="550671"/>
                  <a:pt x="1912620" y="671321"/>
                </a:cubicBezTo>
                <a:cubicBezTo>
                  <a:pt x="2000250" y="791971"/>
                  <a:pt x="2109470" y="945641"/>
                  <a:pt x="2209800" y="1120901"/>
                </a:cubicBezTo>
                <a:cubicBezTo>
                  <a:pt x="2310130" y="1296161"/>
                  <a:pt x="2442210" y="1583181"/>
                  <a:pt x="2514600" y="1722881"/>
                </a:cubicBezTo>
                <a:cubicBezTo>
                  <a:pt x="2586990" y="1862581"/>
                  <a:pt x="2589530" y="1889251"/>
                  <a:pt x="2644140" y="1959101"/>
                </a:cubicBezTo>
                <a:cubicBezTo>
                  <a:pt x="2698750" y="2028951"/>
                  <a:pt x="2744470" y="2108961"/>
                  <a:pt x="2842260" y="2141981"/>
                </a:cubicBezTo>
                <a:cubicBezTo>
                  <a:pt x="2940050" y="2175001"/>
                  <a:pt x="3085465" y="2166111"/>
                  <a:pt x="3230880" y="2157221"/>
                </a:cubicBezTo>
              </a:path>
            </a:pathLst>
          </a:custGeom>
          <a:noFill/>
          <a:ln w="25400">
            <a:solidFill>
              <a:srgbClr val="DB8A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Explosion 1 49">
            <a:extLst>
              <a:ext uri="{FF2B5EF4-FFF2-40B4-BE49-F238E27FC236}">
                <a16:creationId xmlns:a16="http://schemas.microsoft.com/office/drawing/2014/main" id="{20217DB4-507E-994C-9867-22CC1AD951EF}"/>
              </a:ext>
            </a:extLst>
          </p:cNvPr>
          <p:cNvSpPr/>
          <p:nvPr/>
        </p:nvSpPr>
        <p:spPr>
          <a:xfrm>
            <a:off x="5254461" y="3810972"/>
            <a:ext cx="252720" cy="245091"/>
          </a:xfrm>
          <a:prstGeom prst="irregularSeal1">
            <a:avLst/>
          </a:prstGeom>
          <a:solidFill>
            <a:srgbClr val="DB8ABA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CCF37C1-D769-6D49-B308-57CECE565726}"/>
              </a:ext>
            </a:extLst>
          </p:cNvPr>
          <p:cNvSpPr/>
          <p:nvPr/>
        </p:nvSpPr>
        <p:spPr>
          <a:xfrm>
            <a:off x="5426439" y="3222730"/>
            <a:ext cx="3192905" cy="2130343"/>
          </a:xfrm>
          <a:custGeom>
            <a:avLst/>
            <a:gdLst>
              <a:gd name="connsiteX0" fmla="*/ 0 w 3192905"/>
              <a:gd name="connsiteY0" fmla="*/ 982011 h 2130343"/>
              <a:gd name="connsiteX1" fmla="*/ 119922 w 3192905"/>
              <a:gd name="connsiteY1" fmla="*/ 479840 h 2130343"/>
              <a:gd name="connsiteX2" fmla="*/ 494676 w 3192905"/>
              <a:gd name="connsiteY2" fmla="*/ 37631 h 2130343"/>
              <a:gd name="connsiteX3" fmla="*/ 1206709 w 3192905"/>
              <a:gd name="connsiteY3" fmla="*/ 82601 h 2130343"/>
              <a:gd name="connsiteX4" fmla="*/ 1806315 w 3192905"/>
              <a:gd name="connsiteY4" fmla="*/ 554791 h 2130343"/>
              <a:gd name="connsiteX5" fmla="*/ 2076138 w 3192905"/>
              <a:gd name="connsiteY5" fmla="*/ 997001 h 2130343"/>
              <a:gd name="connsiteX6" fmla="*/ 2585804 w 3192905"/>
              <a:gd name="connsiteY6" fmla="*/ 1963867 h 2130343"/>
              <a:gd name="connsiteX7" fmla="*/ 3192905 w 3192905"/>
              <a:gd name="connsiteY7" fmla="*/ 2113768 h 2130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92905" h="2130343">
                <a:moveTo>
                  <a:pt x="0" y="982011"/>
                </a:moveTo>
                <a:cubicBezTo>
                  <a:pt x="18738" y="809624"/>
                  <a:pt x="37476" y="637237"/>
                  <a:pt x="119922" y="479840"/>
                </a:cubicBezTo>
                <a:cubicBezTo>
                  <a:pt x="202368" y="322443"/>
                  <a:pt x="313545" y="103837"/>
                  <a:pt x="494676" y="37631"/>
                </a:cubicBezTo>
                <a:cubicBezTo>
                  <a:pt x="675807" y="-28576"/>
                  <a:pt x="988103" y="-3592"/>
                  <a:pt x="1206709" y="82601"/>
                </a:cubicBezTo>
                <a:cubicBezTo>
                  <a:pt x="1425315" y="168794"/>
                  <a:pt x="1661410" y="402391"/>
                  <a:pt x="1806315" y="554791"/>
                </a:cubicBezTo>
                <a:cubicBezTo>
                  <a:pt x="1951220" y="707191"/>
                  <a:pt x="1946223" y="762155"/>
                  <a:pt x="2076138" y="997001"/>
                </a:cubicBezTo>
                <a:cubicBezTo>
                  <a:pt x="2206053" y="1231847"/>
                  <a:pt x="2399676" y="1777739"/>
                  <a:pt x="2585804" y="1963867"/>
                </a:cubicBezTo>
                <a:cubicBezTo>
                  <a:pt x="2771932" y="2149995"/>
                  <a:pt x="3131695" y="2144997"/>
                  <a:pt x="3192905" y="2113768"/>
                </a:cubicBezTo>
              </a:path>
            </a:pathLst>
          </a:custGeom>
          <a:noFill/>
          <a:ln>
            <a:solidFill>
              <a:srgbClr val="9889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3DC179F-3FAA-684E-BAAB-A1CB13D51B2F}"/>
              </a:ext>
            </a:extLst>
          </p:cNvPr>
          <p:cNvSpPr/>
          <p:nvPr/>
        </p:nvSpPr>
        <p:spPr>
          <a:xfrm>
            <a:off x="5431809" y="5261212"/>
            <a:ext cx="3336878" cy="946612"/>
          </a:xfrm>
          <a:custGeom>
            <a:avLst/>
            <a:gdLst>
              <a:gd name="connsiteX0" fmla="*/ 0 w 3336878"/>
              <a:gd name="connsiteY0" fmla="*/ 0 h 946612"/>
              <a:gd name="connsiteX1" fmla="*/ 464024 w 3336878"/>
              <a:gd name="connsiteY1" fmla="*/ 600501 h 946612"/>
              <a:gd name="connsiteX2" fmla="*/ 1037230 w 3336878"/>
              <a:gd name="connsiteY2" fmla="*/ 873457 h 946612"/>
              <a:gd name="connsiteX3" fmla="*/ 1562669 w 3336878"/>
              <a:gd name="connsiteY3" fmla="*/ 941695 h 946612"/>
              <a:gd name="connsiteX4" fmla="*/ 2053988 w 3336878"/>
              <a:gd name="connsiteY4" fmla="*/ 771098 h 946612"/>
              <a:gd name="connsiteX5" fmla="*/ 2436125 w 3336878"/>
              <a:gd name="connsiteY5" fmla="*/ 450376 h 946612"/>
              <a:gd name="connsiteX6" fmla="*/ 2593075 w 3336878"/>
              <a:gd name="connsiteY6" fmla="*/ 266131 h 946612"/>
              <a:gd name="connsiteX7" fmla="*/ 2784143 w 3336878"/>
              <a:gd name="connsiteY7" fmla="*/ 197892 h 946612"/>
              <a:gd name="connsiteX8" fmla="*/ 3336878 w 3336878"/>
              <a:gd name="connsiteY8" fmla="*/ 307075 h 946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36878" h="946612">
                <a:moveTo>
                  <a:pt x="0" y="0"/>
                </a:moveTo>
                <a:cubicBezTo>
                  <a:pt x="145576" y="227462"/>
                  <a:pt x="291152" y="454925"/>
                  <a:pt x="464024" y="600501"/>
                </a:cubicBezTo>
                <a:cubicBezTo>
                  <a:pt x="636896" y="746077"/>
                  <a:pt x="854123" y="816591"/>
                  <a:pt x="1037230" y="873457"/>
                </a:cubicBezTo>
                <a:cubicBezTo>
                  <a:pt x="1220337" y="930323"/>
                  <a:pt x="1393209" y="958755"/>
                  <a:pt x="1562669" y="941695"/>
                </a:cubicBezTo>
                <a:cubicBezTo>
                  <a:pt x="1732129" y="924635"/>
                  <a:pt x="1908412" y="852984"/>
                  <a:pt x="2053988" y="771098"/>
                </a:cubicBezTo>
                <a:cubicBezTo>
                  <a:pt x="2199564" y="689212"/>
                  <a:pt x="2346277" y="534537"/>
                  <a:pt x="2436125" y="450376"/>
                </a:cubicBezTo>
                <a:cubicBezTo>
                  <a:pt x="2525973" y="366215"/>
                  <a:pt x="2535072" y="308212"/>
                  <a:pt x="2593075" y="266131"/>
                </a:cubicBezTo>
                <a:cubicBezTo>
                  <a:pt x="2651078" y="224050"/>
                  <a:pt x="2660176" y="191068"/>
                  <a:pt x="2784143" y="197892"/>
                </a:cubicBezTo>
                <a:cubicBezTo>
                  <a:pt x="2908110" y="204716"/>
                  <a:pt x="3122494" y="255895"/>
                  <a:pt x="3336878" y="307075"/>
                </a:cubicBezTo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Explosion 1 46">
            <a:extLst>
              <a:ext uri="{FF2B5EF4-FFF2-40B4-BE49-F238E27FC236}">
                <a16:creationId xmlns:a16="http://schemas.microsoft.com/office/drawing/2014/main" id="{816AEFC3-05A8-A645-9A73-2EFDD299B7C9}"/>
              </a:ext>
            </a:extLst>
          </p:cNvPr>
          <p:cNvSpPr/>
          <p:nvPr/>
        </p:nvSpPr>
        <p:spPr>
          <a:xfrm>
            <a:off x="5267966" y="5095566"/>
            <a:ext cx="252720" cy="245091"/>
          </a:xfrm>
          <a:prstGeom prst="irregularSeal1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E433552-CC2A-CE48-837A-F88B96679C0B}"/>
              </a:ext>
            </a:extLst>
          </p:cNvPr>
          <p:cNvSpPr/>
          <p:nvPr/>
        </p:nvSpPr>
        <p:spPr>
          <a:xfrm>
            <a:off x="5589262" y="4735773"/>
            <a:ext cx="3029299" cy="1430469"/>
          </a:xfrm>
          <a:custGeom>
            <a:avLst/>
            <a:gdLst>
              <a:gd name="connsiteX0" fmla="*/ 47263 w 3029299"/>
              <a:gd name="connsiteY0" fmla="*/ 0 h 1430469"/>
              <a:gd name="connsiteX1" fmla="*/ 19968 w 3029299"/>
              <a:gd name="connsiteY1" fmla="*/ 423081 h 1430469"/>
              <a:gd name="connsiteX2" fmla="*/ 306571 w 3029299"/>
              <a:gd name="connsiteY2" fmla="*/ 1119117 h 1430469"/>
              <a:gd name="connsiteX3" fmla="*/ 845657 w 3029299"/>
              <a:gd name="connsiteY3" fmla="*/ 1357952 h 1430469"/>
              <a:gd name="connsiteX4" fmla="*/ 1145908 w 3029299"/>
              <a:gd name="connsiteY4" fmla="*/ 1412543 h 1430469"/>
              <a:gd name="connsiteX5" fmla="*/ 1418863 w 3029299"/>
              <a:gd name="connsiteY5" fmla="*/ 1426191 h 1430469"/>
              <a:gd name="connsiteX6" fmla="*/ 1773705 w 3029299"/>
              <a:gd name="connsiteY6" fmla="*/ 1344305 h 1430469"/>
              <a:gd name="connsiteX7" fmla="*/ 2210434 w 3029299"/>
              <a:gd name="connsiteY7" fmla="*/ 1044054 h 1430469"/>
              <a:gd name="connsiteX8" fmla="*/ 2490213 w 3029299"/>
              <a:gd name="connsiteY8" fmla="*/ 723331 h 1430469"/>
              <a:gd name="connsiteX9" fmla="*/ 2667634 w 3029299"/>
              <a:gd name="connsiteY9" fmla="*/ 750627 h 1430469"/>
              <a:gd name="connsiteX10" fmla="*/ 3029299 w 3029299"/>
              <a:gd name="connsiteY10" fmla="*/ 948520 h 143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29299" h="1430469">
                <a:moveTo>
                  <a:pt x="47263" y="0"/>
                </a:moveTo>
                <a:cubicBezTo>
                  <a:pt x="12006" y="118281"/>
                  <a:pt x="-23250" y="236562"/>
                  <a:pt x="19968" y="423081"/>
                </a:cubicBezTo>
                <a:cubicBezTo>
                  <a:pt x="63186" y="609600"/>
                  <a:pt x="168956" y="963305"/>
                  <a:pt x="306571" y="1119117"/>
                </a:cubicBezTo>
                <a:cubicBezTo>
                  <a:pt x="444186" y="1274929"/>
                  <a:pt x="705767" y="1309048"/>
                  <a:pt x="845657" y="1357952"/>
                </a:cubicBezTo>
                <a:cubicBezTo>
                  <a:pt x="985547" y="1406856"/>
                  <a:pt x="1050374" y="1401170"/>
                  <a:pt x="1145908" y="1412543"/>
                </a:cubicBezTo>
                <a:cubicBezTo>
                  <a:pt x="1241442" y="1423916"/>
                  <a:pt x="1314230" y="1437564"/>
                  <a:pt x="1418863" y="1426191"/>
                </a:cubicBezTo>
                <a:cubicBezTo>
                  <a:pt x="1523496" y="1414818"/>
                  <a:pt x="1641777" y="1407995"/>
                  <a:pt x="1773705" y="1344305"/>
                </a:cubicBezTo>
                <a:cubicBezTo>
                  <a:pt x="1905634" y="1280616"/>
                  <a:pt x="2091016" y="1147550"/>
                  <a:pt x="2210434" y="1044054"/>
                </a:cubicBezTo>
                <a:cubicBezTo>
                  <a:pt x="2329852" y="940558"/>
                  <a:pt x="2414013" y="772235"/>
                  <a:pt x="2490213" y="723331"/>
                </a:cubicBezTo>
                <a:cubicBezTo>
                  <a:pt x="2566413" y="674427"/>
                  <a:pt x="2577786" y="713096"/>
                  <a:pt x="2667634" y="750627"/>
                </a:cubicBezTo>
                <a:cubicBezTo>
                  <a:pt x="2757482" y="788158"/>
                  <a:pt x="2893390" y="868339"/>
                  <a:pt x="3029299" y="948520"/>
                </a:cubicBezTo>
              </a:path>
            </a:pathLst>
          </a:custGeom>
          <a:noFill/>
          <a:ln>
            <a:solidFill>
              <a:srgbClr val="00B0F0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D9DA9E81-9322-F04F-A43B-4B9598B61CD2}"/>
              </a:ext>
            </a:extLst>
          </p:cNvPr>
          <p:cNvSpPr/>
          <p:nvPr/>
        </p:nvSpPr>
        <p:spPr>
          <a:xfrm>
            <a:off x="3089132" y="3091166"/>
            <a:ext cx="2786988" cy="1351326"/>
          </a:xfrm>
          <a:custGeom>
            <a:avLst/>
            <a:gdLst>
              <a:gd name="connsiteX0" fmla="*/ 12848 w 2650355"/>
              <a:gd name="connsiteY0" fmla="*/ 261354 h 1351326"/>
              <a:gd name="connsiteX1" fmla="*/ 274105 w 2650355"/>
              <a:gd name="connsiteY1" fmla="*/ 664125 h 1351326"/>
              <a:gd name="connsiteX2" fmla="*/ 241448 w 2650355"/>
              <a:gd name="connsiteY2" fmla="*/ 772983 h 1351326"/>
              <a:gd name="connsiteX3" fmla="*/ 295877 w 2650355"/>
              <a:gd name="connsiteY3" fmla="*/ 1099554 h 1351326"/>
              <a:gd name="connsiteX4" fmla="*/ 306762 w 2650355"/>
              <a:gd name="connsiteY4" fmla="*/ 1262840 h 1351326"/>
              <a:gd name="connsiteX5" fmla="*/ 524477 w 2650355"/>
              <a:gd name="connsiteY5" fmla="*/ 1295497 h 1351326"/>
              <a:gd name="connsiteX6" fmla="*/ 1025219 w 2650355"/>
              <a:gd name="connsiteY6" fmla="*/ 1317268 h 1351326"/>
              <a:gd name="connsiteX7" fmla="*/ 1591277 w 2650355"/>
              <a:gd name="connsiteY7" fmla="*/ 1306383 h 1351326"/>
              <a:gd name="connsiteX8" fmla="*/ 2081134 w 2650355"/>
              <a:gd name="connsiteY8" fmla="*/ 1328154 h 1351326"/>
              <a:gd name="connsiteX9" fmla="*/ 2407705 w 2650355"/>
              <a:gd name="connsiteY9" fmla="*/ 1339040 h 1351326"/>
              <a:gd name="connsiteX10" fmla="*/ 2331505 w 2650355"/>
              <a:gd name="connsiteY10" fmla="*/ 1143097 h 1351326"/>
              <a:gd name="connsiteX11" fmla="*/ 2429477 w 2650355"/>
              <a:gd name="connsiteY11" fmla="*/ 805640 h 1351326"/>
              <a:gd name="connsiteX12" fmla="*/ 2396819 w 2650355"/>
              <a:gd name="connsiteY12" fmla="*/ 664125 h 1351326"/>
              <a:gd name="connsiteX13" fmla="*/ 2636305 w 2650355"/>
              <a:gd name="connsiteY13" fmla="*/ 261354 h 1351326"/>
              <a:gd name="connsiteX14" fmla="*/ 1917848 w 2650355"/>
              <a:gd name="connsiteY14" fmla="*/ 65411 h 1351326"/>
              <a:gd name="connsiteX15" fmla="*/ 1319134 w 2650355"/>
              <a:gd name="connsiteY15" fmla="*/ 97 h 1351326"/>
              <a:gd name="connsiteX16" fmla="*/ 742191 w 2650355"/>
              <a:gd name="connsiteY16" fmla="*/ 76297 h 1351326"/>
              <a:gd name="connsiteX17" fmla="*/ 12848 w 2650355"/>
              <a:gd name="connsiteY17" fmla="*/ 261354 h 1351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650355" h="1351326">
                <a:moveTo>
                  <a:pt x="12848" y="261354"/>
                </a:moveTo>
                <a:cubicBezTo>
                  <a:pt x="-65166" y="359325"/>
                  <a:pt x="236005" y="578854"/>
                  <a:pt x="274105" y="664125"/>
                </a:cubicBezTo>
                <a:cubicBezTo>
                  <a:pt x="312205" y="749396"/>
                  <a:pt x="237819" y="700412"/>
                  <a:pt x="241448" y="772983"/>
                </a:cubicBezTo>
                <a:cubicBezTo>
                  <a:pt x="245077" y="845554"/>
                  <a:pt x="284991" y="1017911"/>
                  <a:pt x="295877" y="1099554"/>
                </a:cubicBezTo>
                <a:cubicBezTo>
                  <a:pt x="306763" y="1181197"/>
                  <a:pt x="268662" y="1230183"/>
                  <a:pt x="306762" y="1262840"/>
                </a:cubicBezTo>
                <a:cubicBezTo>
                  <a:pt x="344862" y="1295497"/>
                  <a:pt x="404734" y="1286426"/>
                  <a:pt x="524477" y="1295497"/>
                </a:cubicBezTo>
                <a:cubicBezTo>
                  <a:pt x="644220" y="1304568"/>
                  <a:pt x="1025219" y="1317268"/>
                  <a:pt x="1025219" y="1317268"/>
                </a:cubicBezTo>
                <a:cubicBezTo>
                  <a:pt x="1203019" y="1319082"/>
                  <a:pt x="1415291" y="1304569"/>
                  <a:pt x="1591277" y="1306383"/>
                </a:cubicBezTo>
                <a:cubicBezTo>
                  <a:pt x="1767263" y="1308197"/>
                  <a:pt x="2081134" y="1328154"/>
                  <a:pt x="2081134" y="1328154"/>
                </a:cubicBezTo>
                <a:cubicBezTo>
                  <a:pt x="2217205" y="1333597"/>
                  <a:pt x="2365977" y="1369883"/>
                  <a:pt x="2407705" y="1339040"/>
                </a:cubicBezTo>
                <a:cubicBezTo>
                  <a:pt x="2449433" y="1308197"/>
                  <a:pt x="2327876" y="1231997"/>
                  <a:pt x="2331505" y="1143097"/>
                </a:cubicBezTo>
                <a:cubicBezTo>
                  <a:pt x="2335134" y="1054197"/>
                  <a:pt x="2418591" y="885469"/>
                  <a:pt x="2429477" y="805640"/>
                </a:cubicBezTo>
                <a:cubicBezTo>
                  <a:pt x="2440363" y="725811"/>
                  <a:pt x="2362348" y="754839"/>
                  <a:pt x="2396819" y="664125"/>
                </a:cubicBezTo>
                <a:cubicBezTo>
                  <a:pt x="2431290" y="573411"/>
                  <a:pt x="2716134" y="361140"/>
                  <a:pt x="2636305" y="261354"/>
                </a:cubicBezTo>
                <a:cubicBezTo>
                  <a:pt x="2556477" y="161568"/>
                  <a:pt x="2137377" y="108954"/>
                  <a:pt x="1917848" y="65411"/>
                </a:cubicBezTo>
                <a:cubicBezTo>
                  <a:pt x="1698319" y="21868"/>
                  <a:pt x="1515077" y="-1717"/>
                  <a:pt x="1319134" y="97"/>
                </a:cubicBezTo>
                <a:cubicBezTo>
                  <a:pt x="1123191" y="1911"/>
                  <a:pt x="952648" y="34569"/>
                  <a:pt x="742191" y="76297"/>
                </a:cubicBezTo>
                <a:cubicBezTo>
                  <a:pt x="531734" y="118025"/>
                  <a:pt x="90862" y="163383"/>
                  <a:pt x="12848" y="261354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54874F52-C7ED-5B4C-876E-6EF1C60C589C}"/>
              </a:ext>
            </a:extLst>
          </p:cNvPr>
          <p:cNvSpPr/>
          <p:nvPr/>
        </p:nvSpPr>
        <p:spPr>
          <a:xfrm>
            <a:off x="2428358" y="3392632"/>
            <a:ext cx="4135075" cy="2713374"/>
          </a:xfrm>
          <a:custGeom>
            <a:avLst/>
            <a:gdLst>
              <a:gd name="connsiteX0" fmla="*/ 628607 w 4135075"/>
              <a:gd name="connsiteY0" fmla="*/ 22921 h 2713374"/>
              <a:gd name="connsiteX1" fmla="*/ 969266 w 4135075"/>
              <a:gd name="connsiteY1" fmla="*/ 354615 h 2713374"/>
              <a:gd name="connsiteX2" fmla="*/ 951336 w 4135075"/>
              <a:gd name="connsiteY2" fmla="*/ 515980 h 2713374"/>
              <a:gd name="connsiteX3" fmla="*/ 1049948 w 4135075"/>
              <a:gd name="connsiteY3" fmla="*/ 865603 h 2713374"/>
              <a:gd name="connsiteX4" fmla="*/ 1014089 w 4135075"/>
              <a:gd name="connsiteY4" fmla="*/ 1035933 h 2713374"/>
              <a:gd name="connsiteX5" fmla="*/ 1211313 w 4135075"/>
              <a:gd name="connsiteY5" fmla="*/ 1035933 h 2713374"/>
              <a:gd name="connsiteX6" fmla="*/ 2036066 w 4135075"/>
              <a:gd name="connsiteY6" fmla="*/ 1035933 h 2713374"/>
              <a:gd name="connsiteX7" fmla="*/ 3004254 w 4135075"/>
              <a:gd name="connsiteY7" fmla="*/ 1071792 h 2713374"/>
              <a:gd name="connsiteX8" fmla="*/ 3210442 w 4135075"/>
              <a:gd name="connsiteY8" fmla="*/ 1071792 h 2713374"/>
              <a:gd name="connsiteX9" fmla="*/ 3120795 w 4135075"/>
              <a:gd name="connsiteY9" fmla="*/ 919392 h 2713374"/>
              <a:gd name="connsiteX10" fmla="*/ 3156654 w 4135075"/>
              <a:gd name="connsiteY10" fmla="*/ 695274 h 2713374"/>
              <a:gd name="connsiteX11" fmla="*/ 3228371 w 4135075"/>
              <a:gd name="connsiteY11" fmla="*/ 524944 h 2713374"/>
              <a:gd name="connsiteX12" fmla="*/ 3165618 w 4135075"/>
              <a:gd name="connsiteY12" fmla="*/ 390474 h 2713374"/>
              <a:gd name="connsiteX13" fmla="*/ 3353877 w 4135075"/>
              <a:gd name="connsiteY13" fmla="*/ 85674 h 2713374"/>
              <a:gd name="connsiteX14" fmla="*/ 3425595 w 4135075"/>
              <a:gd name="connsiteY14" fmla="*/ 4992 h 2713374"/>
              <a:gd name="connsiteX15" fmla="*/ 3604889 w 4135075"/>
              <a:gd name="connsiteY15" fmla="*/ 67744 h 2713374"/>
              <a:gd name="connsiteX16" fmla="*/ 3846936 w 4135075"/>
              <a:gd name="connsiteY16" fmla="*/ 282897 h 2713374"/>
              <a:gd name="connsiteX17" fmla="*/ 3981407 w 4135075"/>
              <a:gd name="connsiteY17" fmla="*/ 453227 h 2713374"/>
              <a:gd name="connsiteX18" fmla="*/ 4088983 w 4135075"/>
              <a:gd name="connsiteY18" fmla="*/ 713203 h 2713374"/>
              <a:gd name="connsiteX19" fmla="*/ 4133807 w 4135075"/>
              <a:gd name="connsiteY19" fmla="*/ 1026968 h 2713374"/>
              <a:gd name="connsiteX20" fmla="*/ 4044160 w 4135075"/>
              <a:gd name="connsiteY20" fmla="*/ 1457274 h 2713374"/>
              <a:gd name="connsiteX21" fmla="*/ 3820042 w 4135075"/>
              <a:gd name="connsiteY21" fmla="*/ 1950333 h 2713374"/>
              <a:gd name="connsiteX22" fmla="*/ 3407666 w 4135075"/>
              <a:gd name="connsiteY22" fmla="*/ 2335815 h 2713374"/>
              <a:gd name="connsiteX23" fmla="*/ 3013218 w 4135075"/>
              <a:gd name="connsiteY23" fmla="*/ 2506144 h 2713374"/>
              <a:gd name="connsiteX24" fmla="*/ 2394654 w 4135075"/>
              <a:gd name="connsiteY24" fmla="*/ 2667509 h 2713374"/>
              <a:gd name="connsiteX25" fmla="*/ 2188466 w 4135075"/>
              <a:gd name="connsiteY25" fmla="*/ 2667509 h 2713374"/>
              <a:gd name="connsiteX26" fmla="*/ 2152607 w 4135075"/>
              <a:gd name="connsiteY26" fmla="*/ 2138592 h 2713374"/>
              <a:gd name="connsiteX27" fmla="*/ 2152607 w 4135075"/>
              <a:gd name="connsiteY27" fmla="*/ 1780003 h 2713374"/>
              <a:gd name="connsiteX28" fmla="*/ 2134677 w 4135075"/>
              <a:gd name="connsiteY28" fmla="*/ 1546921 h 2713374"/>
              <a:gd name="connsiteX29" fmla="*/ 2071924 w 4135075"/>
              <a:gd name="connsiteY29" fmla="*/ 1430380 h 2713374"/>
              <a:gd name="connsiteX30" fmla="*/ 2009171 w 4135075"/>
              <a:gd name="connsiteY30" fmla="*/ 1528992 h 2713374"/>
              <a:gd name="connsiteX31" fmla="*/ 2009171 w 4135075"/>
              <a:gd name="connsiteY31" fmla="*/ 1941368 h 2713374"/>
              <a:gd name="connsiteX32" fmla="*/ 2009171 w 4135075"/>
              <a:gd name="connsiteY32" fmla="*/ 2667509 h 2713374"/>
              <a:gd name="connsiteX33" fmla="*/ 1291995 w 4135075"/>
              <a:gd name="connsiteY33" fmla="*/ 2568897 h 2713374"/>
              <a:gd name="connsiteX34" fmla="*/ 718254 w 4135075"/>
              <a:gd name="connsiteY34" fmla="*/ 2353744 h 2713374"/>
              <a:gd name="connsiteX35" fmla="*/ 198301 w 4135075"/>
              <a:gd name="connsiteY35" fmla="*/ 1788968 h 2713374"/>
              <a:gd name="connsiteX36" fmla="*/ 1077 w 4135075"/>
              <a:gd name="connsiteY36" fmla="*/ 1098686 h 2713374"/>
              <a:gd name="connsiteX37" fmla="*/ 135548 w 4135075"/>
              <a:gd name="connsiteY37" fmla="*/ 524944 h 2713374"/>
              <a:gd name="connsiteX38" fmla="*/ 467242 w 4135075"/>
              <a:gd name="connsiteY38" fmla="*/ 85674 h 2713374"/>
              <a:gd name="connsiteX39" fmla="*/ 628607 w 4135075"/>
              <a:gd name="connsiteY39" fmla="*/ 22921 h 2713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135075" h="2713374">
                <a:moveTo>
                  <a:pt x="628607" y="22921"/>
                </a:moveTo>
                <a:cubicBezTo>
                  <a:pt x="712278" y="67745"/>
                  <a:pt x="915478" y="272439"/>
                  <a:pt x="969266" y="354615"/>
                </a:cubicBezTo>
                <a:cubicBezTo>
                  <a:pt x="1023054" y="436791"/>
                  <a:pt x="937889" y="430815"/>
                  <a:pt x="951336" y="515980"/>
                </a:cubicBezTo>
                <a:cubicBezTo>
                  <a:pt x="964783" y="601145"/>
                  <a:pt x="1039489" y="778944"/>
                  <a:pt x="1049948" y="865603"/>
                </a:cubicBezTo>
                <a:cubicBezTo>
                  <a:pt x="1060407" y="952262"/>
                  <a:pt x="987195" y="1007545"/>
                  <a:pt x="1014089" y="1035933"/>
                </a:cubicBezTo>
                <a:cubicBezTo>
                  <a:pt x="1040983" y="1064321"/>
                  <a:pt x="1211313" y="1035933"/>
                  <a:pt x="1211313" y="1035933"/>
                </a:cubicBezTo>
                <a:cubicBezTo>
                  <a:pt x="1381642" y="1035933"/>
                  <a:pt x="1737243" y="1029957"/>
                  <a:pt x="2036066" y="1035933"/>
                </a:cubicBezTo>
                <a:cubicBezTo>
                  <a:pt x="2334889" y="1041909"/>
                  <a:pt x="2808525" y="1065816"/>
                  <a:pt x="3004254" y="1071792"/>
                </a:cubicBezTo>
                <a:cubicBezTo>
                  <a:pt x="3199983" y="1077768"/>
                  <a:pt x="3191018" y="1097192"/>
                  <a:pt x="3210442" y="1071792"/>
                </a:cubicBezTo>
                <a:cubicBezTo>
                  <a:pt x="3229866" y="1046392"/>
                  <a:pt x="3129760" y="982145"/>
                  <a:pt x="3120795" y="919392"/>
                </a:cubicBezTo>
                <a:cubicBezTo>
                  <a:pt x="3111830" y="856639"/>
                  <a:pt x="3138725" y="761015"/>
                  <a:pt x="3156654" y="695274"/>
                </a:cubicBezTo>
                <a:cubicBezTo>
                  <a:pt x="3174583" y="629533"/>
                  <a:pt x="3226877" y="575744"/>
                  <a:pt x="3228371" y="524944"/>
                </a:cubicBezTo>
                <a:cubicBezTo>
                  <a:pt x="3229865" y="474144"/>
                  <a:pt x="3144700" y="463686"/>
                  <a:pt x="3165618" y="390474"/>
                </a:cubicBezTo>
                <a:cubicBezTo>
                  <a:pt x="3186536" y="317262"/>
                  <a:pt x="3310548" y="149921"/>
                  <a:pt x="3353877" y="85674"/>
                </a:cubicBezTo>
                <a:cubicBezTo>
                  <a:pt x="3397206" y="21427"/>
                  <a:pt x="3383760" y="7980"/>
                  <a:pt x="3425595" y="4992"/>
                </a:cubicBezTo>
                <a:cubicBezTo>
                  <a:pt x="3467430" y="2004"/>
                  <a:pt x="3534666" y="21427"/>
                  <a:pt x="3604889" y="67744"/>
                </a:cubicBezTo>
                <a:cubicBezTo>
                  <a:pt x="3675112" y="114061"/>
                  <a:pt x="3784183" y="218650"/>
                  <a:pt x="3846936" y="282897"/>
                </a:cubicBezTo>
                <a:cubicBezTo>
                  <a:pt x="3909689" y="347144"/>
                  <a:pt x="3941066" y="381509"/>
                  <a:pt x="3981407" y="453227"/>
                </a:cubicBezTo>
                <a:cubicBezTo>
                  <a:pt x="4021748" y="524945"/>
                  <a:pt x="4063583" y="617579"/>
                  <a:pt x="4088983" y="713203"/>
                </a:cubicBezTo>
                <a:cubicBezTo>
                  <a:pt x="4114383" y="808827"/>
                  <a:pt x="4141277" y="902956"/>
                  <a:pt x="4133807" y="1026968"/>
                </a:cubicBezTo>
                <a:cubicBezTo>
                  <a:pt x="4126337" y="1150980"/>
                  <a:pt x="4096454" y="1303380"/>
                  <a:pt x="4044160" y="1457274"/>
                </a:cubicBezTo>
                <a:cubicBezTo>
                  <a:pt x="3991866" y="1611168"/>
                  <a:pt x="3926124" y="1803910"/>
                  <a:pt x="3820042" y="1950333"/>
                </a:cubicBezTo>
                <a:cubicBezTo>
                  <a:pt x="3713960" y="2096756"/>
                  <a:pt x="3542137" y="2243180"/>
                  <a:pt x="3407666" y="2335815"/>
                </a:cubicBezTo>
                <a:cubicBezTo>
                  <a:pt x="3273195" y="2428450"/>
                  <a:pt x="3182053" y="2450862"/>
                  <a:pt x="3013218" y="2506144"/>
                </a:cubicBezTo>
                <a:cubicBezTo>
                  <a:pt x="2844383" y="2561426"/>
                  <a:pt x="2532113" y="2640615"/>
                  <a:pt x="2394654" y="2667509"/>
                </a:cubicBezTo>
                <a:cubicBezTo>
                  <a:pt x="2257195" y="2694403"/>
                  <a:pt x="2228807" y="2755662"/>
                  <a:pt x="2188466" y="2667509"/>
                </a:cubicBezTo>
                <a:cubicBezTo>
                  <a:pt x="2148125" y="2579356"/>
                  <a:pt x="2158584" y="2286510"/>
                  <a:pt x="2152607" y="2138592"/>
                </a:cubicBezTo>
                <a:cubicBezTo>
                  <a:pt x="2146630" y="1990674"/>
                  <a:pt x="2155595" y="1878615"/>
                  <a:pt x="2152607" y="1780003"/>
                </a:cubicBezTo>
                <a:cubicBezTo>
                  <a:pt x="2149619" y="1681391"/>
                  <a:pt x="2148124" y="1605191"/>
                  <a:pt x="2134677" y="1546921"/>
                </a:cubicBezTo>
                <a:cubicBezTo>
                  <a:pt x="2121230" y="1488651"/>
                  <a:pt x="2092842" y="1433368"/>
                  <a:pt x="2071924" y="1430380"/>
                </a:cubicBezTo>
                <a:cubicBezTo>
                  <a:pt x="2051006" y="1427392"/>
                  <a:pt x="2019630" y="1443827"/>
                  <a:pt x="2009171" y="1528992"/>
                </a:cubicBezTo>
                <a:cubicBezTo>
                  <a:pt x="1998712" y="1614157"/>
                  <a:pt x="2009171" y="1941368"/>
                  <a:pt x="2009171" y="1941368"/>
                </a:cubicBezTo>
                <a:cubicBezTo>
                  <a:pt x="2009171" y="2131121"/>
                  <a:pt x="2128700" y="2562921"/>
                  <a:pt x="2009171" y="2667509"/>
                </a:cubicBezTo>
                <a:cubicBezTo>
                  <a:pt x="1889642" y="2772097"/>
                  <a:pt x="1507148" y="2621191"/>
                  <a:pt x="1291995" y="2568897"/>
                </a:cubicBezTo>
                <a:cubicBezTo>
                  <a:pt x="1076842" y="2516603"/>
                  <a:pt x="900536" y="2483732"/>
                  <a:pt x="718254" y="2353744"/>
                </a:cubicBezTo>
                <a:cubicBezTo>
                  <a:pt x="535972" y="2223756"/>
                  <a:pt x="317830" y="1998144"/>
                  <a:pt x="198301" y="1788968"/>
                </a:cubicBezTo>
                <a:cubicBezTo>
                  <a:pt x="78772" y="1579792"/>
                  <a:pt x="11536" y="1309357"/>
                  <a:pt x="1077" y="1098686"/>
                </a:cubicBezTo>
                <a:cubicBezTo>
                  <a:pt x="-9382" y="888015"/>
                  <a:pt x="57854" y="693779"/>
                  <a:pt x="135548" y="524944"/>
                </a:cubicBezTo>
                <a:cubicBezTo>
                  <a:pt x="213242" y="356109"/>
                  <a:pt x="383572" y="172333"/>
                  <a:pt x="467242" y="85674"/>
                </a:cubicBezTo>
                <a:cubicBezTo>
                  <a:pt x="550912" y="-985"/>
                  <a:pt x="544936" y="-21903"/>
                  <a:pt x="628607" y="2292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8" grpId="0"/>
      <p:bldP spid="30729" grpId="0"/>
      <p:bldP spid="30730" grpId="0"/>
      <p:bldP spid="30731" grpId="0"/>
      <p:bldP spid="30732" grpId="0"/>
      <p:bldP spid="30733" grpId="0"/>
      <p:bldP spid="30740" grpId="0" animBg="1"/>
      <p:bldP spid="30741" grpId="0" animBg="1"/>
      <p:bldP spid="30742" grpId="0" animBg="1"/>
      <p:bldP spid="30744" grpId="0" animBg="1"/>
      <p:bldP spid="30745" grpId="0" animBg="1"/>
      <p:bldP spid="30746" grpId="0" animBg="1"/>
      <p:bldP spid="30747" grpId="0" animBg="1"/>
      <p:bldP spid="30748" grpId="0" animBg="1"/>
      <p:bldP spid="30749" grpId="0" animBg="1"/>
      <p:bldP spid="30750" grpId="0" animBg="1"/>
      <p:bldP spid="30751" grpId="0" animBg="1"/>
      <p:bldP spid="48" grpId="0" animBg="1"/>
      <p:bldP spid="30743" grpId="0" animBg="1"/>
      <p:bldP spid="49" grpId="0" animBg="1"/>
      <p:bldP spid="7" grpId="0" animBg="1"/>
      <p:bldP spid="50" grpId="0" animBg="1"/>
      <p:bldP spid="8" grpId="0" animBg="1"/>
      <p:bldP spid="9" grpId="0" animBg="1"/>
      <p:bldP spid="47" grpId="0" animBg="1"/>
      <p:bldP spid="10" grpId="0" animBg="1"/>
      <p:bldP spid="51" grpId="0" animBg="1"/>
      <p:bldP spid="51" grpId="1" animBg="1"/>
      <p:bldP spid="5" grpId="0" animBg="1"/>
      <p:bldP spid="5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F96081A1-23A1-40BB-9BDD-D3FB9C2620DA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991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800" b="1" dirty="0"/>
              <a:t>ANATOMY: WHITE MATTER</a:t>
            </a: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D6AC8485-2E55-4D23-BF1F-A7F7FACDEB53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9AF650E-F1F9-0248-977F-D27EEE46CBE2}"/>
              </a:ext>
            </a:extLst>
          </p:cNvPr>
          <p:cNvGrpSpPr/>
          <p:nvPr/>
        </p:nvGrpSpPr>
        <p:grpSpPr>
          <a:xfrm>
            <a:off x="685800" y="2514600"/>
            <a:ext cx="7696200" cy="4427119"/>
            <a:chOff x="381000" y="1870075"/>
            <a:chExt cx="8548688" cy="4911726"/>
          </a:xfrm>
        </p:grpSpPr>
        <p:pic>
          <p:nvPicPr>
            <p:cNvPr id="34819" name="Picture 2" descr="figure_14_04c_unlabeled">
              <a:extLst>
                <a:ext uri="{FF2B5EF4-FFF2-40B4-BE49-F238E27FC236}">
                  <a16:creationId xmlns:a16="http://schemas.microsoft.com/office/drawing/2014/main" id="{489FA2B3-197A-48FC-A710-8D74466DC4C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b="21988"/>
            <a:stretch/>
          </p:blipFill>
          <p:spPr bwMode="auto">
            <a:xfrm>
              <a:off x="381000" y="1870075"/>
              <a:ext cx="8548688" cy="48188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820" name="Text Box 5">
              <a:extLst>
                <a:ext uri="{FF2B5EF4-FFF2-40B4-BE49-F238E27FC236}">
                  <a16:creationId xmlns:a16="http://schemas.microsoft.com/office/drawing/2014/main" id="{12D327B8-9760-4933-A79A-970B29E6EE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9813" y="2123698"/>
              <a:ext cx="3385619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300" b="1" dirty="0"/>
                <a:t>Posterior white column / funiculus</a:t>
              </a:r>
            </a:p>
          </p:txBody>
        </p:sp>
        <p:sp>
          <p:nvSpPr>
            <p:cNvPr id="34821" name="Text Box 6">
              <a:extLst>
                <a:ext uri="{FF2B5EF4-FFF2-40B4-BE49-F238E27FC236}">
                  <a16:creationId xmlns:a16="http://schemas.microsoft.com/office/drawing/2014/main" id="{38361FCB-C093-470E-9882-21394B3C93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9320" y="6364288"/>
              <a:ext cx="3946604" cy="417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300" b="1" dirty="0"/>
                <a:t>Anterior white column / funiculus </a:t>
              </a:r>
            </a:p>
          </p:txBody>
        </p:sp>
        <p:sp>
          <p:nvSpPr>
            <p:cNvPr id="34822" name="Text Box 9">
              <a:extLst>
                <a:ext uri="{FF2B5EF4-FFF2-40B4-BE49-F238E27FC236}">
                  <a16:creationId xmlns:a16="http://schemas.microsoft.com/office/drawing/2014/main" id="{1CEA3865-074B-4A6C-9C6C-DFC80025C5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3013" y="3663950"/>
              <a:ext cx="912812" cy="879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endParaRPr lang="en-US" altLang="en-US" sz="1300" b="1" dirty="0"/>
            </a:p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300" b="1" dirty="0"/>
                <a:t>Lateral</a:t>
              </a:r>
              <a:br>
                <a:rPr lang="en-US" altLang="en-US" sz="1300" b="1" dirty="0"/>
              </a:br>
              <a:r>
                <a:rPr lang="en-US" altLang="en-US" sz="1300" b="1" dirty="0"/>
                <a:t>white</a:t>
              </a:r>
              <a:br>
                <a:rPr lang="en-US" altLang="en-US" sz="1300" b="1" dirty="0"/>
              </a:br>
              <a:r>
                <a:rPr lang="en-US" altLang="en-US" sz="1300" b="1" dirty="0"/>
                <a:t>column /</a:t>
              </a:r>
            </a:p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300" b="1" dirty="0"/>
                <a:t> funiculus</a:t>
              </a:r>
              <a:br>
                <a:rPr lang="en-US" altLang="en-US" sz="1300" b="1" dirty="0"/>
              </a:br>
              <a:endParaRPr lang="en-US" altLang="en-US" sz="1300" b="1" dirty="0"/>
            </a:p>
          </p:txBody>
        </p:sp>
        <p:sp>
          <p:nvSpPr>
            <p:cNvPr id="34823" name="Line 19">
              <a:extLst>
                <a:ext uri="{FF2B5EF4-FFF2-40B4-BE49-F238E27FC236}">
                  <a16:creationId xmlns:a16="http://schemas.microsoft.com/office/drawing/2014/main" id="{18B10883-0063-4316-BEB3-939CCB5FA1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5175" y="2513013"/>
              <a:ext cx="0" cy="4143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24" name="Line 20">
              <a:extLst>
                <a:ext uri="{FF2B5EF4-FFF2-40B4-BE49-F238E27FC236}">
                  <a16:creationId xmlns:a16="http://schemas.microsoft.com/office/drawing/2014/main" id="{6AC9C11C-632D-4B44-AF84-BF800D9CE8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5175" y="2519363"/>
              <a:ext cx="1284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25" name="Line 21">
              <a:extLst>
                <a:ext uri="{FF2B5EF4-FFF2-40B4-BE49-F238E27FC236}">
                  <a16:creationId xmlns:a16="http://schemas.microsoft.com/office/drawing/2014/main" id="{3C8AF368-C948-4DCF-A2E1-A4009BA33E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9463" y="2513013"/>
              <a:ext cx="0" cy="1206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26" name="Line 22">
              <a:extLst>
                <a:ext uri="{FF2B5EF4-FFF2-40B4-BE49-F238E27FC236}">
                  <a16:creationId xmlns:a16="http://schemas.microsoft.com/office/drawing/2014/main" id="{DF1B2B58-0A20-4387-866F-1E7BE2C41B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0813" y="2386013"/>
              <a:ext cx="0" cy="1349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27" name="Line 23">
              <a:extLst>
                <a:ext uri="{FF2B5EF4-FFF2-40B4-BE49-F238E27FC236}">
                  <a16:creationId xmlns:a16="http://schemas.microsoft.com/office/drawing/2014/main" id="{323A07B4-D28B-40C4-AF33-F9C0847C66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16163" y="3041650"/>
              <a:ext cx="7493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28" name="Line 24">
              <a:extLst>
                <a:ext uri="{FF2B5EF4-FFF2-40B4-BE49-F238E27FC236}">
                  <a16:creationId xmlns:a16="http://schemas.microsoft.com/office/drawing/2014/main" id="{A713F622-8ACD-4446-BE83-94F852AECE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6163" y="3041650"/>
              <a:ext cx="0" cy="2165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29" name="Line 25">
              <a:extLst>
                <a:ext uri="{FF2B5EF4-FFF2-40B4-BE49-F238E27FC236}">
                  <a16:creationId xmlns:a16="http://schemas.microsoft.com/office/drawing/2014/main" id="{1EC85E42-709E-40C0-9AE6-AC0EC4ABDA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9813" y="5207000"/>
              <a:ext cx="5222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0" name="Line 26">
              <a:extLst>
                <a:ext uri="{FF2B5EF4-FFF2-40B4-BE49-F238E27FC236}">
                  <a16:creationId xmlns:a16="http://schemas.microsoft.com/office/drawing/2014/main" id="{8019684E-DBF3-4E4C-AEC6-021B21C91B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2813" y="4124325"/>
              <a:ext cx="1333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1" name="Line 27">
              <a:extLst>
                <a:ext uri="{FF2B5EF4-FFF2-40B4-BE49-F238E27FC236}">
                  <a16:creationId xmlns:a16="http://schemas.microsoft.com/office/drawing/2014/main" id="{27F63C8C-6579-41D3-889A-E7CECC3AAC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8788" y="5319713"/>
              <a:ext cx="0" cy="895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2" name="Line 28">
              <a:extLst>
                <a:ext uri="{FF2B5EF4-FFF2-40B4-BE49-F238E27FC236}">
                  <a16:creationId xmlns:a16="http://schemas.microsoft.com/office/drawing/2014/main" id="{ED8AEC64-2E5D-4781-9EA7-01CE1FC7EE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8788" y="6208713"/>
              <a:ext cx="15367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3" name="Line 29">
              <a:extLst>
                <a:ext uri="{FF2B5EF4-FFF2-40B4-BE49-F238E27FC236}">
                  <a16:creationId xmlns:a16="http://schemas.microsoft.com/office/drawing/2014/main" id="{79618EB0-C49C-4722-A84F-20B6370A7C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35488" y="6121400"/>
              <a:ext cx="0" cy="936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4" name="Line 30">
              <a:extLst>
                <a:ext uri="{FF2B5EF4-FFF2-40B4-BE49-F238E27FC236}">
                  <a16:creationId xmlns:a16="http://schemas.microsoft.com/office/drawing/2014/main" id="{EFE59572-6502-48E0-8077-8D109119F3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0788" y="6208713"/>
              <a:ext cx="0" cy="793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" name="Rectangle 4">
            <a:extLst>
              <a:ext uri="{FF2B5EF4-FFF2-40B4-BE49-F238E27FC236}">
                <a16:creationId xmlns:a16="http://schemas.microsoft.com/office/drawing/2014/main" id="{9A5BACCA-AE19-B74D-8ED9-01DF2394D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47749"/>
            <a:ext cx="9220200" cy="1543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32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8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4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2000" b="1" u="sng" dirty="0">
                <a:ea typeface="ＭＳ Ｐゴシック" charset="0"/>
                <a:cs typeface="Times New Roman" charset="0"/>
              </a:rPr>
              <a:t>Posterior</a:t>
            </a:r>
            <a:r>
              <a:rPr lang="en-US" sz="2000" b="1" dirty="0">
                <a:ea typeface="ＭＳ Ｐゴシック" charset="0"/>
                <a:cs typeface="Times New Roman" charset="0"/>
              </a:rPr>
              <a:t> white columns = </a:t>
            </a:r>
            <a:r>
              <a:rPr lang="en-US" sz="2000" dirty="0">
                <a:ea typeface="ＭＳ Ｐゴシック" charset="0"/>
                <a:cs typeface="Times New Roman" charset="0"/>
              </a:rPr>
              <a:t>Somatic or visceral sensory </a:t>
            </a:r>
            <a:r>
              <a:rPr lang="en-US" sz="2000" u="sng" dirty="0">
                <a:ea typeface="ＭＳ Ｐゴシック" charset="0"/>
                <a:cs typeface="Times New Roman" charset="0"/>
              </a:rPr>
              <a:t>axons</a:t>
            </a:r>
            <a:endParaRPr lang="en-US" sz="2000" b="1" u="sng" dirty="0">
              <a:ea typeface="ＭＳ Ｐゴシック" charset="0"/>
              <a:cs typeface="Times New Roman" charset="0"/>
            </a:endParaRPr>
          </a:p>
          <a:p>
            <a:pPr marL="228600" indent="-2286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2000" b="1" u="sng" dirty="0">
                <a:ea typeface="ＭＳ Ｐゴシック" charset="0"/>
                <a:cs typeface="Times New Roman" charset="0"/>
              </a:rPr>
              <a:t>Anterior</a:t>
            </a:r>
            <a:r>
              <a:rPr lang="en-US" sz="2000" b="1" dirty="0">
                <a:ea typeface="ＭＳ Ｐゴシック" charset="0"/>
                <a:cs typeface="Times New Roman" charset="0"/>
              </a:rPr>
              <a:t> white columns = </a:t>
            </a:r>
            <a:r>
              <a:rPr lang="en-US" sz="2000" dirty="0">
                <a:ea typeface="ＭＳ Ｐゴシック" charset="0"/>
                <a:cs typeface="Times New Roman" charset="0"/>
              </a:rPr>
              <a:t>Somatic motor </a:t>
            </a:r>
            <a:r>
              <a:rPr lang="en-US" sz="2000" u="sng" dirty="0">
                <a:ea typeface="ＭＳ Ｐゴシック" charset="0"/>
                <a:cs typeface="Times New Roman" charset="0"/>
              </a:rPr>
              <a:t>axons</a:t>
            </a:r>
          </a:p>
          <a:p>
            <a:pPr marL="228600" indent="-2286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2000" b="1" u="sng" dirty="0">
                <a:ea typeface="ＭＳ Ｐゴシック" charset="0"/>
                <a:cs typeface="Times New Roman" charset="0"/>
              </a:rPr>
              <a:t>Lateral</a:t>
            </a:r>
            <a:r>
              <a:rPr lang="en-US" sz="2000" b="1" dirty="0">
                <a:ea typeface="ＭＳ Ｐゴシック" charset="0"/>
                <a:cs typeface="Times New Roman" charset="0"/>
              </a:rPr>
              <a:t> white columns = </a:t>
            </a:r>
            <a:r>
              <a:rPr lang="en-US" sz="2000" dirty="0">
                <a:ea typeface="ＭＳ Ｐゴシック" charset="0"/>
                <a:cs typeface="Times New Roman" charset="0"/>
              </a:rPr>
              <a:t>Visceral motor </a:t>
            </a:r>
            <a:r>
              <a:rPr lang="en-US" sz="2000" u="sng" dirty="0">
                <a:ea typeface="ＭＳ Ｐゴシック" charset="0"/>
                <a:cs typeface="Times New Roman" charset="0"/>
              </a:rPr>
              <a:t>axons</a:t>
            </a:r>
          </a:p>
          <a:p>
            <a:pPr marL="1130300" lvl="2" eaLnBrk="1" hangingPunct="1">
              <a:buFont typeface="Times" charset="0"/>
              <a:buChar char="•"/>
              <a:defRPr/>
            </a:pPr>
            <a:endParaRPr lang="en-US" sz="1400" dirty="0">
              <a:ea typeface="ＭＳ Ｐゴシック" charset="0"/>
              <a:cs typeface="+mn-cs"/>
            </a:endParaRPr>
          </a:p>
        </p:txBody>
      </p:sp>
      <p:sp>
        <p:nvSpPr>
          <p:cNvPr id="3" name="Can 2">
            <a:extLst>
              <a:ext uri="{FF2B5EF4-FFF2-40B4-BE49-F238E27FC236}">
                <a16:creationId xmlns:a16="http://schemas.microsoft.com/office/drawing/2014/main" id="{F4694013-9A51-4140-BE6F-0A6B28ACCD33}"/>
              </a:ext>
            </a:extLst>
          </p:cNvPr>
          <p:cNvSpPr/>
          <p:nvPr/>
        </p:nvSpPr>
        <p:spPr>
          <a:xfrm>
            <a:off x="4533900" y="2324561"/>
            <a:ext cx="173611" cy="1637839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Can 22">
            <a:extLst>
              <a:ext uri="{FF2B5EF4-FFF2-40B4-BE49-F238E27FC236}">
                <a16:creationId xmlns:a16="http://schemas.microsoft.com/office/drawing/2014/main" id="{A7AE3FC8-6216-B142-B526-238F25431FC8}"/>
              </a:ext>
            </a:extLst>
          </p:cNvPr>
          <p:cNvSpPr/>
          <p:nvPr/>
        </p:nvSpPr>
        <p:spPr>
          <a:xfrm>
            <a:off x="4711871" y="2324561"/>
            <a:ext cx="173611" cy="1637839"/>
          </a:xfrm>
          <a:prstGeom prst="can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Can 23">
            <a:extLst>
              <a:ext uri="{FF2B5EF4-FFF2-40B4-BE49-F238E27FC236}">
                <a16:creationId xmlns:a16="http://schemas.microsoft.com/office/drawing/2014/main" id="{EE0F6FB4-1F86-CE48-9535-F161E0F72482}"/>
              </a:ext>
            </a:extLst>
          </p:cNvPr>
          <p:cNvSpPr/>
          <p:nvPr/>
        </p:nvSpPr>
        <p:spPr>
          <a:xfrm>
            <a:off x="4891234" y="2324561"/>
            <a:ext cx="173611" cy="1637839"/>
          </a:xfrm>
          <a:prstGeom prst="can">
            <a:avLst/>
          </a:prstGeom>
          <a:solidFill>
            <a:srgbClr val="FFE8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Can 24">
            <a:extLst>
              <a:ext uri="{FF2B5EF4-FFF2-40B4-BE49-F238E27FC236}">
                <a16:creationId xmlns:a16="http://schemas.microsoft.com/office/drawing/2014/main" id="{E11134BD-6E08-A14D-A3A6-F857721B64A5}"/>
              </a:ext>
            </a:extLst>
          </p:cNvPr>
          <p:cNvSpPr/>
          <p:nvPr/>
        </p:nvSpPr>
        <p:spPr>
          <a:xfrm>
            <a:off x="5073583" y="2324561"/>
            <a:ext cx="173611" cy="1637839"/>
          </a:xfrm>
          <a:prstGeom prst="can">
            <a:avLst/>
          </a:prstGeom>
          <a:solidFill>
            <a:srgbClr val="62CD9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B799B01-DB5A-DF45-8AF6-BCBB214777A1}"/>
              </a:ext>
            </a:extLst>
          </p:cNvPr>
          <p:cNvCxnSpPr>
            <a:cxnSpLocks/>
          </p:cNvCxnSpPr>
          <p:nvPr/>
        </p:nvCxnSpPr>
        <p:spPr>
          <a:xfrm flipV="1">
            <a:off x="4620705" y="2514600"/>
            <a:ext cx="0" cy="12942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788B160-25F4-224E-8586-B5F0564029A6}"/>
              </a:ext>
            </a:extLst>
          </p:cNvPr>
          <p:cNvCxnSpPr>
            <a:cxnSpLocks/>
          </p:cNvCxnSpPr>
          <p:nvPr/>
        </p:nvCxnSpPr>
        <p:spPr>
          <a:xfrm flipV="1">
            <a:off x="4800600" y="2514600"/>
            <a:ext cx="0" cy="12942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DF0F39E-EA0A-124B-87B8-BC810C4B1996}"/>
              </a:ext>
            </a:extLst>
          </p:cNvPr>
          <p:cNvCxnSpPr>
            <a:cxnSpLocks/>
          </p:cNvCxnSpPr>
          <p:nvPr/>
        </p:nvCxnSpPr>
        <p:spPr>
          <a:xfrm flipV="1">
            <a:off x="4953000" y="2514600"/>
            <a:ext cx="0" cy="12942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B5BA528-7BD0-504A-8858-E386402337DA}"/>
              </a:ext>
            </a:extLst>
          </p:cNvPr>
          <p:cNvCxnSpPr>
            <a:cxnSpLocks/>
          </p:cNvCxnSpPr>
          <p:nvPr/>
        </p:nvCxnSpPr>
        <p:spPr>
          <a:xfrm flipV="1">
            <a:off x="5181600" y="2514600"/>
            <a:ext cx="0" cy="12942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3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F96081A1-23A1-40BB-9BDD-D3FB9C2620DA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991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800" b="1" dirty="0"/>
              <a:t>ANATOMY: WHITE MATTER</a:t>
            </a: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D6AC8485-2E55-4D23-BF1F-A7F7FACDEB53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pic>
        <p:nvPicPr>
          <p:cNvPr id="34819" name="Picture 2" descr="figure_14_04c_unlabeled">
            <a:extLst>
              <a:ext uri="{FF2B5EF4-FFF2-40B4-BE49-F238E27FC236}">
                <a16:creationId xmlns:a16="http://schemas.microsoft.com/office/drawing/2014/main" id="{489FA2B3-197A-48FC-A710-8D74466DC4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1988"/>
          <a:stretch/>
        </p:blipFill>
        <p:spPr bwMode="auto">
          <a:xfrm>
            <a:off x="685800" y="2209800"/>
            <a:ext cx="76962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0" name="Text Box 5">
            <a:extLst>
              <a:ext uri="{FF2B5EF4-FFF2-40B4-BE49-F238E27FC236}">
                <a16:creationId xmlns:a16="http://schemas.microsoft.com/office/drawing/2014/main" id="{12D327B8-9760-4933-A79A-970B29E6E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743200"/>
            <a:ext cx="3048000" cy="360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300" b="1" dirty="0"/>
              <a:t>Posterior root</a:t>
            </a: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9A5BACCA-AE19-B74D-8ED9-01DF2394D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84263"/>
            <a:ext cx="9220200" cy="1406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32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8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4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2400" b="1" u="sng" dirty="0">
                <a:ea typeface="ＭＳ Ｐゴシック" charset="0"/>
                <a:cs typeface="Times New Roman" charset="0"/>
              </a:rPr>
              <a:t>Anterior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 root = </a:t>
            </a:r>
            <a:r>
              <a:rPr lang="en-US" sz="2400" dirty="0">
                <a:ea typeface="ＭＳ Ｐゴシック" charset="0"/>
                <a:cs typeface="Times New Roman" charset="0"/>
              </a:rPr>
              <a:t>Contains all </a:t>
            </a:r>
            <a:r>
              <a:rPr lang="en-US" sz="2400" b="1" u="sng" dirty="0">
                <a:ea typeface="ＭＳ Ｐゴシック" charset="0"/>
                <a:cs typeface="Times New Roman" charset="0"/>
              </a:rPr>
              <a:t>motor</a:t>
            </a:r>
            <a:r>
              <a:rPr lang="en-US" sz="2400" dirty="0">
                <a:ea typeface="ＭＳ Ｐゴシック" charset="0"/>
                <a:cs typeface="Times New Roman" charset="0"/>
              </a:rPr>
              <a:t> 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axons</a:t>
            </a:r>
            <a:r>
              <a:rPr lang="en-US" sz="2400" dirty="0">
                <a:ea typeface="ＭＳ Ｐゴシック" charset="0"/>
                <a:cs typeface="Times New Roman" charset="0"/>
              </a:rPr>
              <a:t> leaving the spinal cord</a:t>
            </a:r>
          </a:p>
          <a:p>
            <a:pPr marL="228600" indent="-2286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2400" b="1" u="sng" dirty="0">
                <a:ea typeface="ＭＳ Ｐゴシック" charset="0"/>
                <a:cs typeface="Times New Roman" charset="0"/>
              </a:rPr>
              <a:t>Posterior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 root = </a:t>
            </a:r>
            <a:r>
              <a:rPr lang="en-US" sz="2400" dirty="0">
                <a:ea typeface="ＭＳ Ｐゴシック" charset="0"/>
                <a:cs typeface="Times New Roman" charset="0"/>
              </a:rPr>
              <a:t>Contains all </a:t>
            </a:r>
            <a:r>
              <a:rPr lang="en-US" sz="2400" b="1" u="sng" dirty="0">
                <a:ea typeface="ＭＳ Ｐゴシック" charset="0"/>
                <a:cs typeface="Times New Roman" charset="0"/>
              </a:rPr>
              <a:t>sensory</a:t>
            </a:r>
            <a:r>
              <a:rPr lang="en-US" sz="2400" dirty="0">
                <a:ea typeface="ＭＳ Ｐゴシック" charset="0"/>
                <a:cs typeface="Times New Roman" charset="0"/>
              </a:rPr>
              <a:t> 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axons</a:t>
            </a:r>
            <a:r>
              <a:rPr lang="en-US" sz="2400" dirty="0">
                <a:ea typeface="ＭＳ Ｐゴシック" charset="0"/>
                <a:cs typeface="Times New Roman" charset="0"/>
              </a:rPr>
              <a:t> entering the spinal cord</a:t>
            </a:r>
            <a:endParaRPr lang="en-US" sz="2400" u="sng" dirty="0">
              <a:ea typeface="ＭＳ Ｐゴシック" charset="0"/>
              <a:cs typeface="Times New Roman" charset="0"/>
            </a:endParaRPr>
          </a:p>
          <a:p>
            <a:pPr marL="1130300" lvl="2" eaLnBrk="1" hangingPunct="1">
              <a:buFont typeface="Times" charset="0"/>
              <a:buChar char="•"/>
              <a:defRPr/>
            </a:pPr>
            <a:endParaRPr lang="en-US" sz="1600" dirty="0">
              <a:ea typeface="ＭＳ Ｐゴシック" charset="0"/>
              <a:cs typeface="+mn-cs"/>
            </a:endParaRPr>
          </a:p>
        </p:txBody>
      </p:sp>
      <p:sp>
        <p:nvSpPr>
          <p:cNvPr id="32" name="Text Box 5">
            <a:extLst>
              <a:ext uri="{FF2B5EF4-FFF2-40B4-BE49-F238E27FC236}">
                <a16:creationId xmlns:a16="http://schemas.microsoft.com/office/drawing/2014/main" id="{39BDCC94-E0F6-DE49-BAB4-5397D2B26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0860" y="6216946"/>
            <a:ext cx="3048000" cy="360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300" b="1" dirty="0"/>
              <a:t>Anterior root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642174-F036-3B4D-AA8F-F433A6F2E4D0}"/>
              </a:ext>
            </a:extLst>
          </p:cNvPr>
          <p:cNvCxnSpPr/>
          <p:nvPr/>
        </p:nvCxnSpPr>
        <p:spPr>
          <a:xfrm>
            <a:off x="6477000" y="2923490"/>
            <a:ext cx="76200" cy="27691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7B9EB1F-6C0D-2F4B-945E-0572D0A47893}"/>
              </a:ext>
            </a:extLst>
          </p:cNvPr>
          <p:cNvCxnSpPr>
            <a:cxnSpLocks/>
          </p:cNvCxnSpPr>
          <p:nvPr/>
        </p:nvCxnSpPr>
        <p:spPr>
          <a:xfrm>
            <a:off x="6426741" y="5943600"/>
            <a:ext cx="0" cy="27334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5637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F96081A1-23A1-40BB-9BDD-D3FB9C2620DA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991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600" b="1" dirty="0"/>
              <a:t>ANATOMY: SOMATIC MOTOR</a:t>
            </a: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D6AC8485-2E55-4D23-BF1F-A7F7FACDEB53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pic>
        <p:nvPicPr>
          <p:cNvPr id="34819" name="Picture 2" descr="figure_14_04c_unlabeled">
            <a:extLst>
              <a:ext uri="{FF2B5EF4-FFF2-40B4-BE49-F238E27FC236}">
                <a16:creationId xmlns:a16="http://schemas.microsoft.com/office/drawing/2014/main" id="{489FA2B3-197A-48FC-A710-8D74466DC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50"/>
          <a:stretch>
            <a:fillRect/>
          </a:stretch>
        </p:blipFill>
        <p:spPr bwMode="auto">
          <a:xfrm>
            <a:off x="685800" y="2362200"/>
            <a:ext cx="76962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4">
            <a:extLst>
              <a:ext uri="{FF2B5EF4-FFF2-40B4-BE49-F238E27FC236}">
                <a16:creationId xmlns:a16="http://schemas.microsoft.com/office/drawing/2014/main" id="{9A5BACCA-AE19-B74D-8ED9-01DF2394D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84263"/>
            <a:ext cx="9220200" cy="1543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32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8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4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2000" b="1" dirty="0">
                <a:ea typeface="ＭＳ Ｐゴシック" charset="0"/>
                <a:cs typeface="Times New Roman" charset="0"/>
              </a:rPr>
              <a:t>Somatic motor</a:t>
            </a:r>
            <a:r>
              <a:rPr lang="en-US" sz="2000" dirty="0">
                <a:ea typeface="ＭＳ Ｐゴシック" charset="0"/>
                <a:cs typeface="Times New Roman" charset="0"/>
              </a:rPr>
              <a:t> neurons = Anterior white columns (</a:t>
            </a:r>
            <a:r>
              <a:rPr lang="en-US" sz="2000" u="sng" dirty="0">
                <a:ea typeface="ＭＳ Ｐゴシック" charset="0"/>
                <a:cs typeface="Times New Roman" charset="0"/>
              </a:rPr>
              <a:t>axons</a:t>
            </a:r>
            <a:r>
              <a:rPr lang="en-US" sz="2000" dirty="0">
                <a:ea typeface="ＭＳ Ｐゴシック" charset="0"/>
                <a:cs typeface="Times New Roman" charset="0"/>
              </a:rPr>
              <a:t>) + Anterior gray horn (</a:t>
            </a:r>
            <a:r>
              <a:rPr lang="en-US" sz="2000" u="sng" dirty="0">
                <a:ea typeface="ＭＳ Ｐゴシック" charset="0"/>
                <a:cs typeface="Times New Roman" charset="0"/>
              </a:rPr>
              <a:t>somas</a:t>
            </a:r>
            <a:r>
              <a:rPr lang="en-US" sz="2000" dirty="0">
                <a:ea typeface="ＭＳ Ｐゴシック" charset="0"/>
                <a:cs typeface="Times New Roman" charset="0"/>
              </a:rPr>
              <a:t>)</a:t>
            </a:r>
            <a:endParaRPr lang="en-US" sz="2000" u="sng" dirty="0">
              <a:ea typeface="ＭＳ Ｐゴシック" charset="0"/>
              <a:cs typeface="Times New Roman" charset="0"/>
            </a:endParaRPr>
          </a:p>
          <a:p>
            <a:pPr marL="228600" indent="-2286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2000" b="1" dirty="0">
                <a:ea typeface="ＭＳ Ｐゴシック" charset="0"/>
                <a:cs typeface="Times New Roman" charset="0"/>
              </a:rPr>
              <a:t>Visceral motor </a:t>
            </a:r>
            <a:r>
              <a:rPr lang="en-US" sz="2000" dirty="0">
                <a:ea typeface="ＭＳ Ｐゴシック" charset="0"/>
                <a:cs typeface="Times New Roman" charset="0"/>
              </a:rPr>
              <a:t>neurons = Lateral white columns (</a:t>
            </a:r>
            <a:r>
              <a:rPr lang="en-US" sz="2000" u="sng" dirty="0">
                <a:ea typeface="ＭＳ Ｐゴシック" charset="0"/>
                <a:cs typeface="Times New Roman" charset="0"/>
              </a:rPr>
              <a:t>axons</a:t>
            </a:r>
            <a:r>
              <a:rPr lang="en-US" sz="2000" dirty="0">
                <a:ea typeface="ＭＳ Ｐゴシック" charset="0"/>
                <a:cs typeface="Times New Roman" charset="0"/>
              </a:rPr>
              <a:t>) + Lateral gray horn (</a:t>
            </a:r>
            <a:r>
              <a:rPr lang="en-US" sz="2000" u="sng" dirty="0">
                <a:ea typeface="ＭＳ Ｐゴシック" charset="0"/>
                <a:cs typeface="Times New Roman" charset="0"/>
              </a:rPr>
              <a:t>somas</a:t>
            </a:r>
            <a:r>
              <a:rPr lang="en-US" sz="2000" dirty="0">
                <a:ea typeface="ＭＳ Ｐゴシック" charset="0"/>
                <a:cs typeface="Times New Roman" charset="0"/>
              </a:rPr>
              <a:t>)</a:t>
            </a:r>
            <a:endParaRPr lang="en-US" sz="2000" u="sng" dirty="0">
              <a:ea typeface="ＭＳ Ｐゴシック" charset="0"/>
              <a:cs typeface="Times New Roman" charset="0"/>
            </a:endParaRPr>
          </a:p>
          <a:p>
            <a:pPr marL="228600" indent="-2286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2000" b="1" dirty="0">
                <a:ea typeface="ＭＳ Ｐゴシック" charset="0"/>
                <a:cs typeface="Times New Roman" charset="0"/>
              </a:rPr>
              <a:t>Sensory</a:t>
            </a:r>
            <a:r>
              <a:rPr lang="en-US" sz="2000" dirty="0">
                <a:ea typeface="ＭＳ Ｐゴシック" charset="0"/>
                <a:cs typeface="Times New Roman" charset="0"/>
              </a:rPr>
              <a:t> neurons = Posterior gray horn (</a:t>
            </a:r>
            <a:r>
              <a:rPr lang="en-US" sz="2000" u="sng" dirty="0">
                <a:ea typeface="ＭＳ Ｐゴシック" charset="0"/>
                <a:cs typeface="Times New Roman" charset="0"/>
              </a:rPr>
              <a:t>somas</a:t>
            </a:r>
            <a:r>
              <a:rPr lang="en-US" sz="2000" dirty="0">
                <a:ea typeface="ＭＳ Ｐゴシック" charset="0"/>
                <a:cs typeface="Times New Roman" charset="0"/>
              </a:rPr>
              <a:t>) + Posterior white columns (</a:t>
            </a:r>
            <a:r>
              <a:rPr lang="en-US" sz="2000" u="sng" dirty="0">
                <a:ea typeface="ＭＳ Ｐゴシック" charset="0"/>
                <a:cs typeface="Times New Roman" charset="0"/>
              </a:rPr>
              <a:t>axons</a:t>
            </a:r>
            <a:r>
              <a:rPr lang="en-US" sz="2000" dirty="0">
                <a:ea typeface="ＭＳ Ｐゴシック" charset="0"/>
                <a:cs typeface="Times New Roman" charset="0"/>
              </a:rPr>
              <a:t>)</a:t>
            </a:r>
            <a:endParaRPr lang="en-US" sz="1400" dirty="0">
              <a:ea typeface="ＭＳ Ｐゴシック" charset="0"/>
              <a:cs typeface="+mn-cs"/>
            </a:endParaRPr>
          </a:p>
        </p:txBody>
      </p:sp>
      <p:sp>
        <p:nvSpPr>
          <p:cNvPr id="33" name="Explosion 1 32">
            <a:extLst>
              <a:ext uri="{FF2B5EF4-FFF2-40B4-BE49-F238E27FC236}">
                <a16:creationId xmlns:a16="http://schemas.microsoft.com/office/drawing/2014/main" id="{BC06072C-C1E3-A54B-95A3-CE0557FE80D4}"/>
              </a:ext>
            </a:extLst>
          </p:cNvPr>
          <p:cNvSpPr/>
          <p:nvPr/>
        </p:nvSpPr>
        <p:spPr>
          <a:xfrm>
            <a:off x="5068658" y="4949057"/>
            <a:ext cx="252720" cy="245091"/>
          </a:xfrm>
          <a:prstGeom prst="irregularSeal1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Explosion 1 33">
            <a:extLst>
              <a:ext uri="{FF2B5EF4-FFF2-40B4-BE49-F238E27FC236}">
                <a16:creationId xmlns:a16="http://schemas.microsoft.com/office/drawing/2014/main" id="{CD29F453-5AEE-1B4E-8CCA-51B46B4E7E89}"/>
              </a:ext>
            </a:extLst>
          </p:cNvPr>
          <p:cNvSpPr/>
          <p:nvPr/>
        </p:nvSpPr>
        <p:spPr>
          <a:xfrm>
            <a:off x="4817349" y="4948530"/>
            <a:ext cx="252720" cy="245091"/>
          </a:xfrm>
          <a:prstGeom prst="irregularSeal1">
            <a:avLst/>
          </a:prstGeom>
          <a:solidFill>
            <a:srgbClr val="FFE8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Can 22">
            <a:extLst>
              <a:ext uri="{FF2B5EF4-FFF2-40B4-BE49-F238E27FC236}">
                <a16:creationId xmlns:a16="http://schemas.microsoft.com/office/drawing/2014/main" id="{A7AE3FC8-6216-B142-B526-238F25431FC8}"/>
              </a:ext>
            </a:extLst>
          </p:cNvPr>
          <p:cNvSpPr/>
          <p:nvPr/>
        </p:nvSpPr>
        <p:spPr>
          <a:xfrm>
            <a:off x="4785434" y="4129609"/>
            <a:ext cx="173611" cy="1637839"/>
          </a:xfrm>
          <a:prstGeom prst="can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788B160-25F4-224E-8586-B5F0564029A6}"/>
              </a:ext>
            </a:extLst>
          </p:cNvPr>
          <p:cNvCxnSpPr>
            <a:cxnSpLocks/>
          </p:cNvCxnSpPr>
          <p:nvPr/>
        </p:nvCxnSpPr>
        <p:spPr>
          <a:xfrm>
            <a:off x="4876800" y="4259951"/>
            <a:ext cx="0" cy="13026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n 2">
            <a:extLst>
              <a:ext uri="{FF2B5EF4-FFF2-40B4-BE49-F238E27FC236}">
                <a16:creationId xmlns:a16="http://schemas.microsoft.com/office/drawing/2014/main" id="{F4694013-9A51-4140-BE6F-0A6B28ACCD33}"/>
              </a:ext>
            </a:extLst>
          </p:cNvPr>
          <p:cNvSpPr/>
          <p:nvPr/>
        </p:nvSpPr>
        <p:spPr>
          <a:xfrm>
            <a:off x="4607463" y="4129609"/>
            <a:ext cx="173611" cy="1637839"/>
          </a:xfrm>
          <a:prstGeom prst="can">
            <a:avLst/>
          </a:prstGeom>
          <a:solidFill>
            <a:srgbClr val="FFE8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B799B01-DB5A-DF45-8AF6-BCBB214777A1}"/>
              </a:ext>
            </a:extLst>
          </p:cNvPr>
          <p:cNvCxnSpPr>
            <a:cxnSpLocks/>
          </p:cNvCxnSpPr>
          <p:nvPr/>
        </p:nvCxnSpPr>
        <p:spPr>
          <a:xfrm>
            <a:off x="4724400" y="4259951"/>
            <a:ext cx="0" cy="13026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6">
            <a:extLst>
              <a:ext uri="{FF2B5EF4-FFF2-40B4-BE49-F238E27FC236}">
                <a16:creationId xmlns:a16="http://schemas.microsoft.com/office/drawing/2014/main" id="{8B6E8627-9491-194C-ADA8-66F5D81F954F}"/>
              </a:ext>
            </a:extLst>
          </p:cNvPr>
          <p:cNvSpPr/>
          <p:nvPr/>
        </p:nvSpPr>
        <p:spPr>
          <a:xfrm>
            <a:off x="5054600" y="5130800"/>
            <a:ext cx="426720" cy="718331"/>
          </a:xfrm>
          <a:custGeom>
            <a:avLst/>
            <a:gdLst>
              <a:gd name="connsiteX0" fmla="*/ 0 w 426720"/>
              <a:gd name="connsiteY0" fmla="*/ 599440 h 718331"/>
              <a:gd name="connsiteX1" fmla="*/ 5080 w 426720"/>
              <a:gd name="connsiteY1" fmla="*/ 645160 h 718331"/>
              <a:gd name="connsiteX2" fmla="*/ 10160 w 426720"/>
              <a:gd name="connsiteY2" fmla="*/ 660400 h 718331"/>
              <a:gd name="connsiteX3" fmla="*/ 55880 w 426720"/>
              <a:gd name="connsiteY3" fmla="*/ 680720 h 718331"/>
              <a:gd name="connsiteX4" fmla="*/ 71120 w 426720"/>
              <a:gd name="connsiteY4" fmla="*/ 690880 h 718331"/>
              <a:gd name="connsiteX5" fmla="*/ 101600 w 426720"/>
              <a:gd name="connsiteY5" fmla="*/ 701040 h 718331"/>
              <a:gd name="connsiteX6" fmla="*/ 116840 w 426720"/>
              <a:gd name="connsiteY6" fmla="*/ 706120 h 718331"/>
              <a:gd name="connsiteX7" fmla="*/ 152400 w 426720"/>
              <a:gd name="connsiteY7" fmla="*/ 711200 h 718331"/>
              <a:gd name="connsiteX8" fmla="*/ 223520 w 426720"/>
              <a:gd name="connsiteY8" fmla="*/ 711200 h 718331"/>
              <a:gd name="connsiteX9" fmla="*/ 254000 w 426720"/>
              <a:gd name="connsiteY9" fmla="*/ 701040 h 718331"/>
              <a:gd name="connsiteX10" fmla="*/ 284480 w 426720"/>
              <a:gd name="connsiteY10" fmla="*/ 680720 h 718331"/>
              <a:gd name="connsiteX11" fmla="*/ 299720 w 426720"/>
              <a:gd name="connsiteY11" fmla="*/ 670560 h 718331"/>
              <a:gd name="connsiteX12" fmla="*/ 304800 w 426720"/>
              <a:gd name="connsiteY12" fmla="*/ 655320 h 718331"/>
              <a:gd name="connsiteX13" fmla="*/ 335280 w 426720"/>
              <a:gd name="connsiteY13" fmla="*/ 635000 h 718331"/>
              <a:gd name="connsiteX14" fmla="*/ 355600 w 426720"/>
              <a:gd name="connsiteY14" fmla="*/ 604520 h 718331"/>
              <a:gd name="connsiteX15" fmla="*/ 370840 w 426720"/>
              <a:gd name="connsiteY15" fmla="*/ 558800 h 718331"/>
              <a:gd name="connsiteX16" fmla="*/ 381000 w 426720"/>
              <a:gd name="connsiteY16" fmla="*/ 528320 h 718331"/>
              <a:gd name="connsiteX17" fmla="*/ 386080 w 426720"/>
              <a:gd name="connsiteY17" fmla="*/ 513080 h 718331"/>
              <a:gd name="connsiteX18" fmla="*/ 406400 w 426720"/>
              <a:gd name="connsiteY18" fmla="*/ 467360 h 718331"/>
              <a:gd name="connsiteX19" fmla="*/ 411480 w 426720"/>
              <a:gd name="connsiteY19" fmla="*/ 452120 h 718331"/>
              <a:gd name="connsiteX20" fmla="*/ 421640 w 426720"/>
              <a:gd name="connsiteY20" fmla="*/ 375920 h 718331"/>
              <a:gd name="connsiteX21" fmla="*/ 426720 w 426720"/>
              <a:gd name="connsiteY21" fmla="*/ 335280 h 718331"/>
              <a:gd name="connsiteX22" fmla="*/ 416560 w 426720"/>
              <a:gd name="connsiteY22" fmla="*/ 157480 h 718331"/>
              <a:gd name="connsiteX23" fmla="*/ 401320 w 426720"/>
              <a:gd name="connsiteY23" fmla="*/ 91440 h 718331"/>
              <a:gd name="connsiteX24" fmla="*/ 396240 w 426720"/>
              <a:gd name="connsiteY24" fmla="*/ 76200 h 718331"/>
              <a:gd name="connsiteX25" fmla="*/ 391160 w 426720"/>
              <a:gd name="connsiteY25" fmla="*/ 55880 h 718331"/>
              <a:gd name="connsiteX26" fmla="*/ 381000 w 426720"/>
              <a:gd name="connsiteY26" fmla="*/ 0 h 718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426720" h="718331">
                <a:moveTo>
                  <a:pt x="0" y="599440"/>
                </a:moveTo>
                <a:cubicBezTo>
                  <a:pt x="1693" y="614680"/>
                  <a:pt x="2559" y="630035"/>
                  <a:pt x="5080" y="645160"/>
                </a:cubicBezTo>
                <a:cubicBezTo>
                  <a:pt x="5960" y="650442"/>
                  <a:pt x="6815" y="656219"/>
                  <a:pt x="10160" y="660400"/>
                </a:cubicBezTo>
                <a:cubicBezTo>
                  <a:pt x="21976" y="675170"/>
                  <a:pt x="41244" y="670963"/>
                  <a:pt x="55880" y="680720"/>
                </a:cubicBezTo>
                <a:cubicBezTo>
                  <a:pt x="60960" y="684107"/>
                  <a:pt x="65541" y="688400"/>
                  <a:pt x="71120" y="690880"/>
                </a:cubicBezTo>
                <a:cubicBezTo>
                  <a:pt x="80907" y="695230"/>
                  <a:pt x="91440" y="697653"/>
                  <a:pt x="101600" y="701040"/>
                </a:cubicBezTo>
                <a:cubicBezTo>
                  <a:pt x="106680" y="702733"/>
                  <a:pt x="111539" y="705363"/>
                  <a:pt x="116840" y="706120"/>
                </a:cubicBezTo>
                <a:lnTo>
                  <a:pt x="152400" y="711200"/>
                </a:lnTo>
                <a:cubicBezTo>
                  <a:pt x="182442" y="721214"/>
                  <a:pt x="172581" y="720189"/>
                  <a:pt x="223520" y="711200"/>
                </a:cubicBezTo>
                <a:cubicBezTo>
                  <a:pt x="234067" y="709339"/>
                  <a:pt x="245089" y="706981"/>
                  <a:pt x="254000" y="701040"/>
                </a:cubicBezTo>
                <a:lnTo>
                  <a:pt x="284480" y="680720"/>
                </a:lnTo>
                <a:lnTo>
                  <a:pt x="299720" y="670560"/>
                </a:lnTo>
                <a:cubicBezTo>
                  <a:pt x="301413" y="665480"/>
                  <a:pt x="301014" y="659106"/>
                  <a:pt x="304800" y="655320"/>
                </a:cubicBezTo>
                <a:cubicBezTo>
                  <a:pt x="313434" y="646686"/>
                  <a:pt x="335280" y="635000"/>
                  <a:pt x="335280" y="635000"/>
                </a:cubicBezTo>
                <a:cubicBezTo>
                  <a:pt x="342053" y="624840"/>
                  <a:pt x="351739" y="616104"/>
                  <a:pt x="355600" y="604520"/>
                </a:cubicBezTo>
                <a:lnTo>
                  <a:pt x="370840" y="558800"/>
                </a:lnTo>
                <a:lnTo>
                  <a:pt x="381000" y="528320"/>
                </a:lnTo>
                <a:cubicBezTo>
                  <a:pt x="382693" y="523240"/>
                  <a:pt x="383110" y="517535"/>
                  <a:pt x="386080" y="513080"/>
                </a:cubicBezTo>
                <a:cubicBezTo>
                  <a:pt x="402181" y="488929"/>
                  <a:pt x="394309" y="503632"/>
                  <a:pt x="406400" y="467360"/>
                </a:cubicBezTo>
                <a:lnTo>
                  <a:pt x="411480" y="452120"/>
                </a:lnTo>
                <a:cubicBezTo>
                  <a:pt x="426039" y="335651"/>
                  <a:pt x="407619" y="481080"/>
                  <a:pt x="421640" y="375920"/>
                </a:cubicBezTo>
                <a:cubicBezTo>
                  <a:pt x="423444" y="362388"/>
                  <a:pt x="425027" y="348827"/>
                  <a:pt x="426720" y="335280"/>
                </a:cubicBezTo>
                <a:cubicBezTo>
                  <a:pt x="423336" y="240528"/>
                  <a:pt x="427814" y="225002"/>
                  <a:pt x="416560" y="157480"/>
                </a:cubicBezTo>
                <a:cubicBezTo>
                  <a:pt x="413873" y="141361"/>
                  <a:pt x="405275" y="103304"/>
                  <a:pt x="401320" y="91440"/>
                </a:cubicBezTo>
                <a:cubicBezTo>
                  <a:pt x="399627" y="86360"/>
                  <a:pt x="397711" y="81349"/>
                  <a:pt x="396240" y="76200"/>
                </a:cubicBezTo>
                <a:cubicBezTo>
                  <a:pt x="394322" y="69487"/>
                  <a:pt x="393166" y="62567"/>
                  <a:pt x="391160" y="55880"/>
                </a:cubicBezTo>
                <a:cubicBezTo>
                  <a:pt x="378323" y="13089"/>
                  <a:pt x="381000" y="39493"/>
                  <a:pt x="381000" y="0"/>
                </a:cubicBezTo>
              </a:path>
            </a:pathLst>
          </a:custGeom>
          <a:noFill/>
          <a:ln w="44450">
            <a:solidFill>
              <a:srgbClr val="62CD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an 23">
            <a:extLst>
              <a:ext uri="{FF2B5EF4-FFF2-40B4-BE49-F238E27FC236}">
                <a16:creationId xmlns:a16="http://schemas.microsoft.com/office/drawing/2014/main" id="{EE0F6FB4-1F86-CE48-9535-F161E0F72482}"/>
              </a:ext>
            </a:extLst>
          </p:cNvPr>
          <p:cNvSpPr/>
          <p:nvPr/>
        </p:nvSpPr>
        <p:spPr>
          <a:xfrm>
            <a:off x="4964797" y="4129609"/>
            <a:ext cx="173611" cy="1637839"/>
          </a:xfrm>
          <a:prstGeom prst="can">
            <a:avLst/>
          </a:prstGeom>
          <a:solidFill>
            <a:srgbClr val="62CD9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DF0F39E-EA0A-124B-87B8-BC810C4B1996}"/>
              </a:ext>
            </a:extLst>
          </p:cNvPr>
          <p:cNvCxnSpPr>
            <a:cxnSpLocks/>
          </p:cNvCxnSpPr>
          <p:nvPr/>
        </p:nvCxnSpPr>
        <p:spPr>
          <a:xfrm>
            <a:off x="5054600" y="4259951"/>
            <a:ext cx="0" cy="13026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xplosion 1 34">
            <a:extLst>
              <a:ext uri="{FF2B5EF4-FFF2-40B4-BE49-F238E27FC236}">
                <a16:creationId xmlns:a16="http://schemas.microsoft.com/office/drawing/2014/main" id="{6931E28D-A5F7-9D44-828A-EE1729A3DC20}"/>
              </a:ext>
            </a:extLst>
          </p:cNvPr>
          <p:cNvSpPr/>
          <p:nvPr/>
        </p:nvSpPr>
        <p:spPr>
          <a:xfrm>
            <a:off x="5320544" y="4948529"/>
            <a:ext cx="252720" cy="245091"/>
          </a:xfrm>
          <a:prstGeom prst="irregularSeal1">
            <a:avLst/>
          </a:prstGeom>
          <a:solidFill>
            <a:srgbClr val="32CD9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171186D7-D428-474E-97CA-19D94F54F676}"/>
              </a:ext>
            </a:extLst>
          </p:cNvPr>
          <p:cNvSpPr/>
          <p:nvPr/>
        </p:nvSpPr>
        <p:spPr>
          <a:xfrm>
            <a:off x="5244416" y="5130800"/>
            <a:ext cx="470584" cy="692230"/>
          </a:xfrm>
          <a:custGeom>
            <a:avLst/>
            <a:gdLst>
              <a:gd name="connsiteX0" fmla="*/ 0 w 426720"/>
              <a:gd name="connsiteY0" fmla="*/ 599440 h 718331"/>
              <a:gd name="connsiteX1" fmla="*/ 5080 w 426720"/>
              <a:gd name="connsiteY1" fmla="*/ 645160 h 718331"/>
              <a:gd name="connsiteX2" fmla="*/ 10160 w 426720"/>
              <a:gd name="connsiteY2" fmla="*/ 660400 h 718331"/>
              <a:gd name="connsiteX3" fmla="*/ 55880 w 426720"/>
              <a:gd name="connsiteY3" fmla="*/ 680720 h 718331"/>
              <a:gd name="connsiteX4" fmla="*/ 71120 w 426720"/>
              <a:gd name="connsiteY4" fmla="*/ 690880 h 718331"/>
              <a:gd name="connsiteX5" fmla="*/ 101600 w 426720"/>
              <a:gd name="connsiteY5" fmla="*/ 701040 h 718331"/>
              <a:gd name="connsiteX6" fmla="*/ 116840 w 426720"/>
              <a:gd name="connsiteY6" fmla="*/ 706120 h 718331"/>
              <a:gd name="connsiteX7" fmla="*/ 152400 w 426720"/>
              <a:gd name="connsiteY7" fmla="*/ 711200 h 718331"/>
              <a:gd name="connsiteX8" fmla="*/ 223520 w 426720"/>
              <a:gd name="connsiteY8" fmla="*/ 711200 h 718331"/>
              <a:gd name="connsiteX9" fmla="*/ 254000 w 426720"/>
              <a:gd name="connsiteY9" fmla="*/ 701040 h 718331"/>
              <a:gd name="connsiteX10" fmla="*/ 284480 w 426720"/>
              <a:gd name="connsiteY10" fmla="*/ 680720 h 718331"/>
              <a:gd name="connsiteX11" fmla="*/ 299720 w 426720"/>
              <a:gd name="connsiteY11" fmla="*/ 670560 h 718331"/>
              <a:gd name="connsiteX12" fmla="*/ 304800 w 426720"/>
              <a:gd name="connsiteY12" fmla="*/ 655320 h 718331"/>
              <a:gd name="connsiteX13" fmla="*/ 335280 w 426720"/>
              <a:gd name="connsiteY13" fmla="*/ 635000 h 718331"/>
              <a:gd name="connsiteX14" fmla="*/ 355600 w 426720"/>
              <a:gd name="connsiteY14" fmla="*/ 604520 h 718331"/>
              <a:gd name="connsiteX15" fmla="*/ 370840 w 426720"/>
              <a:gd name="connsiteY15" fmla="*/ 558800 h 718331"/>
              <a:gd name="connsiteX16" fmla="*/ 381000 w 426720"/>
              <a:gd name="connsiteY16" fmla="*/ 528320 h 718331"/>
              <a:gd name="connsiteX17" fmla="*/ 386080 w 426720"/>
              <a:gd name="connsiteY17" fmla="*/ 513080 h 718331"/>
              <a:gd name="connsiteX18" fmla="*/ 406400 w 426720"/>
              <a:gd name="connsiteY18" fmla="*/ 467360 h 718331"/>
              <a:gd name="connsiteX19" fmla="*/ 411480 w 426720"/>
              <a:gd name="connsiteY19" fmla="*/ 452120 h 718331"/>
              <a:gd name="connsiteX20" fmla="*/ 421640 w 426720"/>
              <a:gd name="connsiteY20" fmla="*/ 375920 h 718331"/>
              <a:gd name="connsiteX21" fmla="*/ 426720 w 426720"/>
              <a:gd name="connsiteY21" fmla="*/ 335280 h 718331"/>
              <a:gd name="connsiteX22" fmla="*/ 416560 w 426720"/>
              <a:gd name="connsiteY22" fmla="*/ 157480 h 718331"/>
              <a:gd name="connsiteX23" fmla="*/ 401320 w 426720"/>
              <a:gd name="connsiteY23" fmla="*/ 91440 h 718331"/>
              <a:gd name="connsiteX24" fmla="*/ 396240 w 426720"/>
              <a:gd name="connsiteY24" fmla="*/ 76200 h 718331"/>
              <a:gd name="connsiteX25" fmla="*/ 391160 w 426720"/>
              <a:gd name="connsiteY25" fmla="*/ 55880 h 718331"/>
              <a:gd name="connsiteX26" fmla="*/ 381000 w 426720"/>
              <a:gd name="connsiteY26" fmla="*/ 0 h 718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426720" h="718331">
                <a:moveTo>
                  <a:pt x="0" y="599440"/>
                </a:moveTo>
                <a:cubicBezTo>
                  <a:pt x="1693" y="614680"/>
                  <a:pt x="2559" y="630035"/>
                  <a:pt x="5080" y="645160"/>
                </a:cubicBezTo>
                <a:cubicBezTo>
                  <a:pt x="5960" y="650442"/>
                  <a:pt x="6815" y="656219"/>
                  <a:pt x="10160" y="660400"/>
                </a:cubicBezTo>
                <a:cubicBezTo>
                  <a:pt x="21976" y="675170"/>
                  <a:pt x="41244" y="670963"/>
                  <a:pt x="55880" y="680720"/>
                </a:cubicBezTo>
                <a:cubicBezTo>
                  <a:pt x="60960" y="684107"/>
                  <a:pt x="65541" y="688400"/>
                  <a:pt x="71120" y="690880"/>
                </a:cubicBezTo>
                <a:cubicBezTo>
                  <a:pt x="80907" y="695230"/>
                  <a:pt x="91440" y="697653"/>
                  <a:pt x="101600" y="701040"/>
                </a:cubicBezTo>
                <a:cubicBezTo>
                  <a:pt x="106680" y="702733"/>
                  <a:pt x="111539" y="705363"/>
                  <a:pt x="116840" y="706120"/>
                </a:cubicBezTo>
                <a:lnTo>
                  <a:pt x="152400" y="711200"/>
                </a:lnTo>
                <a:cubicBezTo>
                  <a:pt x="182442" y="721214"/>
                  <a:pt x="172581" y="720189"/>
                  <a:pt x="223520" y="711200"/>
                </a:cubicBezTo>
                <a:cubicBezTo>
                  <a:pt x="234067" y="709339"/>
                  <a:pt x="245089" y="706981"/>
                  <a:pt x="254000" y="701040"/>
                </a:cubicBezTo>
                <a:lnTo>
                  <a:pt x="284480" y="680720"/>
                </a:lnTo>
                <a:lnTo>
                  <a:pt x="299720" y="670560"/>
                </a:lnTo>
                <a:cubicBezTo>
                  <a:pt x="301413" y="665480"/>
                  <a:pt x="301014" y="659106"/>
                  <a:pt x="304800" y="655320"/>
                </a:cubicBezTo>
                <a:cubicBezTo>
                  <a:pt x="313434" y="646686"/>
                  <a:pt x="335280" y="635000"/>
                  <a:pt x="335280" y="635000"/>
                </a:cubicBezTo>
                <a:cubicBezTo>
                  <a:pt x="342053" y="624840"/>
                  <a:pt x="351739" y="616104"/>
                  <a:pt x="355600" y="604520"/>
                </a:cubicBezTo>
                <a:lnTo>
                  <a:pt x="370840" y="558800"/>
                </a:lnTo>
                <a:lnTo>
                  <a:pt x="381000" y="528320"/>
                </a:lnTo>
                <a:cubicBezTo>
                  <a:pt x="382693" y="523240"/>
                  <a:pt x="383110" y="517535"/>
                  <a:pt x="386080" y="513080"/>
                </a:cubicBezTo>
                <a:cubicBezTo>
                  <a:pt x="402181" y="488929"/>
                  <a:pt x="394309" y="503632"/>
                  <a:pt x="406400" y="467360"/>
                </a:cubicBezTo>
                <a:lnTo>
                  <a:pt x="411480" y="452120"/>
                </a:lnTo>
                <a:cubicBezTo>
                  <a:pt x="426039" y="335651"/>
                  <a:pt x="407619" y="481080"/>
                  <a:pt x="421640" y="375920"/>
                </a:cubicBezTo>
                <a:cubicBezTo>
                  <a:pt x="423444" y="362388"/>
                  <a:pt x="425027" y="348827"/>
                  <a:pt x="426720" y="335280"/>
                </a:cubicBezTo>
                <a:cubicBezTo>
                  <a:pt x="423336" y="240528"/>
                  <a:pt x="427814" y="225002"/>
                  <a:pt x="416560" y="157480"/>
                </a:cubicBezTo>
                <a:cubicBezTo>
                  <a:pt x="413873" y="141361"/>
                  <a:pt x="405275" y="103304"/>
                  <a:pt x="401320" y="91440"/>
                </a:cubicBezTo>
                <a:cubicBezTo>
                  <a:pt x="399627" y="86360"/>
                  <a:pt x="397711" y="81349"/>
                  <a:pt x="396240" y="76200"/>
                </a:cubicBezTo>
                <a:cubicBezTo>
                  <a:pt x="394322" y="69487"/>
                  <a:pt x="393166" y="62567"/>
                  <a:pt x="391160" y="55880"/>
                </a:cubicBezTo>
                <a:cubicBezTo>
                  <a:pt x="378323" y="13089"/>
                  <a:pt x="381000" y="39493"/>
                  <a:pt x="381000" y="0"/>
                </a:cubicBezTo>
              </a:path>
            </a:pathLst>
          </a:custGeom>
          <a:noFill/>
          <a:ln w="444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Can 24">
            <a:extLst>
              <a:ext uri="{FF2B5EF4-FFF2-40B4-BE49-F238E27FC236}">
                <a16:creationId xmlns:a16="http://schemas.microsoft.com/office/drawing/2014/main" id="{E11134BD-6E08-A14D-A3A6-F857721B64A5}"/>
              </a:ext>
            </a:extLst>
          </p:cNvPr>
          <p:cNvSpPr/>
          <p:nvPr/>
        </p:nvSpPr>
        <p:spPr>
          <a:xfrm>
            <a:off x="5147146" y="4129609"/>
            <a:ext cx="173611" cy="1637839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B5BA528-7BD0-504A-8858-E386402337DA}"/>
              </a:ext>
            </a:extLst>
          </p:cNvPr>
          <p:cNvCxnSpPr>
            <a:cxnSpLocks/>
          </p:cNvCxnSpPr>
          <p:nvPr/>
        </p:nvCxnSpPr>
        <p:spPr>
          <a:xfrm>
            <a:off x="5244416" y="4259951"/>
            <a:ext cx="0" cy="13026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xplosion 1 31">
            <a:extLst>
              <a:ext uri="{FF2B5EF4-FFF2-40B4-BE49-F238E27FC236}">
                <a16:creationId xmlns:a16="http://schemas.microsoft.com/office/drawing/2014/main" id="{97998F2D-C7FD-7A4E-A7FF-017AC94511AD}"/>
              </a:ext>
            </a:extLst>
          </p:cNvPr>
          <p:cNvSpPr/>
          <p:nvPr/>
        </p:nvSpPr>
        <p:spPr>
          <a:xfrm>
            <a:off x="5571277" y="4953000"/>
            <a:ext cx="252720" cy="245091"/>
          </a:xfrm>
          <a:prstGeom prst="irregularSeal1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5D624DB9-E75A-FC47-9D94-68EBB04535FA}"/>
              </a:ext>
            </a:extLst>
          </p:cNvPr>
          <p:cNvSpPr/>
          <p:nvPr/>
        </p:nvSpPr>
        <p:spPr>
          <a:xfrm>
            <a:off x="5746625" y="5153891"/>
            <a:ext cx="2749320" cy="1002369"/>
          </a:xfrm>
          <a:custGeom>
            <a:avLst/>
            <a:gdLst>
              <a:gd name="connsiteX0" fmla="*/ 8340 w 2749320"/>
              <a:gd name="connsiteY0" fmla="*/ 0 h 1002369"/>
              <a:gd name="connsiteX1" fmla="*/ 187383 w 2749320"/>
              <a:gd name="connsiteY1" fmla="*/ 287748 h 1002369"/>
              <a:gd name="connsiteX2" fmla="*/ 8340 w 2749320"/>
              <a:gd name="connsiteY2" fmla="*/ 517947 h 1002369"/>
              <a:gd name="connsiteX3" fmla="*/ 110651 w 2749320"/>
              <a:gd name="connsiteY3" fmla="*/ 696990 h 1002369"/>
              <a:gd name="connsiteX4" fmla="*/ 794852 w 2749320"/>
              <a:gd name="connsiteY4" fmla="*/ 984738 h 1002369"/>
              <a:gd name="connsiteX5" fmla="*/ 1479053 w 2749320"/>
              <a:gd name="connsiteY5" fmla="*/ 933583 h 1002369"/>
              <a:gd name="connsiteX6" fmla="*/ 1933056 w 2749320"/>
              <a:gd name="connsiteY6" fmla="*/ 626652 h 1002369"/>
              <a:gd name="connsiteX7" fmla="*/ 2252776 w 2749320"/>
              <a:gd name="connsiteY7" fmla="*/ 287748 h 1002369"/>
              <a:gd name="connsiteX8" fmla="*/ 2725962 w 2749320"/>
              <a:gd name="connsiteY8" fmla="*/ 524341 h 1002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49320" h="1002369">
                <a:moveTo>
                  <a:pt x="8340" y="0"/>
                </a:moveTo>
                <a:cubicBezTo>
                  <a:pt x="97861" y="100712"/>
                  <a:pt x="187383" y="201424"/>
                  <a:pt x="187383" y="287748"/>
                </a:cubicBezTo>
                <a:cubicBezTo>
                  <a:pt x="187383" y="374072"/>
                  <a:pt x="21129" y="449740"/>
                  <a:pt x="8340" y="517947"/>
                </a:cubicBezTo>
                <a:cubicBezTo>
                  <a:pt x="-4449" y="586154"/>
                  <a:pt x="-20434" y="619192"/>
                  <a:pt x="110651" y="696990"/>
                </a:cubicBezTo>
                <a:cubicBezTo>
                  <a:pt x="241736" y="774788"/>
                  <a:pt x="566785" y="945306"/>
                  <a:pt x="794852" y="984738"/>
                </a:cubicBezTo>
                <a:cubicBezTo>
                  <a:pt x="1022919" y="1024170"/>
                  <a:pt x="1289352" y="993264"/>
                  <a:pt x="1479053" y="933583"/>
                </a:cubicBezTo>
                <a:cubicBezTo>
                  <a:pt x="1668754" y="873902"/>
                  <a:pt x="1804102" y="734291"/>
                  <a:pt x="1933056" y="626652"/>
                </a:cubicBezTo>
                <a:cubicBezTo>
                  <a:pt x="2062010" y="519013"/>
                  <a:pt x="2120625" y="304800"/>
                  <a:pt x="2252776" y="287748"/>
                </a:cubicBezTo>
                <a:cubicBezTo>
                  <a:pt x="2384927" y="270696"/>
                  <a:pt x="2859179" y="548853"/>
                  <a:pt x="2725962" y="524341"/>
                </a:cubicBezTo>
              </a:path>
            </a:pathLst>
          </a:custGeom>
          <a:noFill/>
          <a:ln w="44450">
            <a:solidFill>
              <a:schemeClr val="accent2">
                <a:lumMod val="40000"/>
                <a:lumOff val="60000"/>
              </a:schemeClr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315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23" grpId="0" animBg="1"/>
      <p:bldP spid="3" grpId="0" animBg="1"/>
      <p:bldP spid="7" grpId="0" animBg="1"/>
      <p:bldP spid="24" grpId="0" animBg="1"/>
      <p:bldP spid="35" grpId="0" animBg="1"/>
      <p:bldP spid="26" grpId="0" animBg="1"/>
      <p:bldP spid="25" grpId="0" animBg="1"/>
      <p:bldP spid="32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F96081A1-23A1-40BB-9BDD-D3FB9C2620DA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400" b="1" dirty="0"/>
              <a:t>ANATOMY: VISCERAL MOTOR</a:t>
            </a: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D6AC8485-2E55-4D23-BF1F-A7F7FACDEB53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pic>
        <p:nvPicPr>
          <p:cNvPr id="34819" name="Picture 2" descr="figure_14_04c_unlabeled">
            <a:extLst>
              <a:ext uri="{FF2B5EF4-FFF2-40B4-BE49-F238E27FC236}">
                <a16:creationId xmlns:a16="http://schemas.microsoft.com/office/drawing/2014/main" id="{489FA2B3-197A-48FC-A710-8D74466DC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50"/>
          <a:stretch>
            <a:fillRect/>
          </a:stretch>
        </p:blipFill>
        <p:spPr bwMode="auto">
          <a:xfrm>
            <a:off x="685800" y="2362200"/>
            <a:ext cx="76962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6E87C860-3A9B-3D41-A5FB-74C51E02972F}"/>
              </a:ext>
            </a:extLst>
          </p:cNvPr>
          <p:cNvSpPr/>
          <p:nvPr/>
        </p:nvSpPr>
        <p:spPr>
          <a:xfrm>
            <a:off x="2614824" y="4271358"/>
            <a:ext cx="651170" cy="681642"/>
          </a:xfrm>
          <a:custGeom>
            <a:avLst/>
            <a:gdLst>
              <a:gd name="connsiteX0" fmla="*/ 55552 w 148542"/>
              <a:gd name="connsiteY0" fmla="*/ 0 h 490779"/>
              <a:gd name="connsiteX1" fmla="*/ 3891 w 148542"/>
              <a:gd name="connsiteY1" fmla="*/ 320298 h 490779"/>
              <a:gd name="connsiteX2" fmla="*/ 148542 w 148542"/>
              <a:gd name="connsiteY2" fmla="*/ 490779 h 490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8542" h="490779">
                <a:moveTo>
                  <a:pt x="55552" y="0"/>
                </a:moveTo>
                <a:cubicBezTo>
                  <a:pt x="21972" y="119251"/>
                  <a:pt x="-11607" y="238502"/>
                  <a:pt x="3891" y="320298"/>
                </a:cubicBezTo>
                <a:cubicBezTo>
                  <a:pt x="19389" y="402094"/>
                  <a:pt x="135627" y="464088"/>
                  <a:pt x="148542" y="490779"/>
                </a:cubicBezTo>
              </a:path>
            </a:pathLst>
          </a:custGeom>
          <a:noFill/>
          <a:ln w="635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Explosion 1 31">
            <a:extLst>
              <a:ext uri="{FF2B5EF4-FFF2-40B4-BE49-F238E27FC236}">
                <a16:creationId xmlns:a16="http://schemas.microsoft.com/office/drawing/2014/main" id="{97998F2D-C7FD-7A4E-A7FF-017AC94511AD}"/>
              </a:ext>
            </a:extLst>
          </p:cNvPr>
          <p:cNvSpPr/>
          <p:nvPr/>
        </p:nvSpPr>
        <p:spPr>
          <a:xfrm>
            <a:off x="3202635" y="4777454"/>
            <a:ext cx="252720" cy="245091"/>
          </a:xfrm>
          <a:prstGeom prst="irregularSeal1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D0E1FD48-5C06-0F44-B8AB-D1CEB9A60F2E}"/>
              </a:ext>
            </a:extLst>
          </p:cNvPr>
          <p:cNvSpPr/>
          <p:nvPr/>
        </p:nvSpPr>
        <p:spPr>
          <a:xfrm>
            <a:off x="2786065" y="4373254"/>
            <a:ext cx="534464" cy="404200"/>
          </a:xfrm>
          <a:custGeom>
            <a:avLst/>
            <a:gdLst>
              <a:gd name="connsiteX0" fmla="*/ 55552 w 148542"/>
              <a:gd name="connsiteY0" fmla="*/ 0 h 490779"/>
              <a:gd name="connsiteX1" fmla="*/ 3891 w 148542"/>
              <a:gd name="connsiteY1" fmla="*/ 320298 h 490779"/>
              <a:gd name="connsiteX2" fmla="*/ 148542 w 148542"/>
              <a:gd name="connsiteY2" fmla="*/ 490779 h 490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8542" h="490779">
                <a:moveTo>
                  <a:pt x="55552" y="0"/>
                </a:moveTo>
                <a:cubicBezTo>
                  <a:pt x="21972" y="119251"/>
                  <a:pt x="-11607" y="238502"/>
                  <a:pt x="3891" y="320298"/>
                </a:cubicBezTo>
                <a:cubicBezTo>
                  <a:pt x="19389" y="402094"/>
                  <a:pt x="135627" y="464088"/>
                  <a:pt x="148542" y="490779"/>
                </a:cubicBezTo>
              </a:path>
            </a:pathLst>
          </a:custGeom>
          <a:noFill/>
          <a:ln w="635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Explosion 1 32">
            <a:extLst>
              <a:ext uri="{FF2B5EF4-FFF2-40B4-BE49-F238E27FC236}">
                <a16:creationId xmlns:a16="http://schemas.microsoft.com/office/drawing/2014/main" id="{BC06072C-C1E3-A54B-95A3-CE0557FE80D4}"/>
              </a:ext>
            </a:extLst>
          </p:cNvPr>
          <p:cNvSpPr/>
          <p:nvPr/>
        </p:nvSpPr>
        <p:spPr>
          <a:xfrm>
            <a:off x="3279363" y="4615652"/>
            <a:ext cx="252720" cy="245091"/>
          </a:xfrm>
          <a:prstGeom prst="irregularSeal1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E1B3EA04-0646-274B-A1CE-8F93B2336944}"/>
              </a:ext>
            </a:extLst>
          </p:cNvPr>
          <p:cNvSpPr/>
          <p:nvPr/>
        </p:nvSpPr>
        <p:spPr>
          <a:xfrm>
            <a:off x="2975263" y="4442536"/>
            <a:ext cx="418087" cy="200277"/>
          </a:xfrm>
          <a:custGeom>
            <a:avLst/>
            <a:gdLst>
              <a:gd name="connsiteX0" fmla="*/ 55552 w 148542"/>
              <a:gd name="connsiteY0" fmla="*/ 0 h 490779"/>
              <a:gd name="connsiteX1" fmla="*/ 3891 w 148542"/>
              <a:gd name="connsiteY1" fmla="*/ 320298 h 490779"/>
              <a:gd name="connsiteX2" fmla="*/ 148542 w 148542"/>
              <a:gd name="connsiteY2" fmla="*/ 490779 h 490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8542" h="490779">
                <a:moveTo>
                  <a:pt x="55552" y="0"/>
                </a:moveTo>
                <a:cubicBezTo>
                  <a:pt x="21972" y="119251"/>
                  <a:pt x="-11607" y="238502"/>
                  <a:pt x="3891" y="320298"/>
                </a:cubicBezTo>
                <a:cubicBezTo>
                  <a:pt x="19389" y="402094"/>
                  <a:pt x="135627" y="464088"/>
                  <a:pt x="148542" y="490779"/>
                </a:cubicBezTo>
              </a:path>
            </a:pathLst>
          </a:custGeom>
          <a:noFill/>
          <a:ln w="63500">
            <a:solidFill>
              <a:srgbClr val="FFE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Explosion 1 33">
            <a:extLst>
              <a:ext uri="{FF2B5EF4-FFF2-40B4-BE49-F238E27FC236}">
                <a16:creationId xmlns:a16="http://schemas.microsoft.com/office/drawing/2014/main" id="{CD29F453-5AEE-1B4E-8CCA-51B46B4E7E89}"/>
              </a:ext>
            </a:extLst>
          </p:cNvPr>
          <p:cNvSpPr/>
          <p:nvPr/>
        </p:nvSpPr>
        <p:spPr>
          <a:xfrm>
            <a:off x="3360549" y="4485090"/>
            <a:ext cx="252720" cy="245091"/>
          </a:xfrm>
          <a:prstGeom prst="irregularSeal1">
            <a:avLst/>
          </a:prstGeom>
          <a:solidFill>
            <a:srgbClr val="FFE8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003B46D8-89B0-F84C-AAC2-7A669F495AE0}"/>
              </a:ext>
            </a:extLst>
          </p:cNvPr>
          <p:cNvSpPr/>
          <p:nvPr/>
        </p:nvSpPr>
        <p:spPr>
          <a:xfrm rot="15722519">
            <a:off x="3244389" y="4431466"/>
            <a:ext cx="45719" cy="180850"/>
          </a:xfrm>
          <a:custGeom>
            <a:avLst/>
            <a:gdLst>
              <a:gd name="connsiteX0" fmla="*/ 55552 w 148542"/>
              <a:gd name="connsiteY0" fmla="*/ 0 h 490779"/>
              <a:gd name="connsiteX1" fmla="*/ 3891 w 148542"/>
              <a:gd name="connsiteY1" fmla="*/ 320298 h 490779"/>
              <a:gd name="connsiteX2" fmla="*/ 148542 w 148542"/>
              <a:gd name="connsiteY2" fmla="*/ 490779 h 490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8542" h="490779">
                <a:moveTo>
                  <a:pt x="55552" y="0"/>
                </a:moveTo>
                <a:cubicBezTo>
                  <a:pt x="21972" y="119251"/>
                  <a:pt x="-11607" y="238502"/>
                  <a:pt x="3891" y="320298"/>
                </a:cubicBezTo>
                <a:cubicBezTo>
                  <a:pt x="19389" y="402094"/>
                  <a:pt x="135627" y="464088"/>
                  <a:pt x="148542" y="490779"/>
                </a:cubicBezTo>
              </a:path>
            </a:pathLst>
          </a:custGeom>
          <a:noFill/>
          <a:ln w="63500">
            <a:solidFill>
              <a:srgbClr val="62CD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Can 23">
            <a:extLst>
              <a:ext uri="{FF2B5EF4-FFF2-40B4-BE49-F238E27FC236}">
                <a16:creationId xmlns:a16="http://schemas.microsoft.com/office/drawing/2014/main" id="{EE0F6FB4-1F86-CE48-9535-F161E0F72482}"/>
              </a:ext>
            </a:extLst>
          </p:cNvPr>
          <p:cNvSpPr/>
          <p:nvPr/>
        </p:nvSpPr>
        <p:spPr>
          <a:xfrm>
            <a:off x="2910034" y="2861755"/>
            <a:ext cx="173611" cy="1637839"/>
          </a:xfrm>
          <a:prstGeom prst="can">
            <a:avLst/>
          </a:prstGeom>
          <a:solidFill>
            <a:srgbClr val="FFE8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DF0F39E-EA0A-124B-87B8-BC810C4B1996}"/>
              </a:ext>
            </a:extLst>
          </p:cNvPr>
          <p:cNvCxnSpPr>
            <a:cxnSpLocks/>
          </p:cNvCxnSpPr>
          <p:nvPr/>
        </p:nvCxnSpPr>
        <p:spPr>
          <a:xfrm>
            <a:off x="2971800" y="3048000"/>
            <a:ext cx="0" cy="12942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n 22">
            <a:extLst>
              <a:ext uri="{FF2B5EF4-FFF2-40B4-BE49-F238E27FC236}">
                <a16:creationId xmlns:a16="http://schemas.microsoft.com/office/drawing/2014/main" id="{A7AE3FC8-6216-B142-B526-238F25431FC8}"/>
              </a:ext>
            </a:extLst>
          </p:cNvPr>
          <p:cNvSpPr/>
          <p:nvPr/>
        </p:nvSpPr>
        <p:spPr>
          <a:xfrm>
            <a:off x="2730671" y="2861755"/>
            <a:ext cx="173611" cy="1637839"/>
          </a:xfrm>
          <a:prstGeom prst="can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788B160-25F4-224E-8586-B5F0564029A6}"/>
              </a:ext>
            </a:extLst>
          </p:cNvPr>
          <p:cNvCxnSpPr>
            <a:cxnSpLocks/>
          </p:cNvCxnSpPr>
          <p:nvPr/>
        </p:nvCxnSpPr>
        <p:spPr>
          <a:xfrm>
            <a:off x="2820701" y="3051794"/>
            <a:ext cx="0" cy="12942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n 2">
            <a:extLst>
              <a:ext uri="{FF2B5EF4-FFF2-40B4-BE49-F238E27FC236}">
                <a16:creationId xmlns:a16="http://schemas.microsoft.com/office/drawing/2014/main" id="{F4694013-9A51-4140-BE6F-0A6B28ACCD33}"/>
              </a:ext>
            </a:extLst>
          </p:cNvPr>
          <p:cNvSpPr/>
          <p:nvPr/>
        </p:nvSpPr>
        <p:spPr>
          <a:xfrm>
            <a:off x="2552700" y="2861755"/>
            <a:ext cx="173611" cy="1637839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B799B01-DB5A-DF45-8AF6-BCBB214777A1}"/>
              </a:ext>
            </a:extLst>
          </p:cNvPr>
          <p:cNvCxnSpPr>
            <a:cxnSpLocks/>
          </p:cNvCxnSpPr>
          <p:nvPr/>
        </p:nvCxnSpPr>
        <p:spPr>
          <a:xfrm>
            <a:off x="2638377" y="3051794"/>
            <a:ext cx="0" cy="12942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 1">
            <a:extLst>
              <a:ext uri="{FF2B5EF4-FFF2-40B4-BE49-F238E27FC236}">
                <a16:creationId xmlns:a16="http://schemas.microsoft.com/office/drawing/2014/main" id="{85766100-ACE7-7C4F-AC94-6C27B6BA47A7}"/>
              </a:ext>
            </a:extLst>
          </p:cNvPr>
          <p:cNvSpPr/>
          <p:nvPr/>
        </p:nvSpPr>
        <p:spPr>
          <a:xfrm>
            <a:off x="3195512" y="4432434"/>
            <a:ext cx="312896" cy="115503"/>
          </a:xfrm>
          <a:custGeom>
            <a:avLst/>
            <a:gdLst>
              <a:gd name="connsiteX0" fmla="*/ 4888 w 312896"/>
              <a:gd name="connsiteY0" fmla="*/ 52939 h 115503"/>
              <a:gd name="connsiteX1" fmla="*/ 4888 w 312896"/>
              <a:gd name="connsiteY1" fmla="*/ 101065 h 115503"/>
              <a:gd name="connsiteX2" fmla="*/ 19326 w 312896"/>
              <a:gd name="connsiteY2" fmla="*/ 110690 h 115503"/>
              <a:gd name="connsiteX3" fmla="*/ 33764 w 312896"/>
              <a:gd name="connsiteY3" fmla="*/ 115503 h 115503"/>
              <a:gd name="connsiteX4" fmla="*/ 81890 w 312896"/>
              <a:gd name="connsiteY4" fmla="*/ 110690 h 115503"/>
              <a:gd name="connsiteX5" fmla="*/ 110766 w 312896"/>
              <a:gd name="connsiteY5" fmla="*/ 101065 h 115503"/>
              <a:gd name="connsiteX6" fmla="*/ 134829 w 312896"/>
              <a:gd name="connsiteY6" fmla="*/ 77002 h 115503"/>
              <a:gd name="connsiteX7" fmla="*/ 144454 w 312896"/>
              <a:gd name="connsiteY7" fmla="*/ 62564 h 115503"/>
              <a:gd name="connsiteX8" fmla="*/ 154080 w 312896"/>
              <a:gd name="connsiteY8" fmla="*/ 52939 h 115503"/>
              <a:gd name="connsiteX9" fmla="*/ 173330 w 312896"/>
              <a:gd name="connsiteY9" fmla="*/ 28875 h 115503"/>
              <a:gd name="connsiteX10" fmla="*/ 202206 w 312896"/>
              <a:gd name="connsiteY10" fmla="*/ 9625 h 115503"/>
              <a:gd name="connsiteX11" fmla="*/ 231082 w 312896"/>
              <a:gd name="connsiteY11" fmla="*/ 0 h 115503"/>
              <a:gd name="connsiteX12" fmla="*/ 312896 w 312896"/>
              <a:gd name="connsiteY12" fmla="*/ 9625 h 115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2896" h="115503">
                <a:moveTo>
                  <a:pt x="4888" y="52939"/>
                </a:moveTo>
                <a:cubicBezTo>
                  <a:pt x="3342" y="63762"/>
                  <a:pt x="-5294" y="88338"/>
                  <a:pt x="4888" y="101065"/>
                </a:cubicBezTo>
                <a:cubicBezTo>
                  <a:pt x="8501" y="105582"/>
                  <a:pt x="14153" y="108103"/>
                  <a:pt x="19326" y="110690"/>
                </a:cubicBezTo>
                <a:cubicBezTo>
                  <a:pt x="23863" y="112959"/>
                  <a:pt x="28951" y="113899"/>
                  <a:pt x="33764" y="115503"/>
                </a:cubicBezTo>
                <a:cubicBezTo>
                  <a:pt x="49806" y="113899"/>
                  <a:pt x="66044" y="113661"/>
                  <a:pt x="81890" y="110690"/>
                </a:cubicBezTo>
                <a:cubicBezTo>
                  <a:pt x="91862" y="108820"/>
                  <a:pt x="110766" y="101065"/>
                  <a:pt x="110766" y="101065"/>
                </a:cubicBezTo>
                <a:cubicBezTo>
                  <a:pt x="136433" y="62564"/>
                  <a:pt x="102745" y="109086"/>
                  <a:pt x="134829" y="77002"/>
                </a:cubicBezTo>
                <a:cubicBezTo>
                  <a:pt x="138919" y="72912"/>
                  <a:pt x="140841" y="67081"/>
                  <a:pt x="144454" y="62564"/>
                </a:cubicBezTo>
                <a:cubicBezTo>
                  <a:pt x="147289" y="59021"/>
                  <a:pt x="151245" y="56482"/>
                  <a:pt x="154080" y="52939"/>
                </a:cubicBezTo>
                <a:cubicBezTo>
                  <a:pt x="163550" y="41102"/>
                  <a:pt x="161711" y="37589"/>
                  <a:pt x="173330" y="28875"/>
                </a:cubicBezTo>
                <a:cubicBezTo>
                  <a:pt x="182584" y="21934"/>
                  <a:pt x="191232" y="13283"/>
                  <a:pt x="202206" y="9625"/>
                </a:cubicBezTo>
                <a:lnTo>
                  <a:pt x="231082" y="0"/>
                </a:lnTo>
                <a:cubicBezTo>
                  <a:pt x="306850" y="5051"/>
                  <a:pt x="281701" y="-5974"/>
                  <a:pt x="312896" y="9625"/>
                </a:cubicBezTo>
              </a:path>
            </a:pathLst>
          </a:custGeom>
          <a:noFill/>
          <a:ln w="63500">
            <a:solidFill>
              <a:srgbClr val="32CD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an 24">
            <a:extLst>
              <a:ext uri="{FF2B5EF4-FFF2-40B4-BE49-F238E27FC236}">
                <a16:creationId xmlns:a16="http://schemas.microsoft.com/office/drawing/2014/main" id="{E11134BD-6E08-A14D-A3A6-F857721B64A5}"/>
              </a:ext>
            </a:extLst>
          </p:cNvPr>
          <p:cNvSpPr/>
          <p:nvPr/>
        </p:nvSpPr>
        <p:spPr>
          <a:xfrm>
            <a:off x="3092383" y="2861755"/>
            <a:ext cx="173611" cy="1637839"/>
          </a:xfrm>
          <a:prstGeom prst="can">
            <a:avLst/>
          </a:prstGeom>
          <a:solidFill>
            <a:srgbClr val="62CD9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B5BA528-7BD0-504A-8858-E386402337DA}"/>
              </a:ext>
            </a:extLst>
          </p:cNvPr>
          <p:cNvCxnSpPr>
            <a:cxnSpLocks/>
          </p:cNvCxnSpPr>
          <p:nvPr/>
        </p:nvCxnSpPr>
        <p:spPr>
          <a:xfrm>
            <a:off x="3194127" y="3033076"/>
            <a:ext cx="0" cy="131032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xplosion 1 34">
            <a:extLst>
              <a:ext uri="{FF2B5EF4-FFF2-40B4-BE49-F238E27FC236}">
                <a16:creationId xmlns:a16="http://schemas.microsoft.com/office/drawing/2014/main" id="{6931E28D-A5F7-9D44-828A-EE1729A3DC20}"/>
              </a:ext>
            </a:extLst>
          </p:cNvPr>
          <p:cNvSpPr/>
          <p:nvPr/>
        </p:nvSpPr>
        <p:spPr>
          <a:xfrm>
            <a:off x="3463722" y="4346069"/>
            <a:ext cx="252720" cy="245091"/>
          </a:xfrm>
          <a:prstGeom prst="irregularSeal1">
            <a:avLst/>
          </a:prstGeom>
          <a:solidFill>
            <a:srgbClr val="32CD9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D4AB055-F161-234D-9190-AE5CD077AC75}"/>
              </a:ext>
            </a:extLst>
          </p:cNvPr>
          <p:cNvSpPr/>
          <p:nvPr/>
        </p:nvSpPr>
        <p:spPr>
          <a:xfrm>
            <a:off x="510988" y="4988859"/>
            <a:ext cx="2889479" cy="1127778"/>
          </a:xfrm>
          <a:custGeom>
            <a:avLst/>
            <a:gdLst>
              <a:gd name="connsiteX0" fmla="*/ 2830606 w 2889479"/>
              <a:gd name="connsiteY0" fmla="*/ 0 h 1127778"/>
              <a:gd name="connsiteX1" fmla="*/ 2830606 w 2889479"/>
              <a:gd name="connsiteY1" fmla="*/ 611841 h 1127778"/>
              <a:gd name="connsiteX2" fmla="*/ 2218765 w 2889479"/>
              <a:gd name="connsiteY2" fmla="*/ 1015253 h 1127778"/>
              <a:gd name="connsiteX3" fmla="*/ 1438836 w 2889479"/>
              <a:gd name="connsiteY3" fmla="*/ 1122829 h 1127778"/>
              <a:gd name="connsiteX4" fmla="*/ 921124 w 2889479"/>
              <a:gd name="connsiteY4" fmla="*/ 894229 h 1127778"/>
              <a:gd name="connsiteX5" fmla="*/ 605118 w 2889479"/>
              <a:gd name="connsiteY5" fmla="*/ 564776 h 1127778"/>
              <a:gd name="connsiteX6" fmla="*/ 437030 w 2889479"/>
              <a:gd name="connsiteY6" fmla="*/ 450476 h 1127778"/>
              <a:gd name="connsiteX7" fmla="*/ 154641 w 2889479"/>
              <a:gd name="connsiteY7" fmla="*/ 497541 h 1127778"/>
              <a:gd name="connsiteX8" fmla="*/ 0 w 2889479"/>
              <a:gd name="connsiteY8" fmla="*/ 558053 h 1127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89479" h="1127778">
                <a:moveTo>
                  <a:pt x="2830606" y="0"/>
                </a:moveTo>
                <a:cubicBezTo>
                  <a:pt x="2881592" y="221316"/>
                  <a:pt x="2932579" y="442632"/>
                  <a:pt x="2830606" y="611841"/>
                </a:cubicBezTo>
                <a:cubicBezTo>
                  <a:pt x="2728633" y="781050"/>
                  <a:pt x="2450727" y="930088"/>
                  <a:pt x="2218765" y="1015253"/>
                </a:cubicBezTo>
                <a:cubicBezTo>
                  <a:pt x="1986803" y="1100418"/>
                  <a:pt x="1655109" y="1143000"/>
                  <a:pt x="1438836" y="1122829"/>
                </a:cubicBezTo>
                <a:cubicBezTo>
                  <a:pt x="1222563" y="1102658"/>
                  <a:pt x="1060077" y="987238"/>
                  <a:pt x="921124" y="894229"/>
                </a:cubicBezTo>
                <a:cubicBezTo>
                  <a:pt x="782171" y="801220"/>
                  <a:pt x="685800" y="638735"/>
                  <a:pt x="605118" y="564776"/>
                </a:cubicBezTo>
                <a:cubicBezTo>
                  <a:pt x="524436" y="490817"/>
                  <a:pt x="512109" y="461682"/>
                  <a:pt x="437030" y="450476"/>
                </a:cubicBezTo>
                <a:cubicBezTo>
                  <a:pt x="361951" y="439270"/>
                  <a:pt x="227479" y="479612"/>
                  <a:pt x="154641" y="497541"/>
                </a:cubicBezTo>
                <a:cubicBezTo>
                  <a:pt x="81803" y="515470"/>
                  <a:pt x="40901" y="536761"/>
                  <a:pt x="0" y="558053"/>
                </a:cubicBezTo>
              </a:path>
            </a:pathLst>
          </a:custGeom>
          <a:noFill/>
          <a:ln w="44450">
            <a:solidFill>
              <a:schemeClr val="accent2">
                <a:lumMod val="40000"/>
                <a:lumOff val="60000"/>
              </a:schemeClr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4">
            <a:extLst>
              <a:ext uri="{FF2B5EF4-FFF2-40B4-BE49-F238E27FC236}">
                <a16:creationId xmlns:a16="http://schemas.microsoft.com/office/drawing/2014/main" id="{5B012EAB-EF3E-5A4D-B831-3BBB0DF7A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84263"/>
            <a:ext cx="9220200" cy="1543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32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8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4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2000" b="1" dirty="0">
                <a:ea typeface="ＭＳ Ｐゴシック" charset="0"/>
                <a:cs typeface="Times New Roman" charset="0"/>
              </a:rPr>
              <a:t>Somatic motor</a:t>
            </a:r>
            <a:r>
              <a:rPr lang="en-US" sz="2000" dirty="0">
                <a:ea typeface="ＭＳ Ｐゴシック" charset="0"/>
                <a:cs typeface="Times New Roman" charset="0"/>
              </a:rPr>
              <a:t> neurons = Anterior white columns (</a:t>
            </a:r>
            <a:r>
              <a:rPr lang="en-US" sz="2000" u="sng" dirty="0">
                <a:ea typeface="ＭＳ Ｐゴシック" charset="0"/>
                <a:cs typeface="Times New Roman" charset="0"/>
              </a:rPr>
              <a:t>axons</a:t>
            </a:r>
            <a:r>
              <a:rPr lang="en-US" sz="2000" dirty="0">
                <a:ea typeface="ＭＳ Ｐゴシック" charset="0"/>
                <a:cs typeface="Times New Roman" charset="0"/>
              </a:rPr>
              <a:t>) + Anterior gray horn (</a:t>
            </a:r>
            <a:r>
              <a:rPr lang="en-US" sz="2000" u="sng" dirty="0">
                <a:ea typeface="ＭＳ Ｐゴシック" charset="0"/>
                <a:cs typeface="Times New Roman" charset="0"/>
              </a:rPr>
              <a:t>somas</a:t>
            </a:r>
            <a:r>
              <a:rPr lang="en-US" sz="2000" dirty="0">
                <a:ea typeface="ＭＳ Ｐゴシック" charset="0"/>
                <a:cs typeface="Times New Roman" charset="0"/>
              </a:rPr>
              <a:t>)</a:t>
            </a:r>
            <a:endParaRPr lang="en-US" sz="2000" u="sng" dirty="0">
              <a:ea typeface="ＭＳ Ｐゴシック" charset="0"/>
              <a:cs typeface="Times New Roman" charset="0"/>
            </a:endParaRPr>
          </a:p>
          <a:p>
            <a:pPr marL="228600" indent="-2286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2000" b="1" dirty="0">
                <a:ea typeface="ＭＳ Ｐゴシック" charset="0"/>
                <a:cs typeface="Times New Roman" charset="0"/>
              </a:rPr>
              <a:t>Visceral motor </a:t>
            </a:r>
            <a:r>
              <a:rPr lang="en-US" sz="2000" dirty="0">
                <a:ea typeface="ＭＳ Ｐゴシック" charset="0"/>
                <a:cs typeface="Times New Roman" charset="0"/>
              </a:rPr>
              <a:t>neurons = Lateral white columns (</a:t>
            </a:r>
            <a:r>
              <a:rPr lang="en-US" sz="2000" u="sng" dirty="0">
                <a:ea typeface="ＭＳ Ｐゴシック" charset="0"/>
                <a:cs typeface="Times New Roman" charset="0"/>
              </a:rPr>
              <a:t>axons</a:t>
            </a:r>
            <a:r>
              <a:rPr lang="en-US" sz="2000" dirty="0">
                <a:ea typeface="ＭＳ Ｐゴシック" charset="0"/>
                <a:cs typeface="Times New Roman" charset="0"/>
              </a:rPr>
              <a:t>) + Lateral gray horn (</a:t>
            </a:r>
            <a:r>
              <a:rPr lang="en-US" sz="2000" u="sng" dirty="0">
                <a:ea typeface="ＭＳ Ｐゴシック" charset="0"/>
                <a:cs typeface="Times New Roman" charset="0"/>
              </a:rPr>
              <a:t>somas</a:t>
            </a:r>
            <a:r>
              <a:rPr lang="en-US" sz="2000" dirty="0">
                <a:ea typeface="ＭＳ Ｐゴシック" charset="0"/>
                <a:cs typeface="Times New Roman" charset="0"/>
              </a:rPr>
              <a:t>)</a:t>
            </a:r>
            <a:endParaRPr lang="en-US" sz="2000" u="sng" dirty="0">
              <a:ea typeface="ＭＳ Ｐゴシック" charset="0"/>
              <a:cs typeface="Times New Roman" charset="0"/>
            </a:endParaRPr>
          </a:p>
          <a:p>
            <a:pPr marL="228600" indent="-2286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2000" b="1" dirty="0">
                <a:ea typeface="ＭＳ Ｐゴシック" charset="0"/>
                <a:cs typeface="Times New Roman" charset="0"/>
              </a:rPr>
              <a:t>Sensory</a:t>
            </a:r>
            <a:r>
              <a:rPr lang="en-US" sz="2000" dirty="0">
                <a:ea typeface="ＭＳ Ｐゴシック" charset="0"/>
                <a:cs typeface="Times New Roman" charset="0"/>
              </a:rPr>
              <a:t> neurons = Posterior gray horn (</a:t>
            </a:r>
            <a:r>
              <a:rPr lang="en-US" sz="2000" u="sng" dirty="0">
                <a:ea typeface="ＭＳ Ｐゴシック" charset="0"/>
                <a:cs typeface="Times New Roman" charset="0"/>
              </a:rPr>
              <a:t>somas</a:t>
            </a:r>
            <a:r>
              <a:rPr lang="en-US" sz="2000" dirty="0">
                <a:ea typeface="ＭＳ Ｐゴシック" charset="0"/>
                <a:cs typeface="Times New Roman" charset="0"/>
              </a:rPr>
              <a:t>) + Posterior white columns (</a:t>
            </a:r>
            <a:r>
              <a:rPr lang="en-US" sz="2000" u="sng" dirty="0">
                <a:ea typeface="ＭＳ Ｐゴシック" charset="0"/>
                <a:cs typeface="Times New Roman" charset="0"/>
              </a:rPr>
              <a:t>axons</a:t>
            </a:r>
            <a:r>
              <a:rPr lang="en-US" sz="2000" dirty="0">
                <a:ea typeface="ＭＳ Ｐゴシック" charset="0"/>
                <a:cs typeface="Times New Roman" charset="0"/>
              </a:rPr>
              <a:t>)</a:t>
            </a:r>
            <a:endParaRPr lang="en-US" sz="1400" dirty="0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4169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32" grpId="0" animBg="1"/>
      <p:bldP spid="36" grpId="0" animBg="1"/>
      <p:bldP spid="36" grpId="1" animBg="1"/>
      <p:bldP spid="33" grpId="0" animBg="1"/>
      <p:bldP spid="38" grpId="0" animBg="1"/>
      <p:bldP spid="38" grpId="1" animBg="1"/>
      <p:bldP spid="34" grpId="0" animBg="1"/>
      <p:bldP spid="39" grpId="0" animBg="1"/>
      <p:bldP spid="39" grpId="1" animBg="1"/>
      <p:bldP spid="24" grpId="0" animBg="1"/>
      <p:bldP spid="23" grpId="0" animBg="1"/>
      <p:bldP spid="3" grpId="0" animBg="1"/>
      <p:bldP spid="2" grpId="0" animBg="1"/>
      <p:bldP spid="25" grpId="0" animBg="1"/>
      <p:bldP spid="35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F96081A1-23A1-40BB-9BDD-D3FB9C2620DA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991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800" b="1" dirty="0"/>
              <a:t>ANATOMY: SENSORY</a:t>
            </a: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D6AC8485-2E55-4D23-BF1F-A7F7FACDEB53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pic>
        <p:nvPicPr>
          <p:cNvPr id="34819" name="Picture 2" descr="figure_14_04c_unlabeled">
            <a:extLst>
              <a:ext uri="{FF2B5EF4-FFF2-40B4-BE49-F238E27FC236}">
                <a16:creationId xmlns:a16="http://schemas.microsoft.com/office/drawing/2014/main" id="{489FA2B3-197A-48FC-A710-8D74466DC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50"/>
          <a:stretch>
            <a:fillRect/>
          </a:stretch>
        </p:blipFill>
        <p:spPr bwMode="auto">
          <a:xfrm>
            <a:off x="685800" y="2362200"/>
            <a:ext cx="76962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6E87C860-3A9B-3D41-A5FB-74C51E02972F}"/>
              </a:ext>
            </a:extLst>
          </p:cNvPr>
          <p:cNvSpPr/>
          <p:nvPr/>
        </p:nvSpPr>
        <p:spPr>
          <a:xfrm>
            <a:off x="4568109" y="3799694"/>
            <a:ext cx="148542" cy="529499"/>
          </a:xfrm>
          <a:custGeom>
            <a:avLst/>
            <a:gdLst>
              <a:gd name="connsiteX0" fmla="*/ 55552 w 148542"/>
              <a:gd name="connsiteY0" fmla="*/ 0 h 490779"/>
              <a:gd name="connsiteX1" fmla="*/ 3891 w 148542"/>
              <a:gd name="connsiteY1" fmla="*/ 320298 h 490779"/>
              <a:gd name="connsiteX2" fmla="*/ 148542 w 148542"/>
              <a:gd name="connsiteY2" fmla="*/ 490779 h 490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8542" h="490779">
                <a:moveTo>
                  <a:pt x="55552" y="0"/>
                </a:moveTo>
                <a:cubicBezTo>
                  <a:pt x="21972" y="119251"/>
                  <a:pt x="-11607" y="238502"/>
                  <a:pt x="3891" y="320298"/>
                </a:cubicBezTo>
                <a:cubicBezTo>
                  <a:pt x="19389" y="402094"/>
                  <a:pt x="135627" y="464088"/>
                  <a:pt x="148542" y="490779"/>
                </a:cubicBezTo>
              </a:path>
            </a:pathLst>
          </a:custGeom>
          <a:noFill/>
          <a:ln w="635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Explosion 1 31">
            <a:extLst>
              <a:ext uri="{FF2B5EF4-FFF2-40B4-BE49-F238E27FC236}">
                <a16:creationId xmlns:a16="http://schemas.microsoft.com/office/drawing/2014/main" id="{97998F2D-C7FD-7A4E-A7FF-017AC94511AD}"/>
              </a:ext>
            </a:extLst>
          </p:cNvPr>
          <p:cNvSpPr/>
          <p:nvPr/>
        </p:nvSpPr>
        <p:spPr>
          <a:xfrm>
            <a:off x="4700280" y="4250709"/>
            <a:ext cx="252720" cy="245091"/>
          </a:xfrm>
          <a:prstGeom prst="irregularSeal1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D0E1FD48-5C06-0F44-B8AB-D1CEB9A60F2E}"/>
              </a:ext>
            </a:extLst>
          </p:cNvPr>
          <p:cNvSpPr/>
          <p:nvPr/>
        </p:nvSpPr>
        <p:spPr>
          <a:xfrm>
            <a:off x="4724401" y="3818096"/>
            <a:ext cx="228600" cy="404200"/>
          </a:xfrm>
          <a:custGeom>
            <a:avLst/>
            <a:gdLst>
              <a:gd name="connsiteX0" fmla="*/ 55552 w 148542"/>
              <a:gd name="connsiteY0" fmla="*/ 0 h 490779"/>
              <a:gd name="connsiteX1" fmla="*/ 3891 w 148542"/>
              <a:gd name="connsiteY1" fmla="*/ 320298 h 490779"/>
              <a:gd name="connsiteX2" fmla="*/ 148542 w 148542"/>
              <a:gd name="connsiteY2" fmla="*/ 490779 h 490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8542" h="490779">
                <a:moveTo>
                  <a:pt x="55552" y="0"/>
                </a:moveTo>
                <a:cubicBezTo>
                  <a:pt x="21972" y="119251"/>
                  <a:pt x="-11607" y="238502"/>
                  <a:pt x="3891" y="320298"/>
                </a:cubicBezTo>
                <a:cubicBezTo>
                  <a:pt x="19389" y="402094"/>
                  <a:pt x="135627" y="464088"/>
                  <a:pt x="148542" y="490779"/>
                </a:cubicBezTo>
              </a:path>
            </a:pathLst>
          </a:custGeom>
          <a:noFill/>
          <a:ln w="635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Explosion 1 32">
            <a:extLst>
              <a:ext uri="{FF2B5EF4-FFF2-40B4-BE49-F238E27FC236}">
                <a16:creationId xmlns:a16="http://schemas.microsoft.com/office/drawing/2014/main" id="{BC06072C-C1E3-A54B-95A3-CE0557FE80D4}"/>
              </a:ext>
            </a:extLst>
          </p:cNvPr>
          <p:cNvSpPr/>
          <p:nvPr/>
        </p:nvSpPr>
        <p:spPr>
          <a:xfrm>
            <a:off x="4885482" y="4100978"/>
            <a:ext cx="252720" cy="245091"/>
          </a:xfrm>
          <a:prstGeom prst="irregularSeal1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E1B3EA04-0646-274B-A1CE-8F93B2336944}"/>
              </a:ext>
            </a:extLst>
          </p:cNvPr>
          <p:cNvSpPr/>
          <p:nvPr/>
        </p:nvSpPr>
        <p:spPr>
          <a:xfrm>
            <a:off x="4953000" y="3818095"/>
            <a:ext cx="178978" cy="249503"/>
          </a:xfrm>
          <a:custGeom>
            <a:avLst/>
            <a:gdLst>
              <a:gd name="connsiteX0" fmla="*/ 55552 w 148542"/>
              <a:gd name="connsiteY0" fmla="*/ 0 h 490779"/>
              <a:gd name="connsiteX1" fmla="*/ 3891 w 148542"/>
              <a:gd name="connsiteY1" fmla="*/ 320298 h 490779"/>
              <a:gd name="connsiteX2" fmla="*/ 148542 w 148542"/>
              <a:gd name="connsiteY2" fmla="*/ 490779 h 490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8542" h="490779">
                <a:moveTo>
                  <a:pt x="55552" y="0"/>
                </a:moveTo>
                <a:cubicBezTo>
                  <a:pt x="21972" y="119251"/>
                  <a:pt x="-11607" y="238502"/>
                  <a:pt x="3891" y="320298"/>
                </a:cubicBezTo>
                <a:cubicBezTo>
                  <a:pt x="19389" y="402094"/>
                  <a:pt x="135627" y="464088"/>
                  <a:pt x="148542" y="490779"/>
                </a:cubicBezTo>
              </a:path>
            </a:pathLst>
          </a:custGeom>
          <a:noFill/>
          <a:ln w="63500">
            <a:solidFill>
              <a:srgbClr val="FFE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Explosion 1 33">
            <a:extLst>
              <a:ext uri="{FF2B5EF4-FFF2-40B4-BE49-F238E27FC236}">
                <a16:creationId xmlns:a16="http://schemas.microsoft.com/office/drawing/2014/main" id="{CD29F453-5AEE-1B4E-8CCA-51B46B4E7E89}"/>
              </a:ext>
            </a:extLst>
          </p:cNvPr>
          <p:cNvSpPr/>
          <p:nvPr/>
        </p:nvSpPr>
        <p:spPr>
          <a:xfrm>
            <a:off x="5064845" y="3953219"/>
            <a:ext cx="252720" cy="245091"/>
          </a:xfrm>
          <a:prstGeom prst="irregularSeal1">
            <a:avLst/>
          </a:prstGeom>
          <a:solidFill>
            <a:srgbClr val="FFE8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003B46D8-89B0-F84C-AAC2-7A669F495AE0}"/>
              </a:ext>
            </a:extLst>
          </p:cNvPr>
          <p:cNvSpPr/>
          <p:nvPr/>
        </p:nvSpPr>
        <p:spPr>
          <a:xfrm>
            <a:off x="5128118" y="3799694"/>
            <a:ext cx="189447" cy="153525"/>
          </a:xfrm>
          <a:custGeom>
            <a:avLst/>
            <a:gdLst>
              <a:gd name="connsiteX0" fmla="*/ 55552 w 148542"/>
              <a:gd name="connsiteY0" fmla="*/ 0 h 490779"/>
              <a:gd name="connsiteX1" fmla="*/ 3891 w 148542"/>
              <a:gd name="connsiteY1" fmla="*/ 320298 h 490779"/>
              <a:gd name="connsiteX2" fmla="*/ 148542 w 148542"/>
              <a:gd name="connsiteY2" fmla="*/ 490779 h 490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8542" h="490779">
                <a:moveTo>
                  <a:pt x="55552" y="0"/>
                </a:moveTo>
                <a:cubicBezTo>
                  <a:pt x="21972" y="119251"/>
                  <a:pt x="-11607" y="238502"/>
                  <a:pt x="3891" y="320298"/>
                </a:cubicBezTo>
                <a:cubicBezTo>
                  <a:pt x="19389" y="402094"/>
                  <a:pt x="135627" y="464088"/>
                  <a:pt x="148542" y="490779"/>
                </a:cubicBezTo>
              </a:path>
            </a:pathLst>
          </a:custGeom>
          <a:noFill/>
          <a:ln w="63500">
            <a:solidFill>
              <a:srgbClr val="62CD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Can 24">
            <a:extLst>
              <a:ext uri="{FF2B5EF4-FFF2-40B4-BE49-F238E27FC236}">
                <a16:creationId xmlns:a16="http://schemas.microsoft.com/office/drawing/2014/main" id="{E11134BD-6E08-A14D-A3A6-F857721B64A5}"/>
              </a:ext>
            </a:extLst>
          </p:cNvPr>
          <p:cNvSpPr/>
          <p:nvPr/>
        </p:nvSpPr>
        <p:spPr>
          <a:xfrm>
            <a:off x="5073583" y="2172161"/>
            <a:ext cx="173611" cy="1637839"/>
          </a:xfrm>
          <a:prstGeom prst="can">
            <a:avLst/>
          </a:prstGeom>
          <a:solidFill>
            <a:srgbClr val="62CD9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B5BA528-7BD0-504A-8858-E386402337DA}"/>
              </a:ext>
            </a:extLst>
          </p:cNvPr>
          <p:cNvCxnSpPr>
            <a:cxnSpLocks/>
          </p:cNvCxnSpPr>
          <p:nvPr/>
        </p:nvCxnSpPr>
        <p:spPr>
          <a:xfrm flipV="1">
            <a:off x="5181600" y="2362200"/>
            <a:ext cx="0" cy="12942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n 23">
            <a:extLst>
              <a:ext uri="{FF2B5EF4-FFF2-40B4-BE49-F238E27FC236}">
                <a16:creationId xmlns:a16="http://schemas.microsoft.com/office/drawing/2014/main" id="{EE0F6FB4-1F86-CE48-9535-F161E0F72482}"/>
              </a:ext>
            </a:extLst>
          </p:cNvPr>
          <p:cNvSpPr/>
          <p:nvPr/>
        </p:nvSpPr>
        <p:spPr>
          <a:xfrm>
            <a:off x="4891234" y="2172161"/>
            <a:ext cx="173611" cy="1637839"/>
          </a:xfrm>
          <a:prstGeom prst="can">
            <a:avLst/>
          </a:prstGeom>
          <a:solidFill>
            <a:srgbClr val="FFE8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DF0F39E-EA0A-124B-87B8-BC810C4B1996}"/>
              </a:ext>
            </a:extLst>
          </p:cNvPr>
          <p:cNvCxnSpPr>
            <a:cxnSpLocks/>
          </p:cNvCxnSpPr>
          <p:nvPr/>
        </p:nvCxnSpPr>
        <p:spPr>
          <a:xfrm flipV="1">
            <a:off x="4953000" y="2362200"/>
            <a:ext cx="0" cy="12942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n 22">
            <a:extLst>
              <a:ext uri="{FF2B5EF4-FFF2-40B4-BE49-F238E27FC236}">
                <a16:creationId xmlns:a16="http://schemas.microsoft.com/office/drawing/2014/main" id="{A7AE3FC8-6216-B142-B526-238F25431FC8}"/>
              </a:ext>
            </a:extLst>
          </p:cNvPr>
          <p:cNvSpPr/>
          <p:nvPr/>
        </p:nvSpPr>
        <p:spPr>
          <a:xfrm>
            <a:off x="4711871" y="2172161"/>
            <a:ext cx="173611" cy="1637839"/>
          </a:xfrm>
          <a:prstGeom prst="can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788B160-25F4-224E-8586-B5F0564029A6}"/>
              </a:ext>
            </a:extLst>
          </p:cNvPr>
          <p:cNvCxnSpPr>
            <a:cxnSpLocks/>
          </p:cNvCxnSpPr>
          <p:nvPr/>
        </p:nvCxnSpPr>
        <p:spPr>
          <a:xfrm flipV="1">
            <a:off x="4800600" y="2362200"/>
            <a:ext cx="0" cy="12942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n 2">
            <a:extLst>
              <a:ext uri="{FF2B5EF4-FFF2-40B4-BE49-F238E27FC236}">
                <a16:creationId xmlns:a16="http://schemas.microsoft.com/office/drawing/2014/main" id="{F4694013-9A51-4140-BE6F-0A6B28ACCD33}"/>
              </a:ext>
            </a:extLst>
          </p:cNvPr>
          <p:cNvSpPr/>
          <p:nvPr/>
        </p:nvSpPr>
        <p:spPr>
          <a:xfrm>
            <a:off x="4533900" y="2172161"/>
            <a:ext cx="173611" cy="1637839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B799B01-DB5A-DF45-8AF6-BCBB214777A1}"/>
              </a:ext>
            </a:extLst>
          </p:cNvPr>
          <p:cNvCxnSpPr>
            <a:cxnSpLocks/>
          </p:cNvCxnSpPr>
          <p:nvPr/>
        </p:nvCxnSpPr>
        <p:spPr>
          <a:xfrm flipV="1">
            <a:off x="4620705" y="2362200"/>
            <a:ext cx="0" cy="12942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 1">
            <a:extLst>
              <a:ext uri="{FF2B5EF4-FFF2-40B4-BE49-F238E27FC236}">
                <a16:creationId xmlns:a16="http://schemas.microsoft.com/office/drawing/2014/main" id="{C7B9C0CC-8F9F-6E45-AA0A-C3B08CA5E19A}"/>
              </a:ext>
            </a:extLst>
          </p:cNvPr>
          <p:cNvSpPr/>
          <p:nvPr/>
        </p:nvSpPr>
        <p:spPr>
          <a:xfrm>
            <a:off x="5408428" y="3274560"/>
            <a:ext cx="3232298" cy="2142941"/>
          </a:xfrm>
          <a:custGeom>
            <a:avLst/>
            <a:gdLst>
              <a:gd name="connsiteX0" fmla="*/ 3232298 w 3232298"/>
              <a:gd name="connsiteY0" fmla="*/ 2062984 h 2142941"/>
              <a:gd name="connsiteX1" fmla="*/ 2721935 w 3232298"/>
              <a:gd name="connsiteY1" fmla="*/ 2077161 h 2142941"/>
              <a:gd name="connsiteX2" fmla="*/ 2190307 w 3232298"/>
              <a:gd name="connsiteY2" fmla="*/ 1347059 h 2142941"/>
              <a:gd name="connsiteX3" fmla="*/ 1842977 w 3232298"/>
              <a:gd name="connsiteY3" fmla="*/ 673663 h 2142941"/>
              <a:gd name="connsiteX4" fmla="*/ 1609060 w 3232298"/>
              <a:gd name="connsiteY4" fmla="*/ 397217 h 2142941"/>
              <a:gd name="connsiteX5" fmla="*/ 1233377 w 3232298"/>
              <a:gd name="connsiteY5" fmla="*/ 113682 h 2142941"/>
              <a:gd name="connsiteX6" fmla="*/ 779721 w 3232298"/>
              <a:gd name="connsiteY6" fmla="*/ 7356 h 2142941"/>
              <a:gd name="connsiteX7" fmla="*/ 474921 w 3232298"/>
              <a:gd name="connsiteY7" fmla="*/ 28621 h 2142941"/>
              <a:gd name="connsiteX8" fmla="*/ 290623 w 3232298"/>
              <a:gd name="connsiteY8" fmla="*/ 184566 h 2142941"/>
              <a:gd name="connsiteX9" fmla="*/ 0 w 3232298"/>
              <a:gd name="connsiteY9" fmla="*/ 588603 h 21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232298" h="2142941">
                <a:moveTo>
                  <a:pt x="3232298" y="2062984"/>
                </a:moveTo>
                <a:cubicBezTo>
                  <a:pt x="3063949" y="2129733"/>
                  <a:pt x="2895600" y="2196482"/>
                  <a:pt x="2721935" y="2077161"/>
                </a:cubicBezTo>
                <a:cubicBezTo>
                  <a:pt x="2548270" y="1957840"/>
                  <a:pt x="2336800" y="1580975"/>
                  <a:pt x="2190307" y="1347059"/>
                </a:cubicBezTo>
                <a:cubicBezTo>
                  <a:pt x="2043814" y="1113143"/>
                  <a:pt x="1939851" y="831970"/>
                  <a:pt x="1842977" y="673663"/>
                </a:cubicBezTo>
                <a:cubicBezTo>
                  <a:pt x="1746103" y="515356"/>
                  <a:pt x="1710660" y="490547"/>
                  <a:pt x="1609060" y="397217"/>
                </a:cubicBezTo>
                <a:cubicBezTo>
                  <a:pt x="1507460" y="303887"/>
                  <a:pt x="1371600" y="178659"/>
                  <a:pt x="1233377" y="113682"/>
                </a:cubicBezTo>
                <a:cubicBezTo>
                  <a:pt x="1095154" y="48705"/>
                  <a:pt x="906130" y="21533"/>
                  <a:pt x="779721" y="7356"/>
                </a:cubicBezTo>
                <a:cubicBezTo>
                  <a:pt x="653312" y="-6821"/>
                  <a:pt x="556437" y="-914"/>
                  <a:pt x="474921" y="28621"/>
                </a:cubicBezTo>
                <a:cubicBezTo>
                  <a:pt x="393405" y="58156"/>
                  <a:pt x="369776" y="91236"/>
                  <a:pt x="290623" y="184566"/>
                </a:cubicBezTo>
                <a:cubicBezTo>
                  <a:pt x="211469" y="277896"/>
                  <a:pt x="21265" y="525989"/>
                  <a:pt x="0" y="588603"/>
                </a:cubicBezTo>
              </a:path>
            </a:pathLst>
          </a:custGeom>
          <a:noFill/>
          <a:ln w="44450">
            <a:solidFill>
              <a:srgbClr val="62CD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Explosion 1 34">
            <a:extLst>
              <a:ext uri="{FF2B5EF4-FFF2-40B4-BE49-F238E27FC236}">
                <a16:creationId xmlns:a16="http://schemas.microsoft.com/office/drawing/2014/main" id="{6931E28D-A5F7-9D44-828A-EE1729A3DC20}"/>
              </a:ext>
            </a:extLst>
          </p:cNvPr>
          <p:cNvSpPr/>
          <p:nvPr/>
        </p:nvSpPr>
        <p:spPr>
          <a:xfrm>
            <a:off x="5231225" y="3805460"/>
            <a:ext cx="252720" cy="245091"/>
          </a:xfrm>
          <a:prstGeom prst="irregularSeal1">
            <a:avLst/>
          </a:prstGeom>
          <a:solidFill>
            <a:srgbClr val="32CD9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4">
            <a:extLst>
              <a:ext uri="{FF2B5EF4-FFF2-40B4-BE49-F238E27FC236}">
                <a16:creationId xmlns:a16="http://schemas.microsoft.com/office/drawing/2014/main" id="{227B6D0E-F924-1847-BFD9-CC96BA9CCF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84263"/>
            <a:ext cx="9220200" cy="1543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32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8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4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2000" b="1" dirty="0">
                <a:ea typeface="ＭＳ Ｐゴシック" charset="0"/>
                <a:cs typeface="Times New Roman" charset="0"/>
              </a:rPr>
              <a:t>Somatic motor</a:t>
            </a:r>
            <a:r>
              <a:rPr lang="en-US" sz="2000" dirty="0">
                <a:ea typeface="ＭＳ Ｐゴシック" charset="0"/>
                <a:cs typeface="Times New Roman" charset="0"/>
              </a:rPr>
              <a:t> neurons = Anterior white columns (</a:t>
            </a:r>
            <a:r>
              <a:rPr lang="en-US" sz="2000" u="sng" dirty="0">
                <a:ea typeface="ＭＳ Ｐゴシック" charset="0"/>
                <a:cs typeface="Times New Roman" charset="0"/>
              </a:rPr>
              <a:t>axons</a:t>
            </a:r>
            <a:r>
              <a:rPr lang="en-US" sz="2000" dirty="0">
                <a:ea typeface="ＭＳ Ｐゴシック" charset="0"/>
                <a:cs typeface="Times New Roman" charset="0"/>
              </a:rPr>
              <a:t>) + Anterior gray horn (</a:t>
            </a:r>
            <a:r>
              <a:rPr lang="en-US" sz="2000" u="sng" dirty="0">
                <a:ea typeface="ＭＳ Ｐゴシック" charset="0"/>
                <a:cs typeface="Times New Roman" charset="0"/>
              </a:rPr>
              <a:t>somas</a:t>
            </a:r>
            <a:r>
              <a:rPr lang="en-US" sz="2000" dirty="0">
                <a:ea typeface="ＭＳ Ｐゴシック" charset="0"/>
                <a:cs typeface="Times New Roman" charset="0"/>
              </a:rPr>
              <a:t>)</a:t>
            </a:r>
            <a:endParaRPr lang="en-US" sz="2000" u="sng" dirty="0">
              <a:ea typeface="ＭＳ Ｐゴシック" charset="0"/>
              <a:cs typeface="Times New Roman" charset="0"/>
            </a:endParaRPr>
          </a:p>
          <a:p>
            <a:pPr marL="228600" indent="-2286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2000" b="1" dirty="0">
                <a:ea typeface="ＭＳ Ｐゴシック" charset="0"/>
                <a:cs typeface="Times New Roman" charset="0"/>
              </a:rPr>
              <a:t>Visceral motor </a:t>
            </a:r>
            <a:r>
              <a:rPr lang="en-US" sz="2000" dirty="0">
                <a:ea typeface="ＭＳ Ｐゴシック" charset="0"/>
                <a:cs typeface="Times New Roman" charset="0"/>
              </a:rPr>
              <a:t>neurons = Lateral white columns (</a:t>
            </a:r>
            <a:r>
              <a:rPr lang="en-US" sz="2000" u="sng" dirty="0">
                <a:ea typeface="ＭＳ Ｐゴシック" charset="0"/>
                <a:cs typeface="Times New Roman" charset="0"/>
              </a:rPr>
              <a:t>axons</a:t>
            </a:r>
            <a:r>
              <a:rPr lang="en-US" sz="2000" dirty="0">
                <a:ea typeface="ＭＳ Ｐゴシック" charset="0"/>
                <a:cs typeface="Times New Roman" charset="0"/>
              </a:rPr>
              <a:t>) + Lateral gray horn (</a:t>
            </a:r>
            <a:r>
              <a:rPr lang="en-US" sz="2000" u="sng" dirty="0">
                <a:ea typeface="ＭＳ Ｐゴシック" charset="0"/>
                <a:cs typeface="Times New Roman" charset="0"/>
              </a:rPr>
              <a:t>somas</a:t>
            </a:r>
            <a:r>
              <a:rPr lang="en-US" sz="2000" dirty="0">
                <a:ea typeface="ＭＳ Ｐゴシック" charset="0"/>
                <a:cs typeface="Times New Roman" charset="0"/>
              </a:rPr>
              <a:t>)</a:t>
            </a:r>
            <a:endParaRPr lang="en-US" sz="2000" u="sng" dirty="0">
              <a:ea typeface="ＭＳ Ｐゴシック" charset="0"/>
              <a:cs typeface="Times New Roman" charset="0"/>
            </a:endParaRPr>
          </a:p>
          <a:p>
            <a:pPr marL="228600" indent="-2286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2000" b="1" dirty="0">
                <a:ea typeface="ＭＳ Ｐゴシック" charset="0"/>
                <a:cs typeface="Times New Roman" charset="0"/>
              </a:rPr>
              <a:t>Sensory</a:t>
            </a:r>
            <a:r>
              <a:rPr lang="en-US" sz="2000" dirty="0">
                <a:ea typeface="ＭＳ Ｐゴシック" charset="0"/>
                <a:cs typeface="Times New Roman" charset="0"/>
              </a:rPr>
              <a:t> neurons = Posterior gray horn (</a:t>
            </a:r>
            <a:r>
              <a:rPr lang="en-US" sz="2000" u="sng" dirty="0">
                <a:ea typeface="ＭＳ Ｐゴシック" charset="0"/>
                <a:cs typeface="Times New Roman" charset="0"/>
              </a:rPr>
              <a:t>somas</a:t>
            </a:r>
            <a:r>
              <a:rPr lang="en-US" sz="2000" dirty="0">
                <a:ea typeface="ＭＳ Ｐゴシック" charset="0"/>
                <a:cs typeface="Times New Roman" charset="0"/>
              </a:rPr>
              <a:t>) + Posterior white columns (</a:t>
            </a:r>
            <a:r>
              <a:rPr lang="en-US" sz="2000" u="sng" dirty="0">
                <a:ea typeface="ＭＳ Ｐゴシック" charset="0"/>
                <a:cs typeface="Times New Roman" charset="0"/>
              </a:rPr>
              <a:t>axons</a:t>
            </a:r>
            <a:r>
              <a:rPr lang="en-US" sz="2000" dirty="0">
                <a:ea typeface="ＭＳ Ｐゴシック" charset="0"/>
                <a:cs typeface="Times New Roman" charset="0"/>
              </a:rPr>
              <a:t>)</a:t>
            </a:r>
            <a:endParaRPr lang="en-US" sz="1400" dirty="0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9809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32" grpId="0" animBg="1"/>
      <p:bldP spid="36" grpId="0" animBg="1"/>
      <p:bldP spid="36" grpId="1" animBg="1"/>
      <p:bldP spid="33" grpId="0" animBg="1"/>
      <p:bldP spid="38" grpId="0" animBg="1"/>
      <p:bldP spid="38" grpId="1" animBg="1"/>
      <p:bldP spid="34" grpId="0" animBg="1"/>
      <p:bldP spid="39" grpId="0" animBg="1"/>
      <p:bldP spid="39" grpId="1" animBg="1"/>
      <p:bldP spid="25" grpId="0" animBg="1"/>
      <p:bldP spid="24" grpId="0" animBg="1"/>
      <p:bldP spid="23" grpId="0" animBg="1"/>
      <p:bldP spid="3" grpId="0" animBg="1"/>
      <p:bldP spid="2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7" name="Picture 5">
            <a:extLst>
              <a:ext uri="{FF2B5EF4-FFF2-40B4-BE49-F238E27FC236}">
                <a16:creationId xmlns:a16="http://schemas.microsoft.com/office/drawing/2014/main" id="{035F169D-2610-4068-8163-C5065904B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3043" y="4829908"/>
            <a:ext cx="3321557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0D107-5CDC-9049-A172-98E168DE6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" y="1066800"/>
            <a:ext cx="9105900" cy="40386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34000"/>
              </a:lnSpc>
              <a:buFont typeface="Times" charset="0"/>
              <a:buChar char="•"/>
              <a:defRPr/>
            </a:pPr>
            <a:r>
              <a:rPr lang="en-US" dirty="0">
                <a:ea typeface="ＭＳ Ｐゴシック" charset="-128"/>
                <a:cs typeface="ＭＳ Ｐゴシック" charset="-128"/>
              </a:rPr>
              <a:t>The more superior the spinal cord injury, the worse the prognosis</a:t>
            </a:r>
          </a:p>
          <a:p>
            <a:pPr lvl="1">
              <a:lnSpc>
                <a:spcPct val="134000"/>
              </a:lnSpc>
              <a:buFont typeface="Times" charset="0"/>
              <a:buChar char="•"/>
              <a:defRPr/>
            </a:pPr>
            <a:r>
              <a:rPr lang="en-US" dirty="0">
                <a:ea typeface="ＭＳ Ｐゴシック" charset="-128"/>
                <a:cs typeface="+mn-cs"/>
              </a:rPr>
              <a:t>Due to the anatomy of </a:t>
            </a:r>
            <a:r>
              <a:rPr lang="en-US" b="1" dirty="0">
                <a:ea typeface="ＭＳ Ｐゴシック" charset="-128"/>
                <a:cs typeface="+mn-cs"/>
              </a:rPr>
              <a:t>white columns</a:t>
            </a:r>
          </a:p>
          <a:p>
            <a:pPr>
              <a:lnSpc>
                <a:spcPct val="134000"/>
              </a:lnSpc>
              <a:buFont typeface="Times" charset="0"/>
              <a:buChar char="•"/>
              <a:defRPr/>
            </a:pPr>
            <a:r>
              <a:rPr lang="en-US" dirty="0">
                <a:ea typeface="ＭＳ Ｐゴシック" charset="-128"/>
                <a:cs typeface="ＭＳ Ｐゴシック" charset="-128"/>
              </a:rPr>
              <a:t>Paraplegia = Inferior injuries only affect the legs</a:t>
            </a:r>
            <a:endParaRPr lang="en-US" b="1" dirty="0">
              <a:ea typeface="ＭＳ Ｐゴシック" charset="-128"/>
              <a:cs typeface="+mn-cs"/>
            </a:endParaRPr>
          </a:p>
          <a:p>
            <a:pPr>
              <a:lnSpc>
                <a:spcPct val="134000"/>
              </a:lnSpc>
              <a:buFont typeface="Times" charset="0"/>
              <a:buChar char="•"/>
              <a:defRPr/>
            </a:pPr>
            <a:r>
              <a:rPr lang="en-US" dirty="0">
                <a:ea typeface="ＭＳ Ｐゴシック" charset="-128"/>
                <a:cs typeface="ＭＳ Ｐゴシック" charset="-128"/>
              </a:rPr>
              <a:t>Quadriplegia = Superior injuries affect the arms and legs</a:t>
            </a:r>
            <a:endParaRPr lang="en-US" b="1" dirty="0">
              <a:ea typeface="ＭＳ Ｐゴシック" charset="-128"/>
              <a:cs typeface="+mn-cs"/>
            </a:endParaRPr>
          </a:p>
          <a:p>
            <a:pPr lvl="1">
              <a:lnSpc>
                <a:spcPct val="134000"/>
              </a:lnSpc>
              <a:buFont typeface="Times" charset="0"/>
              <a:buChar char="•"/>
              <a:defRPr/>
            </a:pPr>
            <a:r>
              <a:rPr lang="en-US" i="1" dirty="0">
                <a:ea typeface="ＭＳ Ｐゴシック" charset="-128"/>
                <a:cs typeface="+mn-cs"/>
              </a:rPr>
              <a:t>ALL white columns travel through the neck, even those going to the legs</a:t>
            </a:r>
          </a:p>
          <a:p>
            <a:pPr>
              <a:lnSpc>
                <a:spcPct val="134000"/>
              </a:lnSpc>
              <a:buFont typeface="Times" charset="0"/>
              <a:buChar char="•"/>
              <a:defRPr/>
            </a:pPr>
            <a:r>
              <a:rPr lang="en-US" dirty="0">
                <a:ea typeface="ＭＳ Ｐゴシック" charset="-128"/>
                <a:cs typeface="ＭＳ Ｐゴシック" charset="-128"/>
              </a:rPr>
              <a:t>Injuries of the upper neck will affect respiration</a:t>
            </a: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CA3CA2BC-4D22-43C4-BA70-EAA4AC9F5374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45060" name="Title 1">
            <a:extLst>
              <a:ext uri="{FF2B5EF4-FFF2-40B4-BE49-F238E27FC236}">
                <a16:creationId xmlns:a16="http://schemas.microsoft.com/office/drawing/2014/main" id="{EC37C1AB-01EC-4B58-9053-9536798953F7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839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800" b="1" dirty="0"/>
              <a:t>ANATOMY: INJURIES</a:t>
            </a:r>
          </a:p>
        </p:txBody>
      </p:sp>
    </p:spTree>
    <p:extLst>
      <p:ext uri="{BB962C8B-B14F-4D97-AF65-F5344CB8AC3E}">
        <p14:creationId xmlns:p14="http://schemas.microsoft.com/office/powerpoint/2010/main" val="2774314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7B8F7F-E55E-2847-A225-2419151C7EB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" r="15292" b="76342"/>
          <a:stretch/>
        </p:blipFill>
        <p:spPr>
          <a:xfrm>
            <a:off x="2209800" y="5007489"/>
            <a:ext cx="5181600" cy="1850511"/>
          </a:xfrm>
          <a:prstGeom prst="rect">
            <a:avLst/>
          </a:prstGeom>
        </p:spPr>
      </p:pic>
      <p:sp>
        <p:nvSpPr>
          <p:cNvPr id="32769" name="Title 1">
            <a:extLst>
              <a:ext uri="{FF2B5EF4-FFF2-40B4-BE49-F238E27FC236}">
                <a16:creationId xmlns:a16="http://schemas.microsoft.com/office/drawing/2014/main" id="{86FD0830-EC31-40BE-94FE-1503350256BE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991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800" b="1" dirty="0"/>
              <a:t>ANATOMY: GANGLIA</a:t>
            </a: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733FE362-81F5-467F-9692-DDAC30340E92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77FE26-5BA9-034E-8E4F-D835A5F75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" y="1066799"/>
            <a:ext cx="9067800" cy="4056063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normAutofit fontScale="850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3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8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eaLnBrk="1" hangingPunct="1">
              <a:lnSpc>
                <a:spcPct val="134000"/>
              </a:lnSpc>
              <a:defRPr/>
            </a:pPr>
            <a:r>
              <a:rPr lang="en-US" sz="3100" b="1" u="sng" dirty="0">
                <a:ea typeface="ＭＳ Ｐゴシック" charset="0"/>
                <a:cs typeface="Times New Roman" charset="0"/>
              </a:rPr>
              <a:t>Ganglia</a:t>
            </a:r>
            <a:r>
              <a:rPr lang="en-US" sz="3100" b="1" dirty="0">
                <a:ea typeface="ＭＳ Ｐゴシック" charset="0"/>
                <a:cs typeface="Times New Roman" charset="0"/>
              </a:rPr>
              <a:t> </a:t>
            </a:r>
            <a:r>
              <a:rPr lang="en-US" sz="3100" dirty="0">
                <a:ea typeface="ＭＳ Ｐゴシック" charset="0"/>
                <a:cs typeface="Times New Roman" charset="0"/>
              </a:rPr>
              <a:t>= ”Islands” of gray matter within the white matter of a nerve</a:t>
            </a:r>
          </a:p>
          <a:p>
            <a:pPr marL="628650" lvl="1" indent="-228600" eaLnBrk="1" hangingPunct="1">
              <a:lnSpc>
                <a:spcPct val="134000"/>
              </a:lnSpc>
              <a:defRPr/>
            </a:pPr>
            <a:r>
              <a:rPr lang="en-US" sz="2400" i="1" u="sng" dirty="0">
                <a:ea typeface="ＭＳ Ｐゴシック" charset="0"/>
                <a:cs typeface="Times New Roman" charset="0"/>
              </a:rPr>
              <a:t>Somas</a:t>
            </a:r>
            <a:r>
              <a:rPr lang="en-US" sz="2400" i="1" dirty="0">
                <a:ea typeface="ＭＳ Ｐゴシック" charset="0"/>
                <a:cs typeface="Times New Roman" charset="0"/>
              </a:rPr>
              <a:t> and </a:t>
            </a:r>
            <a:r>
              <a:rPr lang="en-US" sz="2400" i="1" u="sng" dirty="0">
                <a:ea typeface="ＭＳ Ｐゴシック" charset="0"/>
                <a:cs typeface="Times New Roman" charset="0"/>
              </a:rPr>
              <a:t>synapses</a:t>
            </a:r>
            <a:r>
              <a:rPr lang="en-US" sz="2400" i="1" dirty="0">
                <a:ea typeface="ＭＳ Ｐゴシック" charset="0"/>
                <a:cs typeface="Times New Roman" charset="0"/>
              </a:rPr>
              <a:t> in an environment of mostly axons</a:t>
            </a:r>
          </a:p>
          <a:p>
            <a:pPr marL="628650" lvl="1" indent="-228600" eaLnBrk="1" hangingPunct="1">
              <a:lnSpc>
                <a:spcPct val="134000"/>
              </a:lnSpc>
              <a:defRPr/>
            </a:pPr>
            <a:r>
              <a:rPr lang="en-US" sz="2400" dirty="0">
                <a:ea typeface="ＭＳ Ｐゴシック" charset="0"/>
                <a:cs typeface="Times New Roman" charset="0"/>
              </a:rPr>
              <a:t>Like 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basal nuclei </a:t>
            </a:r>
            <a:r>
              <a:rPr lang="en-US" sz="2400" dirty="0">
                <a:ea typeface="ＭＳ Ｐゴシック" charset="0"/>
                <a:cs typeface="Times New Roman" charset="0"/>
              </a:rPr>
              <a:t>in the cerebrum and 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nuclei</a:t>
            </a:r>
            <a:r>
              <a:rPr lang="en-US" sz="2400" dirty="0">
                <a:ea typeface="ＭＳ Ｐゴシック" charset="0"/>
                <a:cs typeface="Times New Roman" charset="0"/>
              </a:rPr>
              <a:t> in the brainstem</a:t>
            </a:r>
            <a:endParaRPr lang="en-US" sz="2400" dirty="0">
              <a:ea typeface="ＭＳ Ｐゴシック" charset="0"/>
            </a:endParaRPr>
          </a:p>
          <a:p>
            <a:pPr marL="444500" lvl="1" indent="0" eaLnBrk="1" hangingPunct="1">
              <a:buNone/>
              <a:defRPr/>
            </a:pPr>
            <a:endParaRPr lang="en-US" sz="2400" b="1" dirty="0">
              <a:ea typeface="ＭＳ Ｐゴシック" charset="0"/>
              <a:cs typeface="Times New Roman" charset="0"/>
            </a:endParaRPr>
          </a:p>
          <a:p>
            <a:pPr marL="330200" eaLnBrk="1" hangingPunct="1">
              <a:lnSpc>
                <a:spcPct val="124000"/>
              </a:lnSpc>
              <a:defRPr/>
            </a:pPr>
            <a:r>
              <a:rPr lang="en-US" sz="3100" i="1" dirty="0">
                <a:ea typeface="ＭＳ Ｐゴシック" charset="0"/>
                <a:cs typeface="Times New Roman" charset="0"/>
              </a:rPr>
              <a:t>Like all gray matter</a:t>
            </a:r>
            <a:r>
              <a:rPr lang="en-US" sz="3100" dirty="0">
                <a:ea typeface="ＭＳ Ｐゴシック" charset="0"/>
                <a:cs typeface="Times New Roman" charset="0"/>
              </a:rPr>
              <a:t>, a </a:t>
            </a:r>
            <a:r>
              <a:rPr lang="en-US" sz="3100" b="1" dirty="0">
                <a:ea typeface="ＭＳ Ｐゴシック" charset="0"/>
                <a:cs typeface="Times New Roman" charset="0"/>
              </a:rPr>
              <a:t>ganglion</a:t>
            </a:r>
            <a:r>
              <a:rPr lang="en-US" sz="3100" dirty="0">
                <a:ea typeface="ＭＳ Ｐゴシック" charset="0"/>
                <a:cs typeface="Times New Roman" charset="0"/>
              </a:rPr>
              <a:t> is a location where neurons may transfer their impulses to another neuron</a:t>
            </a:r>
          </a:p>
          <a:p>
            <a:pPr marL="730250" lvl="1" eaLnBrk="1" hangingPunct="1">
              <a:lnSpc>
                <a:spcPct val="124000"/>
              </a:lnSpc>
              <a:defRPr/>
            </a:pPr>
            <a:r>
              <a:rPr lang="en-US" sz="2400" dirty="0">
                <a:ea typeface="ＭＳ Ｐゴシック" charset="0"/>
                <a:cs typeface="Times New Roman" charset="0"/>
              </a:rPr>
              <a:t>Axon of neuron #1 </a:t>
            </a:r>
            <a:r>
              <a:rPr lang="en-US" sz="2400" dirty="0">
                <a:ea typeface="ＭＳ Ｐゴシック" charset="0"/>
                <a:cs typeface="Times New Roman" charset="0"/>
                <a:sym typeface="Wingdings"/>
              </a:rPr>
              <a:t> </a:t>
            </a:r>
            <a:r>
              <a:rPr lang="en-US" sz="2400" i="1" dirty="0">
                <a:ea typeface="ＭＳ Ｐゴシック" charset="0"/>
                <a:cs typeface="Times New Roman" charset="0"/>
                <a:sym typeface="Wingdings"/>
              </a:rPr>
              <a:t>synapse</a:t>
            </a:r>
            <a:r>
              <a:rPr lang="en-US" sz="2400" dirty="0">
                <a:ea typeface="ＭＳ Ｐゴシック" charset="0"/>
                <a:cs typeface="Times New Roman" charset="0"/>
                <a:sym typeface="Wingdings"/>
              </a:rPr>
              <a:t>  dendrites of neuron #2  cell body of neuron #2 </a:t>
            </a:r>
            <a:r>
              <a:rPr lang="en-US" sz="2400" dirty="0">
                <a:ea typeface="ＭＳ Ｐゴシック" charset="0"/>
                <a:cs typeface="Times New Roman" charset="0"/>
                <a:sym typeface="Wingdings" pitchFamily="2" charset="2"/>
              </a:rPr>
              <a:t> axon of neuron #2</a:t>
            </a:r>
            <a:endParaRPr lang="en-US" sz="2400" b="1" dirty="0">
              <a:ea typeface="ＭＳ Ｐゴシック" charset="0"/>
              <a:cs typeface="Times New Roman" charset="0"/>
            </a:endParaRPr>
          </a:p>
          <a:p>
            <a:pPr marL="901700" lvl="2" indent="0" eaLnBrk="1" hangingPunct="1">
              <a:buFont typeface="Times" charset="0"/>
              <a:buNone/>
              <a:defRPr/>
            </a:pPr>
            <a:endParaRPr lang="en-US" dirty="0"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1" name="Picture 2" descr="figure_14_04b_unlabeled">
            <a:extLst>
              <a:ext uri="{FF2B5EF4-FFF2-40B4-BE49-F238E27FC236}">
                <a16:creationId xmlns:a16="http://schemas.microsoft.com/office/drawing/2014/main" id="{53AF0800-10CD-4977-9980-8693D49BD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782"/>
          <a:stretch>
            <a:fillRect/>
          </a:stretch>
        </p:blipFill>
        <p:spPr bwMode="auto">
          <a:xfrm>
            <a:off x="442913" y="2743200"/>
            <a:ext cx="8548687" cy="401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8" name="Text Box 14">
            <a:extLst>
              <a:ext uri="{FF2B5EF4-FFF2-40B4-BE49-F238E27FC236}">
                <a16:creationId xmlns:a16="http://schemas.microsoft.com/office/drawing/2014/main" id="{3B217281-2FDA-4163-8DD5-94569AB80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5013" y="4056063"/>
            <a:ext cx="622300" cy="59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 dirty="0"/>
              <a:t>Sensory</a:t>
            </a:r>
            <a:br>
              <a:rPr lang="en-US" altLang="en-US" sz="1200" b="1" dirty="0"/>
            </a:br>
            <a:r>
              <a:rPr lang="en-US" altLang="en-US" sz="1200" b="1" dirty="0"/>
              <a:t>cell bodies</a:t>
            </a:r>
          </a:p>
        </p:txBody>
      </p:sp>
      <p:sp>
        <p:nvSpPr>
          <p:cNvPr id="30730" name="Text Box 16">
            <a:extLst>
              <a:ext uri="{FF2B5EF4-FFF2-40B4-BE49-F238E27FC236}">
                <a16:creationId xmlns:a16="http://schemas.microsoft.com/office/drawing/2014/main" id="{65AEB443-8F42-4C8A-9071-3A79DFBB6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3892550"/>
            <a:ext cx="588963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/>
              <a:t>Somatic</a:t>
            </a:r>
          </a:p>
        </p:txBody>
      </p:sp>
      <p:sp>
        <p:nvSpPr>
          <p:cNvPr id="30733" name="Text Box 19">
            <a:extLst>
              <a:ext uri="{FF2B5EF4-FFF2-40B4-BE49-F238E27FC236}">
                <a16:creationId xmlns:a16="http://schemas.microsoft.com/office/drawing/2014/main" id="{65298D51-B2A8-4E05-9F18-377CFEE2B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7338" y="4214813"/>
            <a:ext cx="5889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/>
              <a:t>Visceral</a:t>
            </a:r>
          </a:p>
        </p:txBody>
      </p:sp>
      <p:sp>
        <p:nvSpPr>
          <p:cNvPr id="30740" name="Line 31">
            <a:extLst>
              <a:ext uri="{FF2B5EF4-FFF2-40B4-BE49-F238E27FC236}">
                <a16:creationId xmlns:a16="http://schemas.microsoft.com/office/drawing/2014/main" id="{8494AB6B-7DE6-4088-9DFB-9B09490FAC8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6075" y="3983038"/>
            <a:ext cx="1150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1" name="Line 32">
            <a:extLst>
              <a:ext uri="{FF2B5EF4-FFF2-40B4-BE49-F238E27FC236}">
                <a16:creationId xmlns:a16="http://schemas.microsoft.com/office/drawing/2014/main" id="{A42C4A55-8AE2-4A6F-A6F8-C50AE345765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2413" y="4303713"/>
            <a:ext cx="1244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4" name="Line 35">
            <a:extLst>
              <a:ext uri="{FF2B5EF4-FFF2-40B4-BE49-F238E27FC236}">
                <a16:creationId xmlns:a16="http://schemas.microsoft.com/office/drawing/2014/main" id="{0977C642-8EDA-4E6F-915B-423292C1A06B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4713" y="3889375"/>
            <a:ext cx="523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5" name="Line 36">
            <a:extLst>
              <a:ext uri="{FF2B5EF4-FFF2-40B4-BE49-F238E27FC236}">
                <a16:creationId xmlns:a16="http://schemas.microsoft.com/office/drawing/2014/main" id="{5ED4EFAC-6583-49E0-AA15-F0CB044DADBB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0750" y="3889375"/>
            <a:ext cx="0" cy="508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6" name="Line 37">
            <a:extLst>
              <a:ext uri="{FF2B5EF4-FFF2-40B4-BE49-F238E27FC236}">
                <a16:creationId xmlns:a16="http://schemas.microsoft.com/office/drawing/2014/main" id="{5EA808F9-7AAB-4092-9202-1A5D3F86F9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29475" y="4397375"/>
            <a:ext cx="476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7" name="Line 38">
            <a:extLst>
              <a:ext uri="{FF2B5EF4-FFF2-40B4-BE49-F238E27FC236}">
                <a16:creationId xmlns:a16="http://schemas.microsoft.com/office/drawing/2014/main" id="{1DA2F02B-1C87-4CE4-83C7-AC117F2F53A0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8688" y="4143375"/>
            <a:ext cx="10080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52" name="Title 1">
            <a:extLst>
              <a:ext uri="{FF2B5EF4-FFF2-40B4-BE49-F238E27FC236}">
                <a16:creationId xmlns:a16="http://schemas.microsoft.com/office/drawing/2014/main" id="{447DC9ED-A90E-4BC3-9A07-3D1DB994EB92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991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800" b="1" dirty="0"/>
              <a:t>ANATOMY: GANGLIA</a:t>
            </a:r>
          </a:p>
        </p:txBody>
      </p:sp>
      <p:sp>
        <p:nvSpPr>
          <p:cNvPr id="30753" name="Rectangle 2">
            <a:extLst>
              <a:ext uri="{FF2B5EF4-FFF2-40B4-BE49-F238E27FC236}">
                <a16:creationId xmlns:a16="http://schemas.microsoft.com/office/drawing/2014/main" id="{CA901463-428B-42B3-990D-50E64551F9C3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30762" name="Text Box 5">
            <a:extLst>
              <a:ext uri="{FF2B5EF4-FFF2-40B4-BE49-F238E27FC236}">
                <a16:creationId xmlns:a16="http://schemas.microsoft.com/office/drawing/2014/main" id="{38973509-485A-431B-95CC-57494DD9C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962400"/>
            <a:ext cx="8112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200" b="1" dirty="0"/>
              <a:t>Posterior</a:t>
            </a:r>
            <a:br>
              <a:rPr lang="en-US" altLang="en-US" sz="1200" b="1" dirty="0"/>
            </a:br>
            <a:r>
              <a:rPr lang="en-US" altLang="en-US" sz="1200" b="1" dirty="0"/>
              <a:t>root </a:t>
            </a:r>
          </a:p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200" b="1" dirty="0"/>
              <a:t>ganglion</a:t>
            </a:r>
          </a:p>
        </p:txBody>
      </p:sp>
      <p:sp>
        <p:nvSpPr>
          <p:cNvPr id="30763" name="Line 22">
            <a:extLst>
              <a:ext uri="{FF2B5EF4-FFF2-40B4-BE49-F238E27FC236}">
                <a16:creationId xmlns:a16="http://schemas.microsoft.com/office/drawing/2014/main" id="{E6ADD24D-4E8A-4CB6-9481-DD26420F1DE9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4191000"/>
            <a:ext cx="3810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Rectangle 4">
            <a:extLst>
              <a:ext uri="{FF2B5EF4-FFF2-40B4-BE49-F238E27FC236}">
                <a16:creationId xmlns:a16="http://schemas.microsoft.com/office/drawing/2014/main" id="{77BB8EE2-EEA9-B64B-86AE-BEC6616DE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84263"/>
            <a:ext cx="9220200" cy="167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32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8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4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2000" b="1" dirty="0">
                <a:ea typeface="ＭＳ Ｐゴシック" charset="0"/>
                <a:cs typeface="Times New Roman" charset="0"/>
              </a:rPr>
              <a:t>Posterior Root Ganglion </a:t>
            </a:r>
            <a:r>
              <a:rPr lang="en-US" sz="2000" dirty="0">
                <a:ea typeface="ＭＳ Ｐゴシック" charset="0"/>
                <a:cs typeface="Times New Roman" charset="0"/>
              </a:rPr>
              <a:t>contains somas of </a:t>
            </a:r>
            <a:r>
              <a:rPr lang="en-US" sz="2000" i="1" dirty="0">
                <a:ea typeface="ＭＳ Ｐゴシック" charset="0"/>
                <a:cs typeface="Times New Roman" charset="0"/>
              </a:rPr>
              <a:t>unipolar</a:t>
            </a:r>
            <a:r>
              <a:rPr lang="en-US" sz="2000" dirty="0">
                <a:ea typeface="ＭＳ Ｐゴシック" charset="0"/>
                <a:cs typeface="Times New Roman" charset="0"/>
              </a:rPr>
              <a:t> neurons</a:t>
            </a:r>
          </a:p>
          <a:p>
            <a:pPr marL="628650" lvl="1" indent="-2286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1900" dirty="0">
                <a:ea typeface="ＭＳ Ｐゴシック" charset="0"/>
                <a:cs typeface="Times New Roman" charset="0"/>
              </a:rPr>
              <a:t>Synapse with somas in </a:t>
            </a:r>
            <a:r>
              <a:rPr lang="en-US" sz="1900" b="1" dirty="0">
                <a:ea typeface="ＭＳ Ｐゴシック" charset="0"/>
                <a:cs typeface="Times New Roman" charset="0"/>
              </a:rPr>
              <a:t>posterior gray horn</a:t>
            </a:r>
          </a:p>
          <a:p>
            <a:pPr marL="0" indent="0" eaLnBrk="1" hangingPunct="1">
              <a:lnSpc>
                <a:spcPct val="124000"/>
              </a:lnSpc>
              <a:buNone/>
              <a:defRPr/>
            </a:pPr>
            <a:endParaRPr lang="en-US" sz="1200" dirty="0">
              <a:ea typeface="ＭＳ Ｐゴシック" charset="0"/>
              <a:cs typeface="Times New Roman" charset="0"/>
            </a:endParaRPr>
          </a:p>
          <a:p>
            <a:pPr marL="228600" indent="-2286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sz="2000" b="1" dirty="0">
                <a:ea typeface="ＭＳ Ｐゴシック" charset="0"/>
                <a:cs typeface="Times New Roman" charset="0"/>
              </a:rPr>
              <a:t>Visceral Motor Ganglia </a:t>
            </a:r>
            <a:r>
              <a:rPr lang="en-US" sz="2000" dirty="0">
                <a:ea typeface="ＭＳ Ｐゴシック" charset="0"/>
                <a:cs typeface="Times New Roman" charset="0"/>
              </a:rPr>
              <a:t>are outside the CNS</a:t>
            </a:r>
          </a:p>
          <a:p>
            <a:pPr marL="228600" indent="-228600" eaLnBrk="1" hangingPunct="1">
              <a:lnSpc>
                <a:spcPct val="124000"/>
              </a:lnSpc>
              <a:buFont typeface="Times" charset="0"/>
              <a:buChar char="•"/>
              <a:defRPr/>
            </a:pPr>
            <a:endParaRPr lang="en-US" sz="2000" dirty="0">
              <a:ea typeface="ＭＳ Ｐゴシック" charset="0"/>
              <a:cs typeface="Times New Roman" charset="0"/>
            </a:endParaRPr>
          </a:p>
          <a:p>
            <a:pPr marL="1130300" lvl="2" eaLnBrk="1" hangingPunct="1">
              <a:buFont typeface="Times" charset="0"/>
              <a:buChar char="•"/>
              <a:defRPr/>
            </a:pPr>
            <a:endParaRPr lang="en-US" sz="1400" dirty="0">
              <a:ea typeface="ＭＳ Ｐゴシック" charset="0"/>
              <a:cs typeface="+mn-cs"/>
            </a:endParaRPr>
          </a:p>
        </p:txBody>
      </p:sp>
      <p:sp>
        <p:nvSpPr>
          <p:cNvPr id="47" name="Explosion 1 46">
            <a:extLst>
              <a:ext uri="{FF2B5EF4-FFF2-40B4-BE49-F238E27FC236}">
                <a16:creationId xmlns:a16="http://schemas.microsoft.com/office/drawing/2014/main" id="{816AEFC3-05A8-A645-9A73-2EFDD299B7C9}"/>
              </a:ext>
            </a:extLst>
          </p:cNvPr>
          <p:cNvSpPr/>
          <p:nvPr/>
        </p:nvSpPr>
        <p:spPr>
          <a:xfrm>
            <a:off x="5267966" y="5095566"/>
            <a:ext cx="252720" cy="245091"/>
          </a:xfrm>
          <a:prstGeom prst="irregularSeal1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Explosion 1 48">
            <a:extLst>
              <a:ext uri="{FF2B5EF4-FFF2-40B4-BE49-F238E27FC236}">
                <a16:creationId xmlns:a16="http://schemas.microsoft.com/office/drawing/2014/main" id="{9989246B-37EE-634A-991C-AA5AC124EAFC}"/>
              </a:ext>
            </a:extLst>
          </p:cNvPr>
          <p:cNvSpPr/>
          <p:nvPr/>
        </p:nvSpPr>
        <p:spPr>
          <a:xfrm>
            <a:off x="5235908" y="4136408"/>
            <a:ext cx="252720" cy="245091"/>
          </a:xfrm>
          <a:prstGeom prst="irregularSeal1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Explosion 1 49">
            <a:extLst>
              <a:ext uri="{FF2B5EF4-FFF2-40B4-BE49-F238E27FC236}">
                <a16:creationId xmlns:a16="http://schemas.microsoft.com/office/drawing/2014/main" id="{20217DB4-507E-994C-9867-22CC1AD951EF}"/>
              </a:ext>
            </a:extLst>
          </p:cNvPr>
          <p:cNvSpPr/>
          <p:nvPr/>
        </p:nvSpPr>
        <p:spPr>
          <a:xfrm>
            <a:off x="5254461" y="3810972"/>
            <a:ext cx="252720" cy="245091"/>
          </a:xfrm>
          <a:prstGeom prst="irregularSeal1">
            <a:avLst/>
          </a:prstGeom>
          <a:solidFill>
            <a:srgbClr val="DB8ABA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F2C60203-A111-1B44-A4C1-A9E4C06C44BA}"/>
              </a:ext>
            </a:extLst>
          </p:cNvPr>
          <p:cNvSpPr/>
          <p:nvPr/>
        </p:nvSpPr>
        <p:spPr>
          <a:xfrm>
            <a:off x="5469255" y="3211645"/>
            <a:ext cx="2118109" cy="1388721"/>
          </a:xfrm>
          <a:custGeom>
            <a:avLst/>
            <a:gdLst>
              <a:gd name="connsiteX0" fmla="*/ 2131695 w 2131695"/>
              <a:gd name="connsiteY0" fmla="*/ 1371784 h 1371784"/>
              <a:gd name="connsiteX1" fmla="*/ 1805940 w 2131695"/>
              <a:gd name="connsiteY1" fmla="*/ 605974 h 1371784"/>
              <a:gd name="connsiteX2" fmla="*/ 1114425 w 2131695"/>
              <a:gd name="connsiteY2" fmla="*/ 91624 h 1371784"/>
              <a:gd name="connsiteX3" fmla="*/ 440055 w 2131695"/>
              <a:gd name="connsiteY3" fmla="*/ 51619 h 1371784"/>
              <a:gd name="connsiteX4" fmla="*/ 0 w 2131695"/>
              <a:gd name="connsiteY4" fmla="*/ 634549 h 1371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1695" h="1371784">
                <a:moveTo>
                  <a:pt x="2131695" y="1371784"/>
                </a:moveTo>
                <a:cubicBezTo>
                  <a:pt x="2053590" y="1095559"/>
                  <a:pt x="1975485" y="819334"/>
                  <a:pt x="1805940" y="605974"/>
                </a:cubicBezTo>
                <a:cubicBezTo>
                  <a:pt x="1636395" y="392614"/>
                  <a:pt x="1342072" y="184016"/>
                  <a:pt x="1114425" y="91624"/>
                </a:cubicBezTo>
                <a:cubicBezTo>
                  <a:pt x="886777" y="-769"/>
                  <a:pt x="625792" y="-38868"/>
                  <a:pt x="440055" y="51619"/>
                </a:cubicBezTo>
                <a:cubicBezTo>
                  <a:pt x="254318" y="142106"/>
                  <a:pt x="127159" y="388327"/>
                  <a:pt x="0" y="634549"/>
                </a:cubicBezTo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Line 38">
            <a:extLst>
              <a:ext uri="{FF2B5EF4-FFF2-40B4-BE49-F238E27FC236}">
                <a16:creationId xmlns:a16="http://schemas.microsoft.com/office/drawing/2014/main" id="{D844D56B-85BA-3E4E-A18E-DB861F44B0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77877" y="4143374"/>
            <a:ext cx="408873" cy="352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926C807-B3CB-2846-9BBD-B10BE0670037}"/>
              </a:ext>
            </a:extLst>
          </p:cNvPr>
          <p:cNvGrpSpPr/>
          <p:nvPr/>
        </p:nvGrpSpPr>
        <p:grpSpPr>
          <a:xfrm rot="1632225">
            <a:off x="7626322" y="4438690"/>
            <a:ext cx="234156" cy="220733"/>
            <a:chOff x="7652248" y="4443342"/>
            <a:chExt cx="234156" cy="220733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B6CAD323-0ECF-FD4D-9160-BBDD69307092}"/>
                </a:ext>
              </a:extLst>
            </p:cNvPr>
            <p:cNvSpPr/>
            <p:nvPr/>
          </p:nvSpPr>
          <p:spPr>
            <a:xfrm>
              <a:off x="7703048" y="4443342"/>
              <a:ext cx="183356" cy="173421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EE41A96-8986-544D-AEA3-B83B92571600}"/>
                </a:ext>
              </a:extLst>
            </p:cNvPr>
            <p:cNvCxnSpPr>
              <a:cxnSpLocks/>
              <a:stCxn id="2" idx="3"/>
            </p:cNvCxnSpPr>
            <p:nvPr/>
          </p:nvCxnSpPr>
          <p:spPr>
            <a:xfrm flipH="1">
              <a:off x="7652248" y="4591366"/>
              <a:ext cx="77652" cy="7270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 Box 17">
            <a:extLst>
              <a:ext uri="{FF2B5EF4-FFF2-40B4-BE49-F238E27FC236}">
                <a16:creationId xmlns:a16="http://schemas.microsoft.com/office/drawing/2014/main" id="{00E89F85-170E-C141-BD5A-B6E1A04F4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2100" y="5080000"/>
            <a:ext cx="588963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/>
              <a:t>Somatic</a:t>
            </a:r>
          </a:p>
        </p:txBody>
      </p:sp>
      <p:sp>
        <p:nvSpPr>
          <p:cNvPr id="55" name="Text Box 18">
            <a:extLst>
              <a:ext uri="{FF2B5EF4-FFF2-40B4-BE49-F238E27FC236}">
                <a16:creationId xmlns:a16="http://schemas.microsoft.com/office/drawing/2014/main" id="{057F5446-B831-524D-BE7C-049F61279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7338" y="4600575"/>
            <a:ext cx="588962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/>
              <a:t>Visceral</a:t>
            </a:r>
          </a:p>
        </p:txBody>
      </p:sp>
      <p:sp>
        <p:nvSpPr>
          <p:cNvPr id="56" name="Line 33">
            <a:extLst>
              <a:ext uri="{FF2B5EF4-FFF2-40B4-BE49-F238E27FC236}">
                <a16:creationId xmlns:a16="http://schemas.microsoft.com/office/drawing/2014/main" id="{0B6D80D7-AA8C-294E-B37D-822644ED36A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1013" y="4691063"/>
            <a:ext cx="1016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" name="Line 39">
            <a:extLst>
              <a:ext uri="{FF2B5EF4-FFF2-40B4-BE49-F238E27FC236}">
                <a16:creationId xmlns:a16="http://schemas.microsoft.com/office/drawing/2014/main" id="{F7CD30B9-5F8A-2845-BC30-949B49C50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4713" y="4584700"/>
            <a:ext cx="523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Line 40">
            <a:extLst>
              <a:ext uri="{FF2B5EF4-FFF2-40B4-BE49-F238E27FC236}">
                <a16:creationId xmlns:a16="http://schemas.microsoft.com/office/drawing/2014/main" id="{C7E56113-01F3-764F-8378-CAB54953CB5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0750" y="4584700"/>
            <a:ext cx="0" cy="6810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" name="Line 41">
            <a:extLst>
              <a:ext uri="{FF2B5EF4-FFF2-40B4-BE49-F238E27FC236}">
                <a16:creationId xmlns:a16="http://schemas.microsoft.com/office/drawing/2014/main" id="{671DFD08-1B6B-7147-BE0B-7AAE53992B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24713" y="5259388"/>
            <a:ext cx="523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" name="Line 42">
            <a:extLst>
              <a:ext uri="{FF2B5EF4-FFF2-40B4-BE49-F238E27FC236}">
                <a16:creationId xmlns:a16="http://schemas.microsoft.com/office/drawing/2014/main" id="{DF4AB469-B67D-684D-8D7A-3A71A0CBA0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72338" y="4905375"/>
            <a:ext cx="1014412" cy="12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" name="Line 34">
            <a:extLst>
              <a:ext uri="{FF2B5EF4-FFF2-40B4-BE49-F238E27FC236}">
                <a16:creationId xmlns:a16="http://schemas.microsoft.com/office/drawing/2014/main" id="{9B80B7B4-0FF1-4946-9ACB-15B087A482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6250" y="5159375"/>
            <a:ext cx="10334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Explosion 1 47">
            <a:extLst>
              <a:ext uri="{FF2B5EF4-FFF2-40B4-BE49-F238E27FC236}">
                <a16:creationId xmlns:a16="http://schemas.microsoft.com/office/drawing/2014/main" id="{8CE13A7C-70C2-2B42-BDDF-9AD18C513C7E}"/>
              </a:ext>
            </a:extLst>
          </p:cNvPr>
          <p:cNvSpPr/>
          <p:nvPr/>
        </p:nvSpPr>
        <p:spPr>
          <a:xfrm>
            <a:off x="5494036" y="4600368"/>
            <a:ext cx="252720" cy="245091"/>
          </a:xfrm>
          <a:prstGeom prst="irregularSeal1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Text Box 15">
            <a:extLst>
              <a:ext uri="{FF2B5EF4-FFF2-40B4-BE49-F238E27FC236}">
                <a16:creationId xmlns:a16="http://schemas.microsoft.com/office/drawing/2014/main" id="{F6E8B139-BCC9-0B41-90F1-EA9C60F53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5013" y="4811713"/>
            <a:ext cx="622300" cy="67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 dirty="0"/>
              <a:t>Motor</a:t>
            </a:r>
            <a:br>
              <a:rPr lang="en-US" altLang="en-US" sz="1200" b="1" dirty="0"/>
            </a:br>
            <a:r>
              <a:rPr lang="en-US" altLang="en-US" sz="1200" b="1" dirty="0"/>
              <a:t>cell bodies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80FEA43-F677-8A45-B028-6F322090A3C7}"/>
              </a:ext>
            </a:extLst>
          </p:cNvPr>
          <p:cNvGrpSpPr/>
          <p:nvPr/>
        </p:nvGrpSpPr>
        <p:grpSpPr>
          <a:xfrm>
            <a:off x="7696200" y="4579108"/>
            <a:ext cx="1362216" cy="922477"/>
            <a:chOff x="7696200" y="4579108"/>
            <a:chExt cx="1362216" cy="922477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13F46EF8-CD78-D344-9B1B-32F57CBCADA0}"/>
                </a:ext>
              </a:extLst>
            </p:cNvPr>
            <p:cNvSpPr/>
            <p:nvPr/>
          </p:nvSpPr>
          <p:spPr>
            <a:xfrm>
              <a:off x="7837714" y="4743168"/>
              <a:ext cx="1220702" cy="758417"/>
            </a:xfrm>
            <a:custGeom>
              <a:avLst/>
              <a:gdLst>
                <a:gd name="connsiteX0" fmla="*/ 1220702 w 1220702"/>
                <a:gd name="connsiteY0" fmla="*/ 756745 h 758417"/>
                <a:gd name="connsiteX1" fmla="*/ 432426 w 1220702"/>
                <a:gd name="connsiteY1" fmla="*/ 639630 h 758417"/>
                <a:gd name="connsiteX2" fmla="*/ 0 w 1220702"/>
                <a:gd name="connsiteY2" fmla="*/ 0 h 75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0702" h="758417">
                  <a:moveTo>
                    <a:pt x="1220702" y="756745"/>
                  </a:moveTo>
                  <a:cubicBezTo>
                    <a:pt x="928289" y="761249"/>
                    <a:pt x="635876" y="765754"/>
                    <a:pt x="432426" y="639630"/>
                  </a:cubicBezTo>
                  <a:cubicBezTo>
                    <a:pt x="228976" y="513506"/>
                    <a:pt x="40540" y="75825"/>
                    <a:pt x="0" y="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8B4048A-91CD-9B47-9EEB-9EF413CB7B51}"/>
                </a:ext>
              </a:extLst>
            </p:cNvPr>
            <p:cNvCxnSpPr>
              <a:stCxn id="3" idx="2"/>
            </p:cNvCxnSpPr>
            <p:nvPr/>
          </p:nvCxnSpPr>
          <p:spPr>
            <a:xfrm flipH="1" flipV="1">
              <a:off x="7696200" y="4629192"/>
              <a:ext cx="141514" cy="1139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81C3BE2-5AC4-4D48-86D0-F7466DC7D3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38572" y="4579108"/>
              <a:ext cx="39305" cy="17889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84550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8" grpId="0"/>
      <p:bldP spid="30730" grpId="0"/>
      <p:bldP spid="30733" grpId="0"/>
      <p:bldP spid="30740" grpId="0" animBg="1"/>
      <p:bldP spid="30741" grpId="0" animBg="1"/>
      <p:bldP spid="30744" grpId="0" animBg="1"/>
      <p:bldP spid="30745" grpId="0" animBg="1"/>
      <p:bldP spid="30746" grpId="0" animBg="1"/>
      <p:bldP spid="30747" grpId="0" animBg="1"/>
      <p:bldP spid="47" grpId="0" animBg="1"/>
      <p:bldP spid="47" grpId="1" animBg="1"/>
      <p:bldP spid="49" grpId="0" animBg="1"/>
      <p:bldP spid="50" grpId="0" animBg="1"/>
      <p:bldP spid="12" grpId="0" animBg="1"/>
      <p:bldP spid="53" grpId="0" animBg="1"/>
      <p:bldP spid="54" grpId="0"/>
      <p:bldP spid="54" grpId="1"/>
      <p:bldP spid="55" grpId="0"/>
      <p:bldP spid="55" grpId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48" grpId="0" animBg="1"/>
      <p:bldP spid="48" grpId="1" animBg="1"/>
      <p:bldP spid="62" grpId="0"/>
      <p:bldP spid="62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73688F-EAE3-7749-A7CA-AD3406D719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18" t="6626" r="7914" b="55422"/>
          <a:stretch/>
        </p:blipFill>
        <p:spPr>
          <a:xfrm>
            <a:off x="32657" y="4495800"/>
            <a:ext cx="9035143" cy="22860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65219F9-C6AD-2446-8630-7E81FB02BD0A}"/>
              </a:ext>
            </a:extLst>
          </p:cNvPr>
          <p:cNvCxnSpPr/>
          <p:nvPr/>
        </p:nvCxnSpPr>
        <p:spPr>
          <a:xfrm flipH="1">
            <a:off x="3309257" y="4800600"/>
            <a:ext cx="457200" cy="45720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7579A08-E657-5340-B71C-22F299325558}"/>
              </a:ext>
            </a:extLst>
          </p:cNvPr>
          <p:cNvCxnSpPr>
            <a:cxnSpLocks/>
          </p:cNvCxnSpPr>
          <p:nvPr/>
        </p:nvCxnSpPr>
        <p:spPr>
          <a:xfrm>
            <a:off x="261257" y="4800600"/>
            <a:ext cx="304800" cy="45720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EC327B25-C66C-D84C-9830-081E338AA1B6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991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800" b="1" dirty="0"/>
              <a:t>ANATOMY: GANGLIA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5700622-FD29-CB4E-84D5-ABDAAF3EFCED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B923F11-255F-7948-82DC-FE987E162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66801"/>
            <a:ext cx="9144000" cy="30480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3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8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eaLnBrk="1" hangingPunct="1">
              <a:lnSpc>
                <a:spcPct val="114000"/>
              </a:lnSpc>
              <a:defRPr/>
            </a:pPr>
            <a:r>
              <a:rPr lang="en-US" sz="2400" b="1" dirty="0">
                <a:ea typeface="ＭＳ Ｐゴシック" charset="0"/>
                <a:cs typeface="Times New Roman" charset="0"/>
              </a:rPr>
              <a:t>Ganglia </a:t>
            </a:r>
            <a:r>
              <a:rPr lang="en-US" sz="2400" dirty="0">
                <a:ea typeface="ＭＳ Ｐゴシック" charset="0"/>
                <a:cs typeface="Times New Roman" charset="0"/>
              </a:rPr>
              <a:t>= ”Islands” of gray matter within the white matter of a </a:t>
            </a:r>
            <a:r>
              <a:rPr lang="en-US" sz="2400" u="sng" dirty="0">
                <a:ea typeface="ＭＳ Ｐゴシック" charset="0"/>
                <a:cs typeface="Times New Roman" charset="0"/>
              </a:rPr>
              <a:t>nerve</a:t>
            </a:r>
            <a:endParaRPr lang="en-US" sz="1400" u="sng" dirty="0">
              <a:ea typeface="ＭＳ Ｐゴシック" charset="0"/>
              <a:cs typeface="Times New Roman" charset="0"/>
            </a:endParaRPr>
          </a:p>
          <a:p>
            <a:pPr marL="0" indent="0" eaLnBrk="1" hangingPunct="1">
              <a:lnSpc>
                <a:spcPct val="114000"/>
              </a:lnSpc>
              <a:buNone/>
              <a:defRPr/>
            </a:pPr>
            <a:endParaRPr lang="en-US" sz="1400" u="sng" dirty="0">
              <a:ea typeface="ＭＳ Ｐゴシック" charset="0"/>
              <a:cs typeface="Times New Roman" charset="0"/>
            </a:endParaRPr>
          </a:p>
          <a:p>
            <a:pPr marL="228600" indent="-228600" eaLnBrk="1" hangingPunct="1">
              <a:lnSpc>
                <a:spcPct val="124000"/>
              </a:lnSpc>
              <a:defRPr/>
            </a:pPr>
            <a:r>
              <a:rPr lang="en-US" sz="2400" b="1" dirty="0">
                <a:ea typeface="ＭＳ Ｐゴシック" charset="0"/>
                <a:cs typeface="Times New Roman" charset="0"/>
              </a:rPr>
              <a:t>Posterior Root Ganglion </a:t>
            </a:r>
            <a:r>
              <a:rPr lang="en-US" sz="2400" dirty="0">
                <a:ea typeface="ＭＳ Ｐゴシック" charset="0"/>
                <a:cs typeface="Times New Roman" charset="0"/>
              </a:rPr>
              <a:t>contains somas of </a:t>
            </a:r>
            <a:r>
              <a:rPr lang="en-US" sz="2400" i="1" dirty="0">
                <a:ea typeface="ＭＳ Ｐゴシック" charset="0"/>
                <a:cs typeface="Times New Roman" charset="0"/>
              </a:rPr>
              <a:t>unipolar</a:t>
            </a:r>
            <a:r>
              <a:rPr lang="en-US" sz="2400" dirty="0">
                <a:ea typeface="ＭＳ Ｐゴシック" charset="0"/>
                <a:cs typeface="Times New Roman" charset="0"/>
              </a:rPr>
              <a:t> neurons</a:t>
            </a:r>
          </a:p>
          <a:p>
            <a:pPr marL="628650" lvl="1" indent="-228600" eaLnBrk="1" hangingPunct="1">
              <a:lnSpc>
                <a:spcPct val="124000"/>
              </a:lnSpc>
              <a:defRPr/>
            </a:pPr>
            <a:r>
              <a:rPr lang="en-US" sz="2000" dirty="0">
                <a:ea typeface="ＭＳ Ｐゴシック" charset="0"/>
                <a:cs typeface="Times New Roman" charset="0"/>
              </a:rPr>
              <a:t>Synapse with somas in </a:t>
            </a:r>
            <a:r>
              <a:rPr lang="en-US" sz="2000" b="1" dirty="0">
                <a:ea typeface="ＭＳ Ｐゴシック" charset="0"/>
                <a:cs typeface="Times New Roman" charset="0"/>
              </a:rPr>
              <a:t>posterior gray horn</a:t>
            </a:r>
          </a:p>
          <a:p>
            <a:pPr marL="0" indent="0" eaLnBrk="1" hangingPunct="1">
              <a:lnSpc>
                <a:spcPct val="124000"/>
              </a:lnSpc>
              <a:buNone/>
              <a:defRPr/>
            </a:pPr>
            <a:endParaRPr lang="en-US" sz="1400" dirty="0">
              <a:ea typeface="ＭＳ Ｐゴシック" charset="0"/>
              <a:cs typeface="Times New Roman" charset="0"/>
            </a:endParaRPr>
          </a:p>
          <a:p>
            <a:pPr marL="228600" indent="-228600" eaLnBrk="1" hangingPunct="1">
              <a:lnSpc>
                <a:spcPct val="124000"/>
              </a:lnSpc>
              <a:defRPr/>
            </a:pPr>
            <a:r>
              <a:rPr lang="en-US" sz="2400" b="1" dirty="0">
                <a:ea typeface="ＭＳ Ｐゴシック" charset="0"/>
                <a:cs typeface="Times New Roman" charset="0"/>
              </a:rPr>
              <a:t>Visceral Motor Ganglia </a:t>
            </a:r>
            <a:r>
              <a:rPr lang="en-US" sz="2400" dirty="0">
                <a:ea typeface="ＭＳ Ｐゴシック" charset="0"/>
                <a:cs typeface="Times New Roman" charset="0"/>
              </a:rPr>
              <a:t>are outside the CNS</a:t>
            </a:r>
          </a:p>
          <a:p>
            <a:pPr marL="228600" indent="-228600" eaLnBrk="1" hangingPunct="1">
              <a:lnSpc>
                <a:spcPct val="114000"/>
              </a:lnSpc>
              <a:defRPr/>
            </a:pPr>
            <a:endParaRPr lang="en-US" u="sng" dirty="0">
              <a:ea typeface="ＭＳ Ｐゴシック" charset="0"/>
              <a:cs typeface="Times New Roman" charset="0"/>
            </a:endParaRPr>
          </a:p>
          <a:p>
            <a:pPr marL="228600" indent="-228600" eaLnBrk="1" hangingPunct="1">
              <a:lnSpc>
                <a:spcPct val="114000"/>
              </a:lnSpc>
              <a:defRPr/>
            </a:pPr>
            <a:endParaRPr lang="en-US" u="sng" dirty="0">
              <a:ea typeface="ＭＳ Ｐゴシック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80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4">
            <a:extLst>
              <a:ext uri="{FF2B5EF4-FFF2-40B4-BE49-F238E27FC236}">
                <a16:creationId xmlns:a16="http://schemas.microsoft.com/office/drawing/2014/main" id="{29F233AC-C10E-B549-8E14-BD82C6773D5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143000"/>
            <a:ext cx="9144000" cy="5715000"/>
          </a:xfrm>
        </p:spPr>
        <p:txBody>
          <a:bodyPr>
            <a:normAutofit fontScale="92500" lnSpcReduction="20000"/>
          </a:bodyPr>
          <a:lstStyle/>
          <a:p>
            <a:pPr marL="228600" indent="-2286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u="sng" dirty="0">
                <a:ea typeface="ＭＳ Ｐゴシック" charset="0"/>
                <a:cs typeface="Times New Roman" charset="0"/>
              </a:rPr>
              <a:t>Nerves</a:t>
            </a:r>
            <a:r>
              <a:rPr lang="en-US" dirty="0">
                <a:ea typeface="ＭＳ Ｐゴシック" charset="0"/>
                <a:cs typeface="Times New Roman" charset="0"/>
              </a:rPr>
              <a:t> = Bundles of axons carrying information to or from the same location </a:t>
            </a:r>
            <a:r>
              <a:rPr lang="en-US" b="1" i="1" dirty="0">
                <a:ea typeface="ＭＳ Ｐゴシック" charset="0"/>
                <a:cs typeface="Times New Roman" charset="0"/>
              </a:rPr>
              <a:t>outside</a:t>
            </a:r>
            <a:r>
              <a:rPr lang="en-US" i="1" dirty="0">
                <a:ea typeface="ＭＳ Ｐゴシック" charset="0"/>
                <a:cs typeface="Times New Roman" charset="0"/>
              </a:rPr>
              <a:t> the CNS</a:t>
            </a:r>
          </a:p>
          <a:p>
            <a:pPr marL="628650" lvl="1" indent="-2286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dirty="0">
                <a:ea typeface="ＭＳ Ｐゴシック" charset="0"/>
                <a:cs typeface="Times New Roman" charset="0"/>
              </a:rPr>
              <a:t>Make up the Peripheral Nervous System (PNS)</a:t>
            </a:r>
          </a:p>
          <a:p>
            <a:pPr marL="0" indent="0" eaLnBrk="1" hangingPunct="1">
              <a:lnSpc>
                <a:spcPct val="124000"/>
              </a:lnSpc>
              <a:buNone/>
              <a:defRPr/>
            </a:pPr>
            <a:endParaRPr lang="en-US" sz="1600" dirty="0">
              <a:ea typeface="ＭＳ Ｐゴシック" charset="0"/>
              <a:cs typeface="Times New Roman" charset="0"/>
            </a:endParaRPr>
          </a:p>
          <a:p>
            <a:pPr marL="228600" indent="-2286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b="1" u="sng" dirty="0">
                <a:ea typeface="ＭＳ Ｐゴシック" charset="0"/>
                <a:cs typeface="Times New Roman" charset="0"/>
              </a:rPr>
              <a:t>3</a:t>
            </a:r>
            <a:r>
              <a:rPr lang="en-US" dirty="0">
                <a:ea typeface="ＭＳ Ｐゴシック" charset="0"/>
                <a:cs typeface="Times New Roman" charset="0"/>
              </a:rPr>
              <a:t> Types of Nerves</a:t>
            </a:r>
          </a:p>
          <a:p>
            <a:pPr marL="958850" lvl="1" indent="-514350" eaLnBrk="1" hangingPunct="1">
              <a:lnSpc>
                <a:spcPct val="124000"/>
              </a:lnSpc>
              <a:buFont typeface="+mj-lt"/>
              <a:buAutoNum type="arabicPeriod"/>
              <a:defRPr/>
            </a:pPr>
            <a:r>
              <a:rPr lang="en-US" b="1" u="sng" dirty="0">
                <a:ea typeface="ＭＳ Ｐゴシック" charset="0"/>
                <a:cs typeface="Times New Roman" charset="0"/>
              </a:rPr>
              <a:t>Sensory nerves</a:t>
            </a:r>
            <a:r>
              <a:rPr lang="en-US" dirty="0">
                <a:ea typeface="ＭＳ Ｐゴシック" charset="0"/>
                <a:cs typeface="Times New Roman" charset="0"/>
              </a:rPr>
              <a:t>: Contain ONLY sensory axons</a:t>
            </a:r>
          </a:p>
          <a:p>
            <a:pPr marL="1130300" lvl="2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dirty="0">
                <a:ea typeface="ＭＳ Ｐゴシック" charset="0"/>
                <a:cs typeface="Times New Roman" charset="0"/>
              </a:rPr>
              <a:t>Body </a:t>
            </a:r>
            <a:r>
              <a:rPr lang="en-US" dirty="0">
                <a:ea typeface="ＭＳ Ｐゴシック" charset="0"/>
                <a:cs typeface="Times New Roman" charset="0"/>
                <a:sym typeface="Wingdings"/>
              </a:rPr>
              <a:t> CNS</a:t>
            </a:r>
            <a:endParaRPr lang="en-US" dirty="0">
              <a:ea typeface="ＭＳ Ｐゴシック" charset="0"/>
              <a:cs typeface="Times New Roman" charset="0"/>
            </a:endParaRPr>
          </a:p>
          <a:p>
            <a:pPr marL="958850" lvl="1" indent="-514350" eaLnBrk="1" hangingPunct="1">
              <a:lnSpc>
                <a:spcPct val="124000"/>
              </a:lnSpc>
              <a:buFont typeface="+mj-lt"/>
              <a:buAutoNum type="arabicPeriod"/>
              <a:defRPr/>
            </a:pPr>
            <a:r>
              <a:rPr lang="en-US" b="1" u="sng" dirty="0">
                <a:ea typeface="ＭＳ Ｐゴシック" charset="0"/>
                <a:cs typeface="Times New Roman" charset="0"/>
              </a:rPr>
              <a:t>Motor nerves</a:t>
            </a:r>
            <a:r>
              <a:rPr lang="en-US" dirty="0">
                <a:ea typeface="ＭＳ Ｐゴシック" charset="0"/>
                <a:cs typeface="Times New Roman" charset="0"/>
              </a:rPr>
              <a:t>: Contain ONLY motor axons</a:t>
            </a:r>
          </a:p>
          <a:p>
            <a:pPr marL="1130300" lvl="2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dirty="0">
                <a:ea typeface="ＭＳ Ｐゴシック" charset="0"/>
                <a:cs typeface="Times New Roman" charset="0"/>
              </a:rPr>
              <a:t>CNS </a:t>
            </a:r>
            <a:r>
              <a:rPr lang="en-US" dirty="0">
                <a:ea typeface="ＭＳ Ｐゴシック" charset="0"/>
                <a:cs typeface="Times New Roman" charset="0"/>
                <a:sym typeface="Wingdings"/>
              </a:rPr>
              <a:t> Body</a:t>
            </a:r>
            <a:endParaRPr lang="en-US" dirty="0">
              <a:ea typeface="ＭＳ Ｐゴシック" charset="0"/>
              <a:cs typeface="Times New Roman" charset="0"/>
            </a:endParaRPr>
          </a:p>
          <a:p>
            <a:pPr marL="958850" lvl="1" indent="-514350" eaLnBrk="1" hangingPunct="1">
              <a:lnSpc>
                <a:spcPct val="124000"/>
              </a:lnSpc>
              <a:buFont typeface="+mj-lt"/>
              <a:buAutoNum type="arabicPeriod"/>
              <a:defRPr/>
            </a:pPr>
            <a:r>
              <a:rPr lang="en-US" b="1" u="sng" dirty="0">
                <a:ea typeface="ＭＳ Ｐゴシック" charset="0"/>
                <a:cs typeface="Times New Roman" charset="0"/>
              </a:rPr>
              <a:t>Mixed nerves</a:t>
            </a:r>
            <a:r>
              <a:rPr lang="en-US" dirty="0">
                <a:ea typeface="ＭＳ Ｐゴシック" charset="0"/>
                <a:cs typeface="Times New Roman" charset="0"/>
              </a:rPr>
              <a:t>: Contain both sensory AND motor axons</a:t>
            </a:r>
          </a:p>
          <a:p>
            <a:pPr marL="1123950" lvl="2" indent="-279400" eaLnBrk="1" hangingPunct="1">
              <a:lnSpc>
                <a:spcPct val="124000"/>
              </a:lnSpc>
              <a:buFont typeface="Times" charset="0"/>
              <a:buChar char="•"/>
              <a:defRPr/>
            </a:pPr>
            <a:r>
              <a:rPr lang="en-US" b="1" dirty="0">
                <a:ea typeface="ＭＳ Ｐゴシック" charset="0"/>
                <a:cs typeface="Times New Roman" charset="0"/>
              </a:rPr>
              <a:t>Most common type of nerve</a:t>
            </a:r>
          </a:p>
          <a:p>
            <a:pPr marL="723900" lvl="1" indent="-279400" eaLnBrk="1" hangingPunct="1">
              <a:buFont typeface="Times" charset="0"/>
              <a:buChar char="•"/>
              <a:defRPr/>
            </a:pPr>
            <a:endParaRPr lang="en-US" sz="3200" i="1" dirty="0">
              <a:ea typeface="ＭＳ Ｐゴシック" charset="0"/>
              <a:cs typeface="+mn-cs"/>
            </a:endParaRPr>
          </a:p>
          <a:p>
            <a:pPr marL="228600" indent="-228600" eaLnBrk="1" hangingPunct="1">
              <a:lnSpc>
                <a:spcPct val="90000"/>
              </a:lnSpc>
              <a:buFont typeface="Times" charset="0"/>
              <a:buChar char="•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50178" name="Title 1">
            <a:extLst>
              <a:ext uri="{FF2B5EF4-FFF2-40B4-BE49-F238E27FC236}">
                <a16:creationId xmlns:a16="http://schemas.microsoft.com/office/drawing/2014/main" id="{C2012A9B-B06A-4C68-9E6E-C7DC49E613A0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800" b="1" dirty="0"/>
              <a:t>NERVES</a:t>
            </a: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9BD44154-F511-439C-9AA6-C244D45CF6EB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3049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15E5DC-4D77-2E41-82EF-2B93A65C77A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2" r="66019" b="24686"/>
          <a:stretch/>
        </p:blipFill>
        <p:spPr>
          <a:xfrm>
            <a:off x="5181600" y="1524000"/>
            <a:ext cx="2667000" cy="4419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8E60B0-99EE-AB48-AC36-9032541B3C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9"/>
          <a:stretch/>
        </p:blipFill>
        <p:spPr>
          <a:xfrm>
            <a:off x="914399" y="1264052"/>
            <a:ext cx="3810001" cy="559394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A96E8BA-A9B2-074B-84A8-38653488533F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800" b="1" dirty="0"/>
              <a:t>NERVES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5BB56A1-3006-F64E-A4B1-1B80040691FF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9098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C6AF8-D39B-BE41-8E2D-48C994CE6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1524000"/>
            <a:ext cx="4191000" cy="5203825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ED8F3399-18BE-7845-920F-19F838F6B689}"/>
              </a:ext>
            </a:extLst>
          </p:cNvPr>
          <p:cNvSpPr/>
          <p:nvPr/>
        </p:nvSpPr>
        <p:spPr>
          <a:xfrm>
            <a:off x="3048000" y="1981200"/>
            <a:ext cx="2057399" cy="3581400"/>
          </a:xfrm>
          <a:custGeom>
            <a:avLst/>
            <a:gdLst>
              <a:gd name="connsiteX0" fmla="*/ 901826 w 2054765"/>
              <a:gd name="connsiteY0" fmla="*/ 0 h 2796209"/>
              <a:gd name="connsiteX1" fmla="*/ 40434 w 2054765"/>
              <a:gd name="connsiteY1" fmla="*/ 1457739 h 2796209"/>
              <a:gd name="connsiteX2" fmla="*/ 2054765 w 2054765"/>
              <a:gd name="connsiteY2" fmla="*/ 2796209 h 2796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54765" h="2796209">
                <a:moveTo>
                  <a:pt x="901826" y="0"/>
                </a:moveTo>
                <a:cubicBezTo>
                  <a:pt x="375052" y="495852"/>
                  <a:pt x="-151722" y="991704"/>
                  <a:pt x="40434" y="1457739"/>
                </a:cubicBezTo>
                <a:cubicBezTo>
                  <a:pt x="232590" y="1923774"/>
                  <a:pt x="1597565" y="2526748"/>
                  <a:pt x="2054765" y="2796209"/>
                </a:cubicBezTo>
              </a:path>
            </a:pathLst>
          </a:custGeom>
          <a:noFill/>
          <a:ln w="381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014337F0-34C1-E342-933C-D0308CB2029E}"/>
              </a:ext>
            </a:extLst>
          </p:cNvPr>
          <p:cNvSpPr/>
          <p:nvPr/>
        </p:nvSpPr>
        <p:spPr>
          <a:xfrm>
            <a:off x="3083764" y="2133600"/>
            <a:ext cx="2021635" cy="3276600"/>
          </a:xfrm>
          <a:custGeom>
            <a:avLst/>
            <a:gdLst>
              <a:gd name="connsiteX0" fmla="*/ 901826 w 2054765"/>
              <a:gd name="connsiteY0" fmla="*/ 0 h 2796209"/>
              <a:gd name="connsiteX1" fmla="*/ 40434 w 2054765"/>
              <a:gd name="connsiteY1" fmla="*/ 1457739 h 2796209"/>
              <a:gd name="connsiteX2" fmla="*/ 2054765 w 2054765"/>
              <a:gd name="connsiteY2" fmla="*/ 2796209 h 2796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54765" h="2796209">
                <a:moveTo>
                  <a:pt x="901826" y="0"/>
                </a:moveTo>
                <a:cubicBezTo>
                  <a:pt x="375052" y="495852"/>
                  <a:pt x="-151722" y="991704"/>
                  <a:pt x="40434" y="1457739"/>
                </a:cubicBezTo>
                <a:cubicBezTo>
                  <a:pt x="232590" y="1923774"/>
                  <a:pt x="1597565" y="2526748"/>
                  <a:pt x="2054765" y="2796209"/>
                </a:cubicBezTo>
              </a:path>
            </a:pathLst>
          </a:custGeom>
          <a:noFill/>
          <a:ln>
            <a:solidFill>
              <a:srgbClr val="00B0F0"/>
            </a:solidFill>
            <a:head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93678F6-E1DF-3B41-BEC7-03CB91B55586}"/>
              </a:ext>
            </a:extLst>
          </p:cNvPr>
          <p:cNvSpPr/>
          <p:nvPr/>
        </p:nvSpPr>
        <p:spPr>
          <a:xfrm>
            <a:off x="2931365" y="2133600"/>
            <a:ext cx="2097835" cy="3429000"/>
          </a:xfrm>
          <a:custGeom>
            <a:avLst/>
            <a:gdLst>
              <a:gd name="connsiteX0" fmla="*/ 901826 w 2054765"/>
              <a:gd name="connsiteY0" fmla="*/ 0 h 2796209"/>
              <a:gd name="connsiteX1" fmla="*/ 40434 w 2054765"/>
              <a:gd name="connsiteY1" fmla="*/ 1457739 h 2796209"/>
              <a:gd name="connsiteX2" fmla="*/ 2054765 w 2054765"/>
              <a:gd name="connsiteY2" fmla="*/ 2796209 h 2796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54765" h="2796209">
                <a:moveTo>
                  <a:pt x="901826" y="0"/>
                </a:moveTo>
                <a:cubicBezTo>
                  <a:pt x="375052" y="495852"/>
                  <a:pt x="-151722" y="991704"/>
                  <a:pt x="40434" y="1457739"/>
                </a:cubicBezTo>
                <a:cubicBezTo>
                  <a:pt x="232590" y="1923774"/>
                  <a:pt x="1597565" y="2526748"/>
                  <a:pt x="2054765" y="2796209"/>
                </a:cubicBezTo>
              </a:path>
            </a:pathLst>
          </a:custGeom>
          <a:noFill/>
          <a:ln>
            <a:solidFill>
              <a:srgbClr val="FF0000"/>
            </a:solidFill>
            <a:headEnd type="none" w="lg" len="lg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B506891-778C-FF4B-AD2F-CF7617C27467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800" b="1" dirty="0"/>
              <a:t>NERVES</a:t>
            </a:r>
            <a:endParaRPr lang="en-US" altLang="en-US" sz="4400" b="1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04260BB-C615-F440-8338-3773551D5360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10A105B7-C82B-BE4D-B42C-FF9801F86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66800"/>
            <a:ext cx="9144000" cy="561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32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8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4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eaLnBrk="1" hangingPunct="1">
              <a:buFont typeface="Times" charset="0"/>
              <a:buChar char="•"/>
              <a:defRPr/>
            </a:pPr>
            <a:r>
              <a:rPr lang="en-US" sz="2400" b="1" dirty="0">
                <a:ea typeface="ＭＳ Ｐゴシック" charset="0"/>
                <a:cs typeface="Times New Roman" charset="0"/>
              </a:rPr>
              <a:t>Mixed nerve</a:t>
            </a:r>
            <a:r>
              <a:rPr lang="en-US" sz="2400" dirty="0">
                <a:ea typeface="ＭＳ Ｐゴシック" charset="0"/>
                <a:cs typeface="Times New Roman" charset="0"/>
              </a:rPr>
              <a:t>: Contains both </a:t>
            </a:r>
            <a:r>
              <a:rPr lang="en-US" sz="2400" u="sng" dirty="0">
                <a:ea typeface="ＭＳ Ｐゴシック" charset="0"/>
                <a:cs typeface="Times New Roman" charset="0"/>
              </a:rPr>
              <a:t>sensory</a:t>
            </a:r>
            <a:r>
              <a:rPr lang="en-US" sz="2400" dirty="0">
                <a:ea typeface="ＭＳ Ｐゴシック" charset="0"/>
                <a:cs typeface="Times New Roman" charset="0"/>
              </a:rPr>
              <a:t> and </a:t>
            </a:r>
            <a:r>
              <a:rPr lang="en-US" sz="2400" u="sng" dirty="0">
                <a:ea typeface="ＭＳ Ｐゴシック" charset="0"/>
                <a:cs typeface="Times New Roman" charset="0"/>
              </a:rPr>
              <a:t>motor</a:t>
            </a:r>
            <a:r>
              <a:rPr lang="en-US" sz="2400" dirty="0">
                <a:ea typeface="ＭＳ Ｐゴシック" charset="0"/>
                <a:cs typeface="Times New Roman" charset="0"/>
              </a:rPr>
              <a:t> axons</a:t>
            </a:r>
            <a:endParaRPr lang="en-US" sz="2400" b="1" dirty="0">
              <a:ea typeface="ＭＳ Ｐゴシック" charset="0"/>
              <a:cs typeface="Times New Roman" charset="0"/>
            </a:endParaRPr>
          </a:p>
          <a:p>
            <a:pPr marL="723900" lvl="1" indent="-279400" eaLnBrk="1" hangingPunct="1">
              <a:buFont typeface="Times" charset="0"/>
              <a:buChar char="•"/>
              <a:defRPr/>
            </a:pPr>
            <a:endParaRPr lang="en-US" sz="3200" i="1" dirty="0">
              <a:ea typeface="ＭＳ Ｐゴシック" charset="0"/>
              <a:cs typeface="+mn-cs"/>
            </a:endParaRPr>
          </a:p>
          <a:p>
            <a:pPr marL="228600" indent="-228600" eaLnBrk="1" hangingPunct="1">
              <a:lnSpc>
                <a:spcPct val="90000"/>
              </a:lnSpc>
              <a:buFont typeface="Times" charset="0"/>
              <a:buChar char="•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312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ECED0B9-7A89-3A4D-9757-C97CE3332621}"/>
              </a:ext>
            </a:extLst>
          </p:cNvPr>
          <p:cNvGrpSpPr/>
          <p:nvPr/>
        </p:nvGrpSpPr>
        <p:grpSpPr>
          <a:xfrm>
            <a:off x="3886200" y="1143000"/>
            <a:ext cx="5257800" cy="5562600"/>
            <a:chOff x="1858963" y="212725"/>
            <a:chExt cx="5426075" cy="6432550"/>
          </a:xfrm>
        </p:grpSpPr>
        <p:pic>
          <p:nvPicPr>
            <p:cNvPr id="54273" name="Picture 1" descr="file:///C:\Users\rajesh\Desktop\20-Feb\Chapter 07\Unlabeled\figure_07_23-U.jpg">
              <a:extLst>
                <a:ext uri="{FF2B5EF4-FFF2-40B4-BE49-F238E27FC236}">
                  <a16:creationId xmlns:a16="http://schemas.microsoft.com/office/drawing/2014/main" id="{88AD9853-C42B-4C9C-9646-7235E3A86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r:link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15"/>
            <a:stretch>
              <a:fillRect/>
            </a:stretch>
          </p:blipFill>
          <p:spPr bwMode="auto">
            <a:xfrm>
              <a:off x="1858963" y="212725"/>
              <a:ext cx="5426075" cy="6432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4274" name="TextBox 2">
              <a:extLst>
                <a:ext uri="{FF2B5EF4-FFF2-40B4-BE49-F238E27FC236}">
                  <a16:creationId xmlns:a16="http://schemas.microsoft.com/office/drawing/2014/main" id="{7F374B3D-31A4-4C7B-BF68-691BA66D1C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9238" y="1184276"/>
              <a:ext cx="793143" cy="150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800" b="1"/>
                <a:t>III Oculomotor</a:t>
              </a:r>
            </a:p>
          </p:txBody>
        </p:sp>
        <p:sp>
          <p:nvSpPr>
            <p:cNvPr id="54275" name="TextBox 3">
              <a:extLst>
                <a:ext uri="{FF2B5EF4-FFF2-40B4-BE49-F238E27FC236}">
                  <a16:creationId xmlns:a16="http://schemas.microsoft.com/office/drawing/2014/main" id="{9FE01B0F-65D8-4F6C-B76B-522E4E3EC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0337" y="1343024"/>
              <a:ext cx="678273" cy="150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800" b="1"/>
                <a:t>IV Trochlear</a:t>
              </a:r>
            </a:p>
          </p:txBody>
        </p:sp>
        <p:sp>
          <p:nvSpPr>
            <p:cNvPr id="54276" name="TextBox 4">
              <a:extLst>
                <a:ext uri="{FF2B5EF4-FFF2-40B4-BE49-F238E27FC236}">
                  <a16:creationId xmlns:a16="http://schemas.microsoft.com/office/drawing/2014/main" id="{C14E869A-5E8E-48BA-B662-A141FE12D6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8424" y="1492250"/>
              <a:ext cx="709271" cy="150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800" b="1"/>
                <a:t>VI Abducens</a:t>
              </a:r>
            </a:p>
          </p:txBody>
        </p:sp>
        <p:sp>
          <p:nvSpPr>
            <p:cNvPr id="54277" name="TextBox 5">
              <a:extLst>
                <a:ext uri="{FF2B5EF4-FFF2-40B4-BE49-F238E27FC236}">
                  <a16:creationId xmlns:a16="http://schemas.microsoft.com/office/drawing/2014/main" id="{16E19BDA-31B8-45B4-87A6-D43CA9A312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4400" y="1620838"/>
              <a:ext cx="579815" cy="150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800" b="1"/>
                <a:t>I Olfactory</a:t>
              </a:r>
            </a:p>
          </p:txBody>
        </p:sp>
        <p:sp>
          <p:nvSpPr>
            <p:cNvPr id="54278" name="TextBox 6">
              <a:extLst>
                <a:ext uri="{FF2B5EF4-FFF2-40B4-BE49-F238E27FC236}">
                  <a16:creationId xmlns:a16="http://schemas.microsoft.com/office/drawing/2014/main" id="{2DC63EF2-38CE-4C72-81F7-F0175AE7C8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0850" y="1662113"/>
              <a:ext cx="397483" cy="150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800" b="1"/>
                <a:t>II Optic</a:t>
              </a:r>
            </a:p>
          </p:txBody>
        </p:sp>
        <p:sp>
          <p:nvSpPr>
            <p:cNvPr id="54279" name="TextBox 7">
              <a:extLst>
                <a:ext uri="{FF2B5EF4-FFF2-40B4-BE49-F238E27FC236}">
                  <a16:creationId xmlns:a16="http://schemas.microsoft.com/office/drawing/2014/main" id="{EB377B13-7033-43B2-9E12-5C7CAF63A2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0475" y="1757363"/>
              <a:ext cx="703800" cy="150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800" b="1" dirty="0"/>
                <a:t>V Trigeminal</a:t>
              </a:r>
            </a:p>
          </p:txBody>
        </p:sp>
        <p:sp>
          <p:nvSpPr>
            <p:cNvPr id="54280" name="TextBox 8">
              <a:extLst>
                <a:ext uri="{FF2B5EF4-FFF2-40B4-BE49-F238E27FC236}">
                  <a16:creationId xmlns:a16="http://schemas.microsoft.com/office/drawing/2014/main" id="{F71157D3-9D89-488E-B2A5-721B515F32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9325" y="1743075"/>
              <a:ext cx="703800" cy="150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800" b="1"/>
                <a:t>V Trigeminal</a:t>
              </a:r>
            </a:p>
          </p:txBody>
        </p:sp>
        <p:sp>
          <p:nvSpPr>
            <p:cNvPr id="54281" name="TextBox 9">
              <a:extLst>
                <a:ext uri="{FF2B5EF4-FFF2-40B4-BE49-F238E27FC236}">
                  <a16:creationId xmlns:a16="http://schemas.microsoft.com/office/drawing/2014/main" id="{632A4138-7C38-4CBF-8181-C544488656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4513" y="3211514"/>
              <a:ext cx="510529" cy="150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800" b="1"/>
                <a:t>VII Facial</a:t>
              </a:r>
            </a:p>
          </p:txBody>
        </p:sp>
        <p:sp>
          <p:nvSpPr>
            <p:cNvPr id="54282" name="TextBox 10">
              <a:extLst>
                <a:ext uri="{FF2B5EF4-FFF2-40B4-BE49-F238E27FC236}">
                  <a16:creationId xmlns:a16="http://schemas.microsoft.com/office/drawing/2014/main" id="{80F27478-A15B-4D7A-87BB-0DD02CDABE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2413" y="3811588"/>
              <a:ext cx="567051" cy="300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800" b="1"/>
                <a:t>Vestibular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800" b="1"/>
                <a:t>branch</a:t>
              </a:r>
            </a:p>
          </p:txBody>
        </p:sp>
        <p:sp>
          <p:nvSpPr>
            <p:cNvPr id="54283" name="TextBox 12">
              <a:extLst>
                <a:ext uri="{FF2B5EF4-FFF2-40B4-BE49-F238E27FC236}">
                  <a16:creationId xmlns:a16="http://schemas.microsoft.com/office/drawing/2014/main" id="{DA7FDAF6-A35B-4809-ABCA-D31793E022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9776" y="4249738"/>
              <a:ext cx="501412" cy="300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800" b="1"/>
                <a:t>Cochlear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800" b="1"/>
                <a:t>branch</a:t>
              </a:r>
            </a:p>
          </p:txBody>
        </p:sp>
        <p:sp>
          <p:nvSpPr>
            <p:cNvPr id="54284" name="TextBox 14">
              <a:extLst>
                <a:ext uri="{FF2B5EF4-FFF2-40B4-BE49-F238E27FC236}">
                  <a16:creationId xmlns:a16="http://schemas.microsoft.com/office/drawing/2014/main" id="{4642445D-4DAA-4876-BEB6-04CDAAA99E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8250" y="4454525"/>
              <a:ext cx="1219798" cy="150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800" b="1" dirty="0"/>
                <a:t>VIII Vestibulocochlear</a:t>
              </a:r>
            </a:p>
          </p:txBody>
        </p:sp>
        <p:sp>
          <p:nvSpPr>
            <p:cNvPr id="54285" name="TextBox 15">
              <a:extLst>
                <a:ext uri="{FF2B5EF4-FFF2-40B4-BE49-F238E27FC236}">
                  <a16:creationId xmlns:a16="http://schemas.microsoft.com/office/drawing/2014/main" id="{AE1EDC76-AF84-458C-8243-462EE5C73F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9925" y="4903788"/>
              <a:ext cx="463123" cy="150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800" b="1"/>
                <a:t>X Vagus</a:t>
              </a:r>
            </a:p>
          </p:txBody>
        </p:sp>
        <p:sp>
          <p:nvSpPr>
            <p:cNvPr id="54286" name="TextBox 16">
              <a:extLst>
                <a:ext uri="{FF2B5EF4-FFF2-40B4-BE49-F238E27FC236}">
                  <a16:creationId xmlns:a16="http://schemas.microsoft.com/office/drawing/2014/main" id="{9F0A23D4-7F16-4599-95BD-0969AD1EBB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5639" y="5067300"/>
              <a:ext cx="1166922" cy="150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800" b="1"/>
                <a:t>IX Glossopharyngeal</a:t>
              </a:r>
            </a:p>
          </p:txBody>
        </p:sp>
        <p:sp>
          <p:nvSpPr>
            <p:cNvPr id="54287" name="TextBox 17">
              <a:extLst>
                <a:ext uri="{FF2B5EF4-FFF2-40B4-BE49-F238E27FC236}">
                  <a16:creationId xmlns:a16="http://schemas.microsoft.com/office/drawing/2014/main" id="{B6514A86-D764-4EC4-ADB4-7AEB8CDA8F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9000" y="5189539"/>
              <a:ext cx="873369" cy="150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800" b="1"/>
                <a:t>XII Hypoglossal</a:t>
              </a:r>
            </a:p>
          </p:txBody>
        </p:sp>
        <p:sp>
          <p:nvSpPr>
            <p:cNvPr id="54288" name="TextBox 18">
              <a:extLst>
                <a:ext uri="{FF2B5EF4-FFF2-40B4-BE49-F238E27FC236}">
                  <a16:creationId xmlns:a16="http://schemas.microsoft.com/office/drawing/2014/main" id="{2673136C-A754-42EB-9CA6-96411941DC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8525" y="5189539"/>
              <a:ext cx="738444" cy="150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800" b="1"/>
                <a:t>XI Accessory</a:t>
              </a: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4FD1EAC-BE27-E44A-80F4-5947C70C6AC4}"/>
                </a:ext>
              </a:extLst>
            </p:cNvPr>
            <p:cNvSpPr/>
            <p:nvPr/>
          </p:nvSpPr>
          <p:spPr>
            <a:xfrm>
              <a:off x="4591050" y="3873500"/>
              <a:ext cx="82550" cy="257175"/>
            </a:xfrm>
            <a:custGeom>
              <a:avLst/>
              <a:gdLst>
                <a:gd name="connsiteX0" fmla="*/ 6350 w 82550"/>
                <a:gd name="connsiteY0" fmla="*/ 6350 h 257327"/>
                <a:gd name="connsiteX1" fmla="*/ 69126 w 82550"/>
                <a:gd name="connsiteY1" fmla="*/ 6350 h 257327"/>
                <a:gd name="connsiteX2" fmla="*/ 76200 w 82550"/>
                <a:gd name="connsiteY2" fmla="*/ 250977 h 257327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</a:cxnLst>
              <a:rect l="l" t="t" r="r" b="b"/>
              <a:pathLst>
                <a:path w="82550" h="257327">
                  <a:moveTo>
                    <a:pt x="6350" y="6350"/>
                  </a:moveTo>
                  <a:lnTo>
                    <a:pt x="69126" y="6350"/>
                  </a:lnTo>
                  <a:lnTo>
                    <a:pt x="76200" y="250977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  <p:sp>
          <p:nvSpPr>
            <p:cNvPr id="22" name="Freeform 3">
              <a:extLst>
                <a:ext uri="{FF2B5EF4-FFF2-40B4-BE49-F238E27FC236}">
                  <a16:creationId xmlns:a16="http://schemas.microsoft.com/office/drawing/2014/main" id="{7C434D98-F1FC-C743-B385-5CD0B7CA7FE1}"/>
                </a:ext>
              </a:extLst>
            </p:cNvPr>
            <p:cNvSpPr/>
            <p:nvPr/>
          </p:nvSpPr>
          <p:spPr>
            <a:xfrm>
              <a:off x="4430713" y="4151313"/>
              <a:ext cx="96837" cy="165100"/>
            </a:xfrm>
            <a:custGeom>
              <a:avLst/>
              <a:gdLst>
                <a:gd name="connsiteX0" fmla="*/ 89204 w 95554"/>
                <a:gd name="connsiteY0" fmla="*/ 158330 h 164680"/>
                <a:gd name="connsiteX1" fmla="*/ 26123 w 95554"/>
                <a:gd name="connsiteY1" fmla="*/ 158330 h 164680"/>
                <a:gd name="connsiteX2" fmla="*/ 6350 w 95554"/>
                <a:gd name="connsiteY2" fmla="*/ 6350 h 16468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</a:cxnLst>
              <a:rect l="l" t="t" r="r" b="b"/>
              <a:pathLst>
                <a:path w="95554" h="164680">
                  <a:moveTo>
                    <a:pt x="89204" y="158330"/>
                  </a:moveTo>
                  <a:lnTo>
                    <a:pt x="26123" y="158330"/>
                  </a:lnTo>
                  <a:lnTo>
                    <a:pt x="6350" y="6350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49EEA437-FAD8-3C4E-A7DB-A8FB364BFECD}"/>
                </a:ext>
              </a:extLst>
            </p:cNvPr>
            <p:cNvSpPr/>
            <p:nvPr/>
          </p:nvSpPr>
          <p:spPr>
            <a:xfrm>
              <a:off x="3660775" y="1243013"/>
              <a:ext cx="392113" cy="25400"/>
            </a:xfrm>
            <a:custGeom>
              <a:avLst/>
              <a:gdLst>
                <a:gd name="connsiteX0" fmla="*/ 385699 w 392049"/>
                <a:gd name="connsiteY0" fmla="*/ 6350 h 25400"/>
                <a:gd name="connsiteX1" fmla="*/ 6350 w 39204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392049" h="25400">
                  <a:moveTo>
                    <a:pt x="385699" y="6350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  <p:sp>
          <p:nvSpPr>
            <p:cNvPr id="24" name="Freeform 3">
              <a:extLst>
                <a:ext uri="{FF2B5EF4-FFF2-40B4-BE49-F238E27FC236}">
                  <a16:creationId xmlns:a16="http://schemas.microsoft.com/office/drawing/2014/main" id="{5291D4E5-C970-3442-A227-51AF981F330B}"/>
                </a:ext>
              </a:extLst>
            </p:cNvPr>
            <p:cNvSpPr/>
            <p:nvPr/>
          </p:nvSpPr>
          <p:spPr>
            <a:xfrm>
              <a:off x="3692525" y="1403350"/>
              <a:ext cx="263525" cy="25400"/>
            </a:xfrm>
            <a:custGeom>
              <a:avLst/>
              <a:gdLst>
                <a:gd name="connsiteX0" fmla="*/ 258067 w 264417"/>
                <a:gd name="connsiteY0" fmla="*/ 6350 h 25400"/>
                <a:gd name="connsiteX1" fmla="*/ 6350 w 264417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264417" h="25400">
                  <a:moveTo>
                    <a:pt x="258067" y="6350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  <p:sp>
          <p:nvSpPr>
            <p:cNvPr id="25" name="Freeform 3">
              <a:extLst>
                <a:ext uri="{FF2B5EF4-FFF2-40B4-BE49-F238E27FC236}">
                  <a16:creationId xmlns:a16="http://schemas.microsoft.com/office/drawing/2014/main" id="{39F482C2-9C0E-E344-BFE2-85FC31175D4E}"/>
                </a:ext>
              </a:extLst>
            </p:cNvPr>
            <p:cNvSpPr/>
            <p:nvPr/>
          </p:nvSpPr>
          <p:spPr>
            <a:xfrm>
              <a:off x="3790950" y="1547813"/>
              <a:ext cx="95250" cy="25400"/>
            </a:xfrm>
            <a:custGeom>
              <a:avLst/>
              <a:gdLst>
                <a:gd name="connsiteX0" fmla="*/ 87896 w 94246"/>
                <a:gd name="connsiteY0" fmla="*/ 6350 h 25400"/>
                <a:gd name="connsiteX1" fmla="*/ 6350 w 94246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94246" h="25400">
                  <a:moveTo>
                    <a:pt x="87896" y="6350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  <p:sp>
          <p:nvSpPr>
            <p:cNvPr id="26" name="Freeform 3">
              <a:extLst>
                <a:ext uri="{FF2B5EF4-FFF2-40B4-BE49-F238E27FC236}">
                  <a16:creationId xmlns:a16="http://schemas.microsoft.com/office/drawing/2014/main" id="{9339466E-F895-0C4B-BA18-5240460449E6}"/>
                </a:ext>
              </a:extLst>
            </p:cNvPr>
            <p:cNvSpPr/>
            <p:nvPr/>
          </p:nvSpPr>
          <p:spPr>
            <a:xfrm>
              <a:off x="4395788" y="1806575"/>
              <a:ext cx="650875" cy="25400"/>
            </a:xfrm>
            <a:custGeom>
              <a:avLst/>
              <a:gdLst>
                <a:gd name="connsiteX0" fmla="*/ 645299 w 651649"/>
                <a:gd name="connsiteY0" fmla="*/ 6350 h 25400"/>
                <a:gd name="connsiteX1" fmla="*/ 6350 w 65164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651649" h="25400">
                  <a:moveTo>
                    <a:pt x="645299" y="6350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  <p:sp>
          <p:nvSpPr>
            <p:cNvPr id="27" name="Freeform 3">
              <a:extLst>
                <a:ext uri="{FF2B5EF4-FFF2-40B4-BE49-F238E27FC236}">
                  <a16:creationId xmlns:a16="http://schemas.microsoft.com/office/drawing/2014/main" id="{4761C4B1-D865-D140-A36A-6FDE5D28E869}"/>
                </a:ext>
              </a:extLst>
            </p:cNvPr>
            <p:cNvSpPr/>
            <p:nvPr/>
          </p:nvSpPr>
          <p:spPr>
            <a:xfrm>
              <a:off x="4792663" y="1808163"/>
              <a:ext cx="161925" cy="93662"/>
            </a:xfrm>
            <a:custGeom>
              <a:avLst/>
              <a:gdLst>
                <a:gd name="connsiteX0" fmla="*/ 154584 w 160934"/>
                <a:gd name="connsiteY0" fmla="*/ 6350 h 94513"/>
                <a:gd name="connsiteX1" fmla="*/ 6350 w 160934"/>
                <a:gd name="connsiteY1" fmla="*/ 88163 h 94513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160934" h="94513">
                  <a:moveTo>
                    <a:pt x="154584" y="6350"/>
                  </a:moveTo>
                  <a:lnTo>
                    <a:pt x="6350" y="88163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  <p:sp>
          <p:nvSpPr>
            <p:cNvPr id="28" name="Freeform 3">
              <a:extLst>
                <a:ext uri="{FF2B5EF4-FFF2-40B4-BE49-F238E27FC236}">
                  <a16:creationId xmlns:a16="http://schemas.microsoft.com/office/drawing/2014/main" id="{0A7A9733-BB45-4841-9CD5-1E8E1B9BD1E9}"/>
                </a:ext>
              </a:extLst>
            </p:cNvPr>
            <p:cNvSpPr/>
            <p:nvPr/>
          </p:nvSpPr>
          <p:spPr>
            <a:xfrm>
              <a:off x="4559300" y="1806575"/>
              <a:ext cx="160338" cy="95250"/>
            </a:xfrm>
            <a:custGeom>
              <a:avLst/>
              <a:gdLst>
                <a:gd name="connsiteX0" fmla="*/ 154571 w 160921"/>
                <a:gd name="connsiteY0" fmla="*/ 6350 h 94526"/>
                <a:gd name="connsiteX1" fmla="*/ 6350 w 160921"/>
                <a:gd name="connsiteY1" fmla="*/ 88176 h 94526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160921" h="94526">
                  <a:moveTo>
                    <a:pt x="154571" y="6350"/>
                  </a:moveTo>
                  <a:lnTo>
                    <a:pt x="6350" y="88176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4E9BFBDE-3AC9-A947-A0D2-F793F59BD04B}"/>
                </a:ext>
              </a:extLst>
            </p:cNvPr>
            <p:cNvSpPr/>
            <p:nvPr/>
          </p:nvSpPr>
          <p:spPr>
            <a:xfrm>
              <a:off x="4827588" y="3265488"/>
              <a:ext cx="349250" cy="25400"/>
            </a:xfrm>
            <a:custGeom>
              <a:avLst/>
              <a:gdLst>
                <a:gd name="connsiteX0" fmla="*/ 342353 w 348703"/>
                <a:gd name="connsiteY0" fmla="*/ 6350 h 25400"/>
                <a:gd name="connsiteX1" fmla="*/ 6350 w 348703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348703" h="25400">
                  <a:moveTo>
                    <a:pt x="342353" y="6350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  <p:sp>
          <p:nvSpPr>
            <p:cNvPr id="30" name="Freeform 3">
              <a:extLst>
                <a:ext uri="{FF2B5EF4-FFF2-40B4-BE49-F238E27FC236}">
                  <a16:creationId xmlns:a16="http://schemas.microsoft.com/office/drawing/2014/main" id="{D537B601-88BF-B544-912B-D50A83D85947}"/>
                </a:ext>
              </a:extLst>
            </p:cNvPr>
            <p:cNvSpPr/>
            <p:nvPr/>
          </p:nvSpPr>
          <p:spPr>
            <a:xfrm>
              <a:off x="4884738" y="3265488"/>
              <a:ext cx="395287" cy="252412"/>
            </a:xfrm>
            <a:custGeom>
              <a:avLst/>
              <a:gdLst>
                <a:gd name="connsiteX0" fmla="*/ 388213 w 394563"/>
                <a:gd name="connsiteY0" fmla="*/ 246443 h 252793"/>
                <a:gd name="connsiteX1" fmla="*/ 6350 w 394563"/>
                <a:gd name="connsiteY1" fmla="*/ 6350 h 252793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394563" h="252793">
                  <a:moveTo>
                    <a:pt x="388213" y="246443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  <p:sp>
          <p:nvSpPr>
            <p:cNvPr id="31" name="Freeform 3">
              <a:extLst>
                <a:ext uri="{FF2B5EF4-FFF2-40B4-BE49-F238E27FC236}">
                  <a16:creationId xmlns:a16="http://schemas.microsoft.com/office/drawing/2014/main" id="{BC9E379D-74DD-DE41-97F8-F2B7B1D5B388}"/>
                </a:ext>
              </a:extLst>
            </p:cNvPr>
            <p:cNvSpPr/>
            <p:nvPr/>
          </p:nvSpPr>
          <p:spPr>
            <a:xfrm>
              <a:off x="4887913" y="3265488"/>
              <a:ext cx="303212" cy="330200"/>
            </a:xfrm>
            <a:custGeom>
              <a:avLst/>
              <a:gdLst>
                <a:gd name="connsiteX0" fmla="*/ 6350 w 303326"/>
                <a:gd name="connsiteY0" fmla="*/ 6350 h 329666"/>
                <a:gd name="connsiteX1" fmla="*/ 296976 w 303326"/>
                <a:gd name="connsiteY1" fmla="*/ 323316 h 329666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303326" h="329666">
                  <a:moveTo>
                    <a:pt x="6350" y="6350"/>
                  </a:moveTo>
                  <a:lnTo>
                    <a:pt x="296976" y="323316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6A6F1E5D-1DA6-6749-A903-1F3ACA0BAC33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700" b="1" dirty="0"/>
              <a:t>NERVES: CRANIAL NERVES</a:t>
            </a:r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CEA6CE73-7D85-2B4B-8555-B618A6EF92AD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34" name="Rectangle 4">
            <a:extLst>
              <a:ext uri="{FF2B5EF4-FFF2-40B4-BE49-F238E27FC236}">
                <a16:creationId xmlns:a16="http://schemas.microsoft.com/office/drawing/2014/main" id="{AE0BC0E7-B3C1-E642-BA74-68D6C913B8D7}"/>
              </a:ext>
            </a:extLst>
          </p:cNvPr>
          <p:cNvSpPr txBox="1">
            <a:spLocks/>
          </p:cNvSpPr>
          <p:nvPr/>
        </p:nvSpPr>
        <p:spPr bwMode="auto">
          <a:xfrm>
            <a:off x="40179" y="1069226"/>
            <a:ext cx="4424410" cy="578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32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8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4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eaLnBrk="1" hangingPunct="1"/>
            <a:r>
              <a:rPr lang="en-US" altLang="en-US" sz="2000" b="1" u="sng" dirty="0">
                <a:latin typeface="Arial" panose="020B0604020202020204" pitchFamily="34" charset="0"/>
              </a:rPr>
              <a:t>12</a:t>
            </a:r>
            <a:r>
              <a:rPr lang="en-US" altLang="en-US" sz="2000" dirty="0">
                <a:latin typeface="Arial" panose="020B0604020202020204" pitchFamily="34" charset="0"/>
              </a:rPr>
              <a:t> pairs of cranial nerves</a:t>
            </a:r>
          </a:p>
          <a:p>
            <a:pPr marL="628650" lvl="1" indent="-228600" eaLnBrk="1" hangingPunct="1"/>
            <a:r>
              <a:rPr lang="en-US" altLang="en-US" sz="1400" dirty="0">
                <a:latin typeface="Arial" panose="020B0604020202020204" pitchFamily="34" charset="0"/>
              </a:rPr>
              <a:t>Come off the brainstem</a:t>
            </a:r>
            <a:endParaRPr lang="en-US" altLang="en-US" sz="700" dirty="0">
              <a:latin typeface="Arial" panose="020B0604020202020204" pitchFamily="34" charset="0"/>
            </a:endParaRPr>
          </a:p>
          <a:p>
            <a:pPr marL="400050" lvl="1" indent="0" eaLnBrk="1" hangingPunct="1">
              <a:buNone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228600" indent="-228600" eaLnBrk="1" hangingPunct="1"/>
            <a:r>
              <a:rPr lang="en-US" altLang="en-US" sz="2000" dirty="0">
                <a:latin typeface="Arial" panose="020B0604020202020204" pitchFamily="34" charset="0"/>
              </a:rPr>
              <a:t>Some are entirely </a:t>
            </a:r>
            <a:r>
              <a:rPr lang="en-US" altLang="en-US" sz="2000" b="1" dirty="0">
                <a:latin typeface="Arial" panose="020B0604020202020204" pitchFamily="34" charset="0"/>
              </a:rPr>
              <a:t>sensory</a:t>
            </a:r>
          </a:p>
          <a:p>
            <a:pPr marL="628650" lvl="1" indent="-228600" eaLnBrk="1" hangingPunct="1"/>
            <a:r>
              <a:rPr lang="en-US" altLang="en-US" sz="1400" dirty="0">
                <a:latin typeface="Arial" panose="020B0604020202020204" pitchFamily="34" charset="0"/>
              </a:rPr>
              <a:t>I: Olfactory</a:t>
            </a:r>
          </a:p>
          <a:p>
            <a:pPr marL="628650" lvl="1" indent="-228600" eaLnBrk="1" hangingPunct="1"/>
            <a:r>
              <a:rPr lang="en-US" altLang="en-US" sz="1400" dirty="0">
                <a:latin typeface="Arial" panose="020B0604020202020204" pitchFamily="34" charset="0"/>
              </a:rPr>
              <a:t>II: Optic</a:t>
            </a:r>
          </a:p>
          <a:p>
            <a:pPr marL="628650" lvl="1" indent="-228600" eaLnBrk="1" hangingPunct="1"/>
            <a:r>
              <a:rPr lang="en-US" altLang="en-US" sz="1400" dirty="0">
                <a:latin typeface="Arial" panose="020B0604020202020204" pitchFamily="34" charset="0"/>
              </a:rPr>
              <a:t>VIII: Vestibulocochlear</a:t>
            </a:r>
          </a:p>
          <a:p>
            <a:pPr marL="228600" indent="-228600" eaLnBrk="1" hangingPunct="1"/>
            <a:r>
              <a:rPr lang="en-US" altLang="en-US" sz="2000" dirty="0">
                <a:latin typeface="Arial" panose="020B0604020202020204" pitchFamily="34" charset="0"/>
              </a:rPr>
              <a:t>Some are entirely </a:t>
            </a:r>
            <a:r>
              <a:rPr lang="en-US" altLang="en-US" sz="2000" b="1" dirty="0">
                <a:latin typeface="Arial" panose="020B0604020202020204" pitchFamily="34" charset="0"/>
              </a:rPr>
              <a:t>motor</a:t>
            </a:r>
          </a:p>
          <a:p>
            <a:pPr marL="628650" lvl="1" indent="-228600" eaLnBrk="1" hangingPunct="1"/>
            <a:r>
              <a:rPr lang="en-US" altLang="en-US" sz="1400" dirty="0">
                <a:latin typeface="Arial" panose="020B0604020202020204" pitchFamily="34" charset="0"/>
              </a:rPr>
              <a:t>III: Oculomotor</a:t>
            </a:r>
          </a:p>
          <a:p>
            <a:pPr marL="628650" lvl="1" indent="-228600" eaLnBrk="1" hangingPunct="1"/>
            <a:r>
              <a:rPr lang="en-US" altLang="en-US" sz="1400" dirty="0">
                <a:latin typeface="Arial" panose="020B0604020202020204" pitchFamily="34" charset="0"/>
              </a:rPr>
              <a:t>IV: Trochlear</a:t>
            </a:r>
          </a:p>
          <a:p>
            <a:pPr marL="628650" lvl="1" indent="-228600" eaLnBrk="1" hangingPunct="1"/>
            <a:r>
              <a:rPr lang="en-US" altLang="en-US" sz="1400" dirty="0">
                <a:latin typeface="Arial" panose="020B0604020202020204" pitchFamily="34" charset="0"/>
              </a:rPr>
              <a:t>VI: Abducens</a:t>
            </a:r>
          </a:p>
          <a:p>
            <a:pPr marL="628650" lvl="1" indent="-228600" eaLnBrk="1" hangingPunct="1"/>
            <a:r>
              <a:rPr lang="en-US" altLang="en-US" sz="1400" dirty="0">
                <a:latin typeface="Arial" panose="020B0604020202020204" pitchFamily="34" charset="0"/>
              </a:rPr>
              <a:t>XI: Accessory</a:t>
            </a:r>
          </a:p>
          <a:p>
            <a:pPr marL="628650" lvl="1" indent="-228600" eaLnBrk="1" hangingPunct="1"/>
            <a:r>
              <a:rPr lang="en-US" altLang="en-US" sz="1400" dirty="0">
                <a:latin typeface="Arial" panose="020B0604020202020204" pitchFamily="34" charset="0"/>
              </a:rPr>
              <a:t>XII: Hypoglossal</a:t>
            </a:r>
          </a:p>
          <a:p>
            <a:pPr marL="228600" indent="-228600" eaLnBrk="1" hangingPunct="1"/>
            <a:r>
              <a:rPr lang="en-US" altLang="en-US" sz="2000" dirty="0">
                <a:latin typeface="Arial" panose="020B0604020202020204" pitchFamily="34" charset="0"/>
              </a:rPr>
              <a:t>Some are </a:t>
            </a:r>
            <a:r>
              <a:rPr lang="en-US" altLang="en-US" sz="2000" b="1" dirty="0">
                <a:latin typeface="Arial" panose="020B0604020202020204" pitchFamily="34" charset="0"/>
              </a:rPr>
              <a:t>mixed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</a:p>
          <a:p>
            <a:pPr marL="628650" lvl="1" indent="-228600" eaLnBrk="1" hangingPunct="1"/>
            <a:r>
              <a:rPr lang="en-US" altLang="en-US" sz="1400" dirty="0">
                <a:latin typeface="Arial" panose="020B0604020202020204" pitchFamily="34" charset="0"/>
              </a:rPr>
              <a:t>V: Trigeminal</a:t>
            </a:r>
          </a:p>
          <a:p>
            <a:pPr marL="628650" lvl="1" indent="-228600" eaLnBrk="1" hangingPunct="1"/>
            <a:r>
              <a:rPr lang="en-US" altLang="en-US" sz="1400" dirty="0">
                <a:latin typeface="Arial" panose="020B0604020202020204" pitchFamily="34" charset="0"/>
              </a:rPr>
              <a:t>VII: Facial</a:t>
            </a:r>
          </a:p>
          <a:p>
            <a:pPr marL="628650" lvl="1" indent="-228600" eaLnBrk="1" hangingPunct="1"/>
            <a:r>
              <a:rPr lang="en-US" altLang="en-US" sz="1400" dirty="0">
                <a:latin typeface="Arial" panose="020B0604020202020204" pitchFamily="34" charset="0"/>
              </a:rPr>
              <a:t>IX: Glossopharyngeal</a:t>
            </a:r>
          </a:p>
          <a:p>
            <a:pPr marL="628650" lvl="1" indent="-228600" eaLnBrk="1" hangingPunct="1"/>
            <a:r>
              <a:rPr lang="en-US" altLang="en-US" sz="1400" dirty="0">
                <a:latin typeface="Arial" panose="020B0604020202020204" pitchFamily="34" charset="0"/>
              </a:rPr>
              <a:t>X: </a:t>
            </a:r>
            <a:r>
              <a:rPr lang="en-US" altLang="en-US" sz="1400" dirty="0" err="1">
                <a:latin typeface="Arial" panose="020B0604020202020204" pitchFamily="34" charset="0"/>
              </a:rPr>
              <a:t>Vagus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marL="400050" lvl="1" indent="0" eaLnBrk="1" hangingPunct="1">
              <a:buNone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400050" lvl="1" indent="0" eaLnBrk="1" hangingPunct="1">
              <a:buNone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228600" indent="-228600" eaLnBrk="1" hangingPunct="1"/>
            <a:r>
              <a:rPr lang="en-US" altLang="en-US" sz="2000" i="1" dirty="0">
                <a:latin typeface="Arial" panose="020B0604020202020204" pitchFamily="34" charset="0"/>
              </a:rPr>
              <a:t>Branch to serve the head and neck</a:t>
            </a:r>
          </a:p>
        </p:txBody>
      </p:sp>
    </p:spTree>
    <p:extLst>
      <p:ext uri="{BB962C8B-B14F-4D97-AF65-F5344CB8AC3E}">
        <p14:creationId xmlns:p14="http://schemas.microsoft.com/office/powerpoint/2010/main" val="1921817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EDD89E-F8AD-C448-9DE2-012C84864A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160463"/>
            <a:ext cx="6807081" cy="5468937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B79269DF-37A8-1A47-8FC0-BE2C2D20B45B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pic>
        <p:nvPicPr>
          <p:cNvPr id="6" name="SPEECH_CI">
            <a:hlinkClick r:id="" action="ppaction://media"/>
            <a:extLst>
              <a:ext uri="{FF2B5EF4-FFF2-40B4-BE49-F238E27FC236}">
                <a16:creationId xmlns:a16="http://schemas.microsoft.com/office/drawing/2014/main" id="{F37768CE-2F9D-C54C-9BBC-199B5640D27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290076" y="2173122"/>
            <a:ext cx="812800" cy="812800"/>
          </a:xfrm>
          <a:prstGeom prst="rect">
            <a:avLst/>
          </a:prstGeom>
        </p:spPr>
      </p:pic>
      <p:pic>
        <p:nvPicPr>
          <p:cNvPr id="7" name="MUSIC_CI">
            <a:hlinkClick r:id="" action="ppaction://media"/>
            <a:extLst>
              <a:ext uri="{FF2B5EF4-FFF2-40B4-BE49-F238E27FC236}">
                <a16:creationId xmlns:a16="http://schemas.microsoft.com/office/drawing/2014/main" id="{B478D1EA-741F-7841-BCC8-5EE588E1F0EF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273787" y="4521200"/>
            <a:ext cx="812800" cy="8128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53D5698-37E2-7F4E-83E2-E87D6829B06A}"/>
              </a:ext>
            </a:extLst>
          </p:cNvPr>
          <p:cNvSpPr txBox="1">
            <a:spLocks/>
          </p:cNvSpPr>
          <p:nvPr/>
        </p:nvSpPr>
        <p:spPr bwMode="auto">
          <a:xfrm>
            <a:off x="7133811" y="1601622"/>
            <a:ext cx="1938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600" b="1" dirty="0"/>
              <a:t>Speech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F151503-CA3A-3144-B1BA-4A666FBA80CB}"/>
              </a:ext>
            </a:extLst>
          </p:cNvPr>
          <p:cNvSpPr txBox="1">
            <a:spLocks/>
          </p:cNvSpPr>
          <p:nvPr/>
        </p:nvSpPr>
        <p:spPr bwMode="auto">
          <a:xfrm>
            <a:off x="7117522" y="3847865"/>
            <a:ext cx="1938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600" b="1" dirty="0"/>
              <a:t>Music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9FEC33A-ACCB-114F-B078-10B030263498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700" b="1" dirty="0"/>
              <a:t>NERVES: CRANIAL NERVES</a:t>
            </a:r>
          </a:p>
        </p:txBody>
      </p:sp>
    </p:spTree>
    <p:extLst>
      <p:ext uri="{BB962C8B-B14F-4D97-AF65-F5344CB8AC3E}">
        <p14:creationId xmlns:p14="http://schemas.microsoft.com/office/powerpoint/2010/main" val="3220112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57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2425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video>
            <p:vide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AE4B0DC-CCF2-A749-8679-1135EEAE7C7A}"/>
              </a:ext>
            </a:extLst>
          </p:cNvPr>
          <p:cNvGrpSpPr/>
          <p:nvPr/>
        </p:nvGrpSpPr>
        <p:grpSpPr>
          <a:xfrm>
            <a:off x="3048000" y="1159933"/>
            <a:ext cx="6096000" cy="5317067"/>
            <a:chOff x="1076325" y="730250"/>
            <a:chExt cx="6991350" cy="6127750"/>
          </a:xfrm>
        </p:grpSpPr>
        <p:pic>
          <p:nvPicPr>
            <p:cNvPr id="58369" name="Picture 1" descr="file:///C:\Users\rajesh\Desktop\20-Feb\Chapter 07\Unlabeled\figure_07_24a-U.jpg">
              <a:extLst>
                <a:ext uri="{FF2B5EF4-FFF2-40B4-BE49-F238E27FC236}">
                  <a16:creationId xmlns:a16="http://schemas.microsoft.com/office/drawing/2014/main" id="{F6CD06AB-23B7-40D0-AB5B-88E2E2C2D1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r:link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944"/>
            <a:stretch>
              <a:fillRect/>
            </a:stretch>
          </p:blipFill>
          <p:spPr bwMode="auto">
            <a:xfrm>
              <a:off x="1076325" y="730250"/>
              <a:ext cx="6991350" cy="6127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E87912A-443F-E54E-9542-8948277269AD}"/>
                </a:ext>
              </a:extLst>
            </p:cNvPr>
            <p:cNvSpPr txBox="1"/>
            <p:nvPr/>
          </p:nvSpPr>
          <p:spPr>
            <a:xfrm>
              <a:off x="3773488" y="820738"/>
              <a:ext cx="187325" cy="2047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30" b="1" dirty="0">
                  <a:latin typeface="Arial"/>
                  <a:ea typeface="ＭＳ Ｐゴシック" charset="0"/>
                  <a:cs typeface="ＭＳ Ｐゴシック" charset="0"/>
                </a:rPr>
                <a:t>C</a:t>
              </a:r>
              <a:r>
                <a:rPr lang="en-US" sz="1330" b="1" baseline="-25000" dirty="0">
                  <a:latin typeface="Arial"/>
                  <a:ea typeface="ＭＳ Ｐゴシック" charset="0"/>
                  <a:cs typeface="ＭＳ Ｐゴシック" charset="0"/>
                </a:rPr>
                <a:t>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216F33F-2EA7-434A-87B1-E22D61AABB0B}"/>
                </a:ext>
              </a:extLst>
            </p:cNvPr>
            <p:cNvSpPr txBox="1"/>
            <p:nvPr/>
          </p:nvSpPr>
          <p:spPr>
            <a:xfrm>
              <a:off x="3903663" y="985838"/>
              <a:ext cx="95250" cy="2047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30" b="1">
                  <a:latin typeface="Arial"/>
                  <a:ea typeface="ＭＳ Ｐゴシック" charset="0"/>
                  <a:cs typeface="ＭＳ Ｐゴシック" charset="0"/>
                </a:rPr>
                <a:t>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129DC28-63D7-124C-965C-E1F611C95AFC}"/>
                </a:ext>
              </a:extLst>
            </p:cNvPr>
            <p:cNvSpPr txBox="1"/>
            <p:nvPr/>
          </p:nvSpPr>
          <p:spPr>
            <a:xfrm>
              <a:off x="3903663" y="1127125"/>
              <a:ext cx="95250" cy="2047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30" b="1">
                  <a:latin typeface="Arial"/>
                  <a:ea typeface="ＭＳ Ｐゴシック" charset="0"/>
                  <a:cs typeface="ＭＳ Ｐゴシック" charset="0"/>
                </a:rPr>
                <a:t>3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7217900-ABA9-954D-BF8C-7FF2069C0630}"/>
                </a:ext>
              </a:extLst>
            </p:cNvPr>
            <p:cNvSpPr txBox="1"/>
            <p:nvPr/>
          </p:nvSpPr>
          <p:spPr>
            <a:xfrm>
              <a:off x="3903663" y="1287463"/>
              <a:ext cx="95250" cy="2047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30" b="1">
                  <a:latin typeface="Arial"/>
                  <a:ea typeface="ＭＳ Ｐゴシック" charset="0"/>
                  <a:cs typeface="ＭＳ Ｐゴシック" charset="0"/>
                </a:rPr>
                <a:t>4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8BAF572-2CF7-D147-A449-21CF97BCFADD}"/>
                </a:ext>
              </a:extLst>
            </p:cNvPr>
            <p:cNvSpPr txBox="1"/>
            <p:nvPr/>
          </p:nvSpPr>
          <p:spPr>
            <a:xfrm>
              <a:off x="3903663" y="1436688"/>
              <a:ext cx="95250" cy="2047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30" b="1">
                  <a:latin typeface="Arial"/>
                  <a:ea typeface="ＭＳ Ｐゴシック" charset="0"/>
                  <a:cs typeface="ＭＳ Ｐゴシック" charset="0"/>
                </a:rPr>
                <a:t>5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45E9C79-3211-B44E-B441-22CF96861659}"/>
                </a:ext>
              </a:extLst>
            </p:cNvPr>
            <p:cNvSpPr txBox="1"/>
            <p:nvPr/>
          </p:nvSpPr>
          <p:spPr>
            <a:xfrm>
              <a:off x="3903663" y="1587500"/>
              <a:ext cx="95250" cy="2047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30" b="1">
                  <a:latin typeface="Arial"/>
                  <a:ea typeface="ＭＳ Ｐゴシック" charset="0"/>
                  <a:cs typeface="ＭＳ Ｐゴシック" charset="0"/>
                </a:rPr>
                <a:t>6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53F36F9-F543-0F4C-B7E2-2AE2672331F5}"/>
                </a:ext>
              </a:extLst>
            </p:cNvPr>
            <p:cNvSpPr txBox="1"/>
            <p:nvPr/>
          </p:nvSpPr>
          <p:spPr>
            <a:xfrm>
              <a:off x="3911600" y="1751013"/>
              <a:ext cx="95250" cy="2047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30" b="1">
                  <a:latin typeface="Arial"/>
                  <a:ea typeface="ＭＳ Ｐゴシック" charset="0"/>
                  <a:cs typeface="ＭＳ Ｐゴシック" charset="0"/>
                </a:rPr>
                <a:t>7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025F5D4-00C8-C846-BC2D-FCED1A825BE1}"/>
                </a:ext>
              </a:extLst>
            </p:cNvPr>
            <p:cNvSpPr txBox="1"/>
            <p:nvPr/>
          </p:nvSpPr>
          <p:spPr>
            <a:xfrm>
              <a:off x="3919538" y="1901825"/>
              <a:ext cx="160337" cy="2047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30" b="1">
                  <a:latin typeface="Arial"/>
                  <a:ea typeface="ＭＳ Ｐゴシック" charset="0"/>
                  <a:cs typeface="ＭＳ Ｐゴシック" charset="0"/>
                </a:rPr>
                <a:t>8*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4E99807-EA1C-7C45-97C6-225EC05169C6}"/>
                </a:ext>
              </a:extLst>
            </p:cNvPr>
            <p:cNvSpPr txBox="1"/>
            <p:nvPr/>
          </p:nvSpPr>
          <p:spPr>
            <a:xfrm>
              <a:off x="3811588" y="2046288"/>
              <a:ext cx="168275" cy="2047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30" b="1" dirty="0">
                  <a:latin typeface="Arial"/>
                  <a:ea typeface="ＭＳ Ｐゴシック" charset="0"/>
                  <a:cs typeface="ＭＳ Ｐゴシック" charset="0"/>
                </a:rPr>
                <a:t>T</a:t>
              </a:r>
              <a:r>
                <a:rPr lang="en-US" sz="1330" b="1" baseline="-25000" dirty="0">
                  <a:latin typeface="Arial"/>
                  <a:ea typeface="ＭＳ Ｐゴシック" charset="0"/>
                  <a:cs typeface="ＭＳ Ｐゴシック" charset="0"/>
                </a:rPr>
                <a:t>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1C9BAE7-044C-E14C-ACBF-FEAC8017383C}"/>
                </a:ext>
              </a:extLst>
            </p:cNvPr>
            <p:cNvSpPr txBox="1"/>
            <p:nvPr/>
          </p:nvSpPr>
          <p:spPr>
            <a:xfrm>
              <a:off x="3910013" y="2236788"/>
              <a:ext cx="95250" cy="2047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30" b="1">
                  <a:latin typeface="Arial"/>
                  <a:ea typeface="ＭＳ Ｐゴシック" charset="0"/>
                  <a:cs typeface="ＭＳ Ｐゴシック" charset="0"/>
                </a:rPr>
                <a:t>2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C3B6CC5-E083-EC4D-87F9-BC05235B72A8}"/>
                </a:ext>
              </a:extLst>
            </p:cNvPr>
            <p:cNvSpPr txBox="1"/>
            <p:nvPr/>
          </p:nvSpPr>
          <p:spPr>
            <a:xfrm>
              <a:off x="3910013" y="2382838"/>
              <a:ext cx="95250" cy="2047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30" b="1">
                  <a:latin typeface="Arial"/>
                  <a:ea typeface="ＭＳ Ｐゴシック" charset="0"/>
                  <a:cs typeface="ＭＳ Ｐゴシック" charset="0"/>
                </a:rPr>
                <a:t>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4AA50F7-D1E1-464D-A447-63D6881D0987}"/>
                </a:ext>
              </a:extLst>
            </p:cNvPr>
            <p:cNvSpPr txBox="1"/>
            <p:nvPr/>
          </p:nvSpPr>
          <p:spPr>
            <a:xfrm>
              <a:off x="3910013" y="2581275"/>
              <a:ext cx="95250" cy="2047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30" b="1">
                  <a:latin typeface="Arial"/>
                  <a:ea typeface="ＭＳ Ｐゴシック" charset="0"/>
                  <a:cs typeface="ＭＳ Ｐゴシック" charset="0"/>
                </a:rPr>
                <a:t>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5C3A365-1A78-D844-B1AD-E8D8A3F6DECB}"/>
                </a:ext>
              </a:extLst>
            </p:cNvPr>
            <p:cNvSpPr txBox="1"/>
            <p:nvPr/>
          </p:nvSpPr>
          <p:spPr>
            <a:xfrm>
              <a:off x="3910013" y="2779713"/>
              <a:ext cx="95250" cy="2047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30" b="1">
                  <a:latin typeface="Arial"/>
                  <a:ea typeface="ＭＳ Ｐゴシック" charset="0"/>
                  <a:cs typeface="ＭＳ Ｐゴシック" charset="0"/>
                </a:rPr>
                <a:t>5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B695098-C6F7-7C44-88D9-2CC562ACCBF9}"/>
                </a:ext>
              </a:extLst>
            </p:cNvPr>
            <p:cNvSpPr txBox="1"/>
            <p:nvPr/>
          </p:nvSpPr>
          <p:spPr>
            <a:xfrm>
              <a:off x="3910013" y="2962275"/>
              <a:ext cx="95250" cy="2047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30" b="1">
                  <a:latin typeface="Arial"/>
                  <a:ea typeface="ＭＳ Ｐゴシック" charset="0"/>
                  <a:cs typeface="ＭＳ Ｐゴシック" charset="0"/>
                </a:rPr>
                <a:t>6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A341F73-FBB0-854C-A556-71B5482FB4D5}"/>
                </a:ext>
              </a:extLst>
            </p:cNvPr>
            <p:cNvSpPr txBox="1"/>
            <p:nvPr/>
          </p:nvSpPr>
          <p:spPr>
            <a:xfrm>
              <a:off x="3919538" y="3182938"/>
              <a:ext cx="95250" cy="2047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30" b="1">
                  <a:latin typeface="Arial"/>
                  <a:ea typeface="ＭＳ Ｐゴシック" charset="0"/>
                  <a:cs typeface="ＭＳ Ｐゴシック" charset="0"/>
                </a:rPr>
                <a:t>7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2A47FE3-371A-0F42-85C6-445E48909E31}"/>
                </a:ext>
              </a:extLst>
            </p:cNvPr>
            <p:cNvSpPr txBox="1"/>
            <p:nvPr/>
          </p:nvSpPr>
          <p:spPr>
            <a:xfrm>
              <a:off x="3919538" y="3411538"/>
              <a:ext cx="95250" cy="2047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30" b="1" dirty="0">
                  <a:latin typeface="Arial"/>
                  <a:ea typeface="ＭＳ Ｐゴシック" charset="0"/>
                  <a:cs typeface="ＭＳ Ｐゴシック" charset="0"/>
                </a:rPr>
                <a:t>8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8F05A55-E9D5-E84A-A6E4-76164BD63C58}"/>
                </a:ext>
              </a:extLst>
            </p:cNvPr>
            <p:cNvSpPr txBox="1"/>
            <p:nvPr/>
          </p:nvSpPr>
          <p:spPr>
            <a:xfrm>
              <a:off x="3906838" y="3622675"/>
              <a:ext cx="95250" cy="2047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30" b="1" dirty="0">
                  <a:latin typeface="Arial"/>
                  <a:ea typeface="ＭＳ Ｐゴシック" charset="0"/>
                  <a:cs typeface="ＭＳ Ｐゴシック" charset="0"/>
                </a:rPr>
                <a:t>9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DDE6EBA-253C-564D-A8B0-6AAA19A70B4B}"/>
                </a:ext>
              </a:extLst>
            </p:cNvPr>
            <p:cNvSpPr txBox="1"/>
            <p:nvPr/>
          </p:nvSpPr>
          <p:spPr>
            <a:xfrm>
              <a:off x="3843338" y="3868738"/>
              <a:ext cx="190500" cy="2047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30" b="1">
                  <a:latin typeface="Arial"/>
                  <a:ea typeface="ＭＳ Ｐゴシック" charset="0"/>
                  <a:cs typeface="ＭＳ Ｐゴシック" charset="0"/>
                </a:rPr>
                <a:t>10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30D20D3-5D0C-504B-8FBF-79A277102027}"/>
                </a:ext>
              </a:extLst>
            </p:cNvPr>
            <p:cNvSpPr txBox="1"/>
            <p:nvPr/>
          </p:nvSpPr>
          <p:spPr>
            <a:xfrm>
              <a:off x="3851275" y="4090988"/>
              <a:ext cx="180975" cy="2047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30" b="1">
                  <a:latin typeface="Arial"/>
                  <a:ea typeface="ＭＳ Ｐゴシック" charset="0"/>
                  <a:cs typeface="ＭＳ Ｐゴシック" charset="0"/>
                </a:rPr>
                <a:t>11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239E6C7-E138-5D4D-9569-9A612EF453BD}"/>
                </a:ext>
              </a:extLst>
            </p:cNvPr>
            <p:cNvSpPr txBox="1"/>
            <p:nvPr/>
          </p:nvSpPr>
          <p:spPr>
            <a:xfrm>
              <a:off x="3844925" y="4338638"/>
              <a:ext cx="190500" cy="2047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30" b="1">
                  <a:latin typeface="Arial"/>
                  <a:ea typeface="ＭＳ Ｐゴシック" charset="0"/>
                  <a:cs typeface="ＭＳ Ｐゴシック" charset="0"/>
                </a:rPr>
                <a:t>12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6A3855D-467B-714E-9D21-7DAE1BA770A7}"/>
                </a:ext>
              </a:extLst>
            </p:cNvPr>
            <p:cNvSpPr txBox="1"/>
            <p:nvPr/>
          </p:nvSpPr>
          <p:spPr>
            <a:xfrm>
              <a:off x="3806825" y="4579938"/>
              <a:ext cx="168275" cy="2047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30" b="1" dirty="0">
                  <a:latin typeface="Arial"/>
                  <a:ea typeface="ＭＳ Ｐゴシック" charset="0"/>
                  <a:cs typeface="ＭＳ Ｐゴシック" charset="0"/>
                </a:rPr>
                <a:t>L</a:t>
              </a:r>
              <a:r>
                <a:rPr lang="en-US" sz="1330" b="1" baseline="-25000" dirty="0">
                  <a:latin typeface="Arial"/>
                  <a:ea typeface="ＭＳ Ｐゴシック" charset="0"/>
                  <a:cs typeface="ＭＳ Ｐゴシック" charset="0"/>
                </a:rPr>
                <a:t>1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C820ABC-BF4E-0348-AC2D-DB494BC0D296}"/>
                </a:ext>
              </a:extLst>
            </p:cNvPr>
            <p:cNvSpPr txBox="1"/>
            <p:nvPr/>
          </p:nvSpPr>
          <p:spPr>
            <a:xfrm>
              <a:off x="3906838" y="4829175"/>
              <a:ext cx="95250" cy="2047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30" b="1">
                  <a:latin typeface="Arial"/>
                  <a:ea typeface="ＭＳ Ｐゴシック" charset="0"/>
                  <a:cs typeface="ＭＳ Ｐゴシック" charset="0"/>
                </a:rPr>
                <a:t>2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547E09E-FDCB-6C45-928E-BF84E686004E}"/>
                </a:ext>
              </a:extLst>
            </p:cNvPr>
            <p:cNvSpPr txBox="1"/>
            <p:nvPr/>
          </p:nvSpPr>
          <p:spPr>
            <a:xfrm>
              <a:off x="3906838" y="5073650"/>
              <a:ext cx="95250" cy="2047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30" b="1">
                  <a:latin typeface="Arial"/>
                  <a:ea typeface="ＭＳ Ｐゴシック" charset="0"/>
                  <a:cs typeface="ＭＳ Ｐゴシック" charset="0"/>
                </a:rPr>
                <a:t>3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05D8ABE-4434-DA4D-9A58-540C1906D732}"/>
                </a:ext>
              </a:extLst>
            </p:cNvPr>
            <p:cNvSpPr txBox="1"/>
            <p:nvPr/>
          </p:nvSpPr>
          <p:spPr>
            <a:xfrm>
              <a:off x="3906838" y="5334000"/>
              <a:ext cx="95250" cy="2047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30" b="1">
                  <a:latin typeface="Arial"/>
                  <a:ea typeface="ＭＳ Ｐゴシック" charset="0"/>
                  <a:cs typeface="ＭＳ Ｐゴシック" charset="0"/>
                </a:rPr>
                <a:t>4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4509C05-6F31-2D45-84B8-60FEE0AF8285}"/>
                </a:ext>
              </a:extLst>
            </p:cNvPr>
            <p:cNvSpPr txBox="1"/>
            <p:nvPr/>
          </p:nvSpPr>
          <p:spPr>
            <a:xfrm>
              <a:off x="3906838" y="5603875"/>
              <a:ext cx="95250" cy="2047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30" b="1">
                  <a:latin typeface="Arial"/>
                  <a:ea typeface="ＭＳ Ｐゴシック" charset="0"/>
                  <a:cs typeface="ＭＳ Ｐゴシック" charset="0"/>
                </a:rPr>
                <a:t>5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54A4E68-98E5-8144-B72B-2204A36322D0}"/>
                </a:ext>
              </a:extLst>
            </p:cNvPr>
            <p:cNvSpPr txBox="1"/>
            <p:nvPr/>
          </p:nvSpPr>
          <p:spPr>
            <a:xfrm>
              <a:off x="3811588" y="5946775"/>
              <a:ext cx="177800" cy="2047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30" b="1" dirty="0">
                  <a:latin typeface="Arial"/>
                  <a:ea typeface="ＭＳ Ｐゴシック" charset="0"/>
                  <a:cs typeface="ＭＳ Ｐゴシック" charset="0"/>
                </a:rPr>
                <a:t>S</a:t>
              </a:r>
              <a:r>
                <a:rPr lang="en-US" sz="1330" b="1" baseline="-25000" dirty="0">
                  <a:latin typeface="Arial"/>
                  <a:ea typeface="ＭＳ Ｐゴシック" charset="0"/>
                  <a:cs typeface="ＭＳ Ｐゴシック" charset="0"/>
                </a:rPr>
                <a:t>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746D5A5-9D05-294D-BB25-B1482C2686BB}"/>
                </a:ext>
              </a:extLst>
            </p:cNvPr>
            <p:cNvSpPr txBox="1"/>
            <p:nvPr/>
          </p:nvSpPr>
          <p:spPr>
            <a:xfrm>
              <a:off x="3911600" y="6126163"/>
              <a:ext cx="95250" cy="2047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30" b="1">
                  <a:latin typeface="Arial"/>
                  <a:ea typeface="ＭＳ Ｐゴシック" charset="0"/>
                  <a:cs typeface="ＭＳ Ｐゴシック" charset="0"/>
                </a:rPr>
                <a:t>2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B6E2842-0869-4E44-B379-FC32372AB2C9}"/>
                </a:ext>
              </a:extLst>
            </p:cNvPr>
            <p:cNvSpPr txBox="1"/>
            <p:nvPr/>
          </p:nvSpPr>
          <p:spPr>
            <a:xfrm>
              <a:off x="3911600" y="6329363"/>
              <a:ext cx="95250" cy="2047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30" b="1">
                  <a:latin typeface="Arial"/>
                  <a:ea typeface="ＭＳ Ｐゴシック" charset="0"/>
                  <a:cs typeface="ＭＳ Ｐゴシック" charset="0"/>
                </a:rPr>
                <a:t>3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00EBF27-DF8E-2C4C-BA50-D8C1D5BB672A}"/>
                </a:ext>
              </a:extLst>
            </p:cNvPr>
            <p:cNvSpPr txBox="1"/>
            <p:nvPr/>
          </p:nvSpPr>
          <p:spPr>
            <a:xfrm>
              <a:off x="3911600" y="6483350"/>
              <a:ext cx="95250" cy="2047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30" b="1">
                  <a:latin typeface="Arial"/>
                  <a:ea typeface="ＭＳ Ｐゴシック" charset="0"/>
                  <a:cs typeface="ＭＳ Ｐゴシック" charset="0"/>
                </a:rPr>
                <a:t>4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60D8704-533E-9242-A22E-4CA36F39F1A1}"/>
                </a:ext>
              </a:extLst>
            </p:cNvPr>
            <p:cNvSpPr txBox="1"/>
            <p:nvPr/>
          </p:nvSpPr>
          <p:spPr>
            <a:xfrm>
              <a:off x="1111250" y="1273175"/>
              <a:ext cx="660400" cy="4079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27" b="1">
                  <a:latin typeface="Arial"/>
                  <a:ea typeface="ＭＳ Ｐゴシック" charset="0"/>
                  <a:cs typeface="ＭＳ Ｐゴシック" charset="0"/>
                </a:rPr>
                <a:t>Cervical</a:t>
              </a:r>
            </a:p>
            <a:p>
              <a:pPr>
                <a:defRPr/>
              </a:pPr>
              <a:r>
                <a:rPr lang="en-US" sz="1327" b="1">
                  <a:latin typeface="Arial"/>
                  <a:ea typeface="ＭＳ Ｐゴシック" charset="0"/>
                  <a:cs typeface="ＭＳ Ｐゴシック" charset="0"/>
                </a:rPr>
                <a:t>nerves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C1872DD-487F-4C4C-B374-E8B094CF408D}"/>
                </a:ext>
              </a:extLst>
            </p:cNvPr>
            <p:cNvSpPr txBox="1"/>
            <p:nvPr/>
          </p:nvSpPr>
          <p:spPr>
            <a:xfrm>
              <a:off x="1111250" y="2844800"/>
              <a:ext cx="708025" cy="4079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27" b="1">
                  <a:latin typeface="Arial"/>
                  <a:ea typeface="ＭＳ Ｐゴシック" charset="0"/>
                  <a:cs typeface="ＭＳ Ｐゴシック" charset="0"/>
                </a:rPr>
                <a:t>Thoracic</a:t>
              </a:r>
            </a:p>
            <a:p>
              <a:pPr>
                <a:defRPr/>
              </a:pPr>
              <a:r>
                <a:rPr lang="en-US" sz="1327" b="1">
                  <a:latin typeface="Arial"/>
                  <a:ea typeface="ＭＳ Ｐゴシック" charset="0"/>
                  <a:cs typeface="ＭＳ Ｐゴシック" charset="0"/>
                </a:rPr>
                <a:t>nerves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D38326A-F8EE-4F4E-B086-38F21335DC20}"/>
                </a:ext>
              </a:extLst>
            </p:cNvPr>
            <p:cNvSpPr txBox="1"/>
            <p:nvPr/>
          </p:nvSpPr>
          <p:spPr>
            <a:xfrm>
              <a:off x="1111250" y="4105275"/>
              <a:ext cx="623888" cy="4079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27" b="1">
                  <a:latin typeface="Arial"/>
                  <a:ea typeface="ＭＳ Ｐゴシック" charset="0"/>
                  <a:cs typeface="ＭＳ Ｐゴシック" charset="0"/>
                </a:rPr>
                <a:t>Lumbar</a:t>
              </a:r>
            </a:p>
            <a:p>
              <a:pPr>
                <a:defRPr/>
              </a:pPr>
              <a:r>
                <a:rPr lang="en-US" sz="1327" b="1">
                  <a:latin typeface="Arial"/>
                  <a:ea typeface="ＭＳ Ｐゴシック" charset="0"/>
                  <a:cs typeface="ＭＳ Ｐゴシック" charset="0"/>
                </a:rPr>
                <a:t>nerves</a:t>
              </a:r>
              <a:endParaRPr lang="en-US" sz="1327" b="1" dirty="0">
                <a:latin typeface="Arial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3D6BF90-7946-CA4F-A1AB-D1EE662F9555}"/>
                </a:ext>
              </a:extLst>
            </p:cNvPr>
            <p:cNvSpPr txBox="1"/>
            <p:nvPr/>
          </p:nvSpPr>
          <p:spPr>
            <a:xfrm>
              <a:off x="1111250" y="4595813"/>
              <a:ext cx="547688" cy="4079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327" b="1">
                  <a:latin typeface="Arial"/>
                  <a:ea typeface="ＭＳ Ｐゴシック" charset="0"/>
                  <a:cs typeface="ＭＳ Ｐゴシック" charset="0"/>
                </a:rPr>
                <a:t>Sacral</a:t>
              </a:r>
            </a:p>
            <a:p>
              <a:pPr>
                <a:defRPr/>
              </a:pPr>
              <a:r>
                <a:rPr lang="en-US" sz="1327" b="1">
                  <a:latin typeface="Arial"/>
                  <a:ea typeface="ＭＳ Ｐゴシック" charset="0"/>
                  <a:cs typeface="ＭＳ Ｐゴシック" charset="0"/>
                </a:rPr>
                <a:t>nerves</a:t>
              </a:r>
              <a:endParaRPr lang="en-US" sz="1327" b="1" dirty="0">
                <a:latin typeface="Arial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8403" name="TextBox 39">
              <a:extLst>
                <a:ext uri="{FF2B5EF4-FFF2-40B4-BE49-F238E27FC236}">
                  <a16:creationId xmlns:a16="http://schemas.microsoft.com/office/drawing/2014/main" id="{95F4E711-A7D7-43D2-8107-9BBBB43651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1650" y="1820863"/>
              <a:ext cx="1393825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ts val="1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fr-FR" altLang="en-US" sz="1300" b="1"/>
                <a:t>Ventral rami form</a:t>
              </a:r>
            </a:p>
            <a:p>
              <a:pPr>
                <a:lnSpc>
                  <a:spcPts val="1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fr-FR" altLang="en-US" sz="1300" b="1"/>
                <a:t>brachial plexus</a:t>
              </a:r>
            </a:p>
            <a:p>
              <a:pPr>
                <a:lnSpc>
                  <a:spcPts val="1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fr-FR" altLang="en-US" sz="1300" b="1"/>
                <a:t>(C</a:t>
              </a:r>
              <a:r>
                <a:rPr lang="fr-FR" altLang="en-US" sz="1300" b="1" baseline="-25000"/>
                <a:t>5</a:t>
              </a:r>
              <a:r>
                <a:rPr lang="fr-FR" altLang="en-US" sz="1300" b="1"/>
                <a:t> – C</a:t>
              </a:r>
              <a:r>
                <a:rPr lang="fr-FR" altLang="en-US" sz="1300" b="1" baseline="-25000"/>
                <a:t>8</a:t>
              </a:r>
              <a:r>
                <a:rPr lang="fr-FR" altLang="en-US" sz="1300" b="1"/>
                <a:t>; T</a:t>
              </a:r>
              <a:r>
                <a:rPr lang="fr-FR" altLang="en-US" sz="1300" b="1" baseline="-25000"/>
                <a:t>1</a:t>
              </a:r>
              <a:r>
                <a:rPr lang="fr-FR" altLang="en-US" sz="1300" b="1"/>
                <a:t>)</a:t>
              </a:r>
              <a:endParaRPr lang="en-US" altLang="en-US" sz="1300" b="1"/>
            </a:p>
          </p:txBody>
        </p:sp>
        <p:sp>
          <p:nvSpPr>
            <p:cNvPr id="58404" name="TextBox 41">
              <a:extLst>
                <a:ext uri="{FF2B5EF4-FFF2-40B4-BE49-F238E27FC236}">
                  <a16:creationId xmlns:a16="http://schemas.microsoft.com/office/drawing/2014/main" id="{68F5492E-188C-4807-B1B3-132D7656F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1650" y="5040313"/>
              <a:ext cx="1393825" cy="576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ts val="1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nn-NO" altLang="en-US" sz="1300" b="1"/>
                <a:t>Ventral rami form</a:t>
              </a:r>
            </a:p>
            <a:p>
              <a:pPr>
                <a:lnSpc>
                  <a:spcPts val="1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nn-NO" altLang="en-US" sz="1300" b="1"/>
                <a:t>lumbar plexus</a:t>
              </a:r>
            </a:p>
            <a:p>
              <a:pPr>
                <a:lnSpc>
                  <a:spcPts val="1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nn-NO" altLang="en-US" sz="1300" b="1"/>
                <a:t>(L</a:t>
              </a:r>
              <a:r>
                <a:rPr lang="nn-NO" altLang="en-US" sz="1300" b="1" baseline="-25000"/>
                <a:t>1</a:t>
              </a:r>
              <a:r>
                <a:rPr lang="nn-NO" altLang="en-US" sz="1300" b="1"/>
                <a:t> – L</a:t>
              </a:r>
              <a:r>
                <a:rPr lang="nn-NO" altLang="en-US" sz="1300" b="1" baseline="-25000"/>
                <a:t>4</a:t>
              </a:r>
              <a:r>
                <a:rPr lang="nn-NO" altLang="en-US" sz="1300" b="1"/>
                <a:t>)</a:t>
              </a:r>
              <a:endParaRPr lang="en-US" altLang="en-US" sz="1300" b="1"/>
            </a:p>
          </p:txBody>
        </p:sp>
        <p:sp>
          <p:nvSpPr>
            <p:cNvPr id="47" name="Freeform 3">
              <a:extLst>
                <a:ext uri="{FF2B5EF4-FFF2-40B4-BE49-F238E27FC236}">
                  <a16:creationId xmlns:a16="http://schemas.microsoft.com/office/drawing/2014/main" id="{A06D0562-E3A9-B24B-9D1F-9A4D85552A45}"/>
                </a:ext>
              </a:extLst>
            </p:cNvPr>
            <p:cNvSpPr/>
            <p:nvPr/>
          </p:nvSpPr>
          <p:spPr>
            <a:xfrm>
              <a:off x="5722938" y="1909763"/>
              <a:ext cx="1662112" cy="74612"/>
            </a:xfrm>
            <a:custGeom>
              <a:avLst/>
              <a:gdLst>
                <a:gd name="connsiteX0" fmla="*/ 7232 w 1663217"/>
                <a:gd name="connsiteY0" fmla="*/ 7232 h 73545"/>
                <a:gd name="connsiteX1" fmla="*/ 336441 w 1663217"/>
                <a:gd name="connsiteY1" fmla="*/ 7232 h 73545"/>
                <a:gd name="connsiteX2" fmla="*/ 1655984 w 1663217"/>
                <a:gd name="connsiteY2" fmla="*/ 66313 h 73545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</a:cxnLst>
              <a:rect l="l" t="t" r="r" b="b"/>
              <a:pathLst>
                <a:path w="1663217" h="73545">
                  <a:moveTo>
                    <a:pt x="7232" y="7232"/>
                  </a:moveTo>
                  <a:lnTo>
                    <a:pt x="336441" y="7232"/>
                  </a:lnTo>
                  <a:lnTo>
                    <a:pt x="1655984" y="66313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  <p:sp>
          <p:nvSpPr>
            <p:cNvPr id="48" name="Freeform 3">
              <a:extLst>
                <a:ext uri="{FF2B5EF4-FFF2-40B4-BE49-F238E27FC236}">
                  <a16:creationId xmlns:a16="http://schemas.microsoft.com/office/drawing/2014/main" id="{384B9706-1CE7-BD47-A7D5-BD369383202A}"/>
                </a:ext>
              </a:extLst>
            </p:cNvPr>
            <p:cNvSpPr/>
            <p:nvPr/>
          </p:nvSpPr>
          <p:spPr>
            <a:xfrm>
              <a:off x="5737225" y="5095875"/>
              <a:ext cx="1792288" cy="49213"/>
            </a:xfrm>
            <a:custGeom>
              <a:avLst/>
              <a:gdLst>
                <a:gd name="connsiteX0" fmla="*/ 7232 w 1792401"/>
                <a:gd name="connsiteY0" fmla="*/ 42208 h 49441"/>
                <a:gd name="connsiteX1" fmla="*/ 333000 w 1792401"/>
                <a:gd name="connsiteY1" fmla="*/ 42208 h 49441"/>
                <a:gd name="connsiteX2" fmla="*/ 1785168 w 1792401"/>
                <a:gd name="connsiteY2" fmla="*/ 7232 h 49441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</a:cxnLst>
              <a:rect l="l" t="t" r="r" b="b"/>
              <a:pathLst>
                <a:path w="1792401" h="49441">
                  <a:moveTo>
                    <a:pt x="7232" y="42208"/>
                  </a:moveTo>
                  <a:lnTo>
                    <a:pt x="333000" y="42208"/>
                  </a:lnTo>
                  <a:lnTo>
                    <a:pt x="1785168" y="7232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  <p:sp>
          <p:nvSpPr>
            <p:cNvPr id="52" name="Freeform 3">
              <a:extLst>
                <a:ext uri="{FF2B5EF4-FFF2-40B4-BE49-F238E27FC236}">
                  <a16:creationId xmlns:a16="http://schemas.microsoft.com/office/drawing/2014/main" id="{1D791453-29E4-DF43-B48B-87927E7C25DA}"/>
                </a:ext>
              </a:extLst>
            </p:cNvPr>
            <p:cNvSpPr/>
            <p:nvPr/>
          </p:nvSpPr>
          <p:spPr>
            <a:xfrm>
              <a:off x="1912938" y="920750"/>
              <a:ext cx="800100" cy="941388"/>
            </a:xfrm>
            <a:custGeom>
              <a:avLst/>
              <a:gdLst>
                <a:gd name="connsiteX0" fmla="*/ 793476 w 800709"/>
                <a:gd name="connsiteY0" fmla="*/ 7232 h 940841"/>
                <a:gd name="connsiteX1" fmla="*/ 7232 w 800709"/>
                <a:gd name="connsiteY1" fmla="*/ 7232 h 940841"/>
                <a:gd name="connsiteX2" fmla="*/ 7232 w 800709"/>
                <a:gd name="connsiteY2" fmla="*/ 933608 h 940841"/>
                <a:gd name="connsiteX3" fmla="*/ 676916 w 800709"/>
                <a:gd name="connsiteY3" fmla="*/ 933608 h 940841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</a:cxnLst>
              <a:rect l="l" t="t" r="r" b="b"/>
              <a:pathLst>
                <a:path w="800709" h="940841">
                  <a:moveTo>
                    <a:pt x="793476" y="7232"/>
                  </a:moveTo>
                  <a:lnTo>
                    <a:pt x="7232" y="7232"/>
                  </a:lnTo>
                  <a:lnTo>
                    <a:pt x="7232" y="933608"/>
                  </a:lnTo>
                  <a:lnTo>
                    <a:pt x="676916" y="933608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  <p:sp>
          <p:nvSpPr>
            <p:cNvPr id="53" name="Freeform 3">
              <a:extLst>
                <a:ext uri="{FF2B5EF4-FFF2-40B4-BE49-F238E27FC236}">
                  <a16:creationId xmlns:a16="http://schemas.microsoft.com/office/drawing/2014/main" id="{19F2DD1A-F3D7-4244-9696-2EC093DE93C6}"/>
                </a:ext>
              </a:extLst>
            </p:cNvPr>
            <p:cNvSpPr/>
            <p:nvPr/>
          </p:nvSpPr>
          <p:spPr>
            <a:xfrm>
              <a:off x="1793875" y="1387475"/>
              <a:ext cx="133350" cy="30163"/>
            </a:xfrm>
            <a:custGeom>
              <a:avLst/>
              <a:gdLst>
                <a:gd name="connsiteX0" fmla="*/ 7232 w 133035"/>
                <a:gd name="connsiteY0" fmla="*/ 7232 h 28930"/>
                <a:gd name="connsiteX1" fmla="*/ 125802 w 133035"/>
                <a:gd name="connsiteY1" fmla="*/ 7232 h 2893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133035" h="28930">
                  <a:moveTo>
                    <a:pt x="7232" y="7232"/>
                  </a:moveTo>
                  <a:lnTo>
                    <a:pt x="125802" y="7232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  <p:sp>
          <p:nvSpPr>
            <p:cNvPr id="54" name="Freeform 3">
              <a:extLst>
                <a:ext uri="{FF2B5EF4-FFF2-40B4-BE49-F238E27FC236}">
                  <a16:creationId xmlns:a16="http://schemas.microsoft.com/office/drawing/2014/main" id="{FA37CE41-5B24-F04A-B992-FD7145BD104C}"/>
                </a:ext>
              </a:extLst>
            </p:cNvPr>
            <p:cNvSpPr/>
            <p:nvPr/>
          </p:nvSpPr>
          <p:spPr>
            <a:xfrm>
              <a:off x="1920875" y="1976438"/>
              <a:ext cx="625475" cy="1979612"/>
            </a:xfrm>
            <a:custGeom>
              <a:avLst/>
              <a:gdLst>
                <a:gd name="connsiteX0" fmla="*/ 618102 w 625335"/>
                <a:gd name="connsiteY0" fmla="*/ 7232 h 1979460"/>
                <a:gd name="connsiteX1" fmla="*/ 7232 w 625335"/>
                <a:gd name="connsiteY1" fmla="*/ 7232 h 1979460"/>
                <a:gd name="connsiteX2" fmla="*/ 7232 w 625335"/>
                <a:gd name="connsiteY2" fmla="*/ 1972227 h 1979460"/>
                <a:gd name="connsiteX3" fmla="*/ 497655 w 625335"/>
                <a:gd name="connsiteY3" fmla="*/ 1972227 h 197946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</a:cxnLst>
              <a:rect l="l" t="t" r="r" b="b"/>
              <a:pathLst>
                <a:path w="625335" h="1979460">
                  <a:moveTo>
                    <a:pt x="618102" y="7232"/>
                  </a:moveTo>
                  <a:lnTo>
                    <a:pt x="7232" y="7232"/>
                  </a:lnTo>
                  <a:lnTo>
                    <a:pt x="7232" y="1972227"/>
                  </a:lnTo>
                  <a:lnTo>
                    <a:pt x="497655" y="1972227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  <p:sp>
          <p:nvSpPr>
            <p:cNvPr id="55" name="Freeform 3">
              <a:extLst>
                <a:ext uri="{FF2B5EF4-FFF2-40B4-BE49-F238E27FC236}">
                  <a16:creationId xmlns:a16="http://schemas.microsoft.com/office/drawing/2014/main" id="{B8177EB4-FB58-404B-B489-8B013FF7EE10}"/>
                </a:ext>
              </a:extLst>
            </p:cNvPr>
            <p:cNvSpPr/>
            <p:nvPr/>
          </p:nvSpPr>
          <p:spPr>
            <a:xfrm>
              <a:off x="1836738" y="2960688"/>
              <a:ext cx="96837" cy="28575"/>
            </a:xfrm>
            <a:custGeom>
              <a:avLst/>
              <a:gdLst>
                <a:gd name="connsiteX0" fmla="*/ 7232 w 97040"/>
                <a:gd name="connsiteY0" fmla="*/ 7232 h 28930"/>
                <a:gd name="connsiteX1" fmla="*/ 89808 w 97040"/>
                <a:gd name="connsiteY1" fmla="*/ 7232 h 2893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97040" h="28930">
                  <a:moveTo>
                    <a:pt x="7232" y="7232"/>
                  </a:moveTo>
                  <a:lnTo>
                    <a:pt x="89808" y="7232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  <p:sp>
          <p:nvSpPr>
            <p:cNvPr id="56" name="Freeform 3">
              <a:extLst>
                <a:ext uri="{FF2B5EF4-FFF2-40B4-BE49-F238E27FC236}">
                  <a16:creationId xmlns:a16="http://schemas.microsoft.com/office/drawing/2014/main" id="{90A82E86-180C-B541-9422-7EE4C871353B}"/>
                </a:ext>
              </a:extLst>
            </p:cNvPr>
            <p:cNvSpPr/>
            <p:nvPr/>
          </p:nvSpPr>
          <p:spPr>
            <a:xfrm>
              <a:off x="1928813" y="4011613"/>
              <a:ext cx="701675" cy="458787"/>
            </a:xfrm>
            <a:custGeom>
              <a:avLst/>
              <a:gdLst>
                <a:gd name="connsiteX0" fmla="*/ 513238 w 701713"/>
                <a:gd name="connsiteY0" fmla="*/ 7232 h 458190"/>
                <a:gd name="connsiteX1" fmla="*/ 7232 w 701713"/>
                <a:gd name="connsiteY1" fmla="*/ 7232 h 458190"/>
                <a:gd name="connsiteX2" fmla="*/ 7232 w 701713"/>
                <a:gd name="connsiteY2" fmla="*/ 450957 h 458190"/>
                <a:gd name="connsiteX3" fmla="*/ 694480 w 701713"/>
                <a:gd name="connsiteY3" fmla="*/ 450957 h 45819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</a:cxnLst>
              <a:rect l="l" t="t" r="r" b="b"/>
              <a:pathLst>
                <a:path w="701713" h="458190">
                  <a:moveTo>
                    <a:pt x="513238" y="7232"/>
                  </a:moveTo>
                  <a:lnTo>
                    <a:pt x="7232" y="7232"/>
                  </a:lnTo>
                  <a:lnTo>
                    <a:pt x="7232" y="450957"/>
                  </a:lnTo>
                  <a:lnTo>
                    <a:pt x="694480" y="450957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  <p:sp>
          <p:nvSpPr>
            <p:cNvPr id="57" name="Freeform 3">
              <a:extLst>
                <a:ext uri="{FF2B5EF4-FFF2-40B4-BE49-F238E27FC236}">
                  <a16:creationId xmlns:a16="http://schemas.microsoft.com/office/drawing/2014/main" id="{E24EB217-ED7C-4E4C-A8B0-AB584367EB41}"/>
                </a:ext>
              </a:extLst>
            </p:cNvPr>
            <p:cNvSpPr/>
            <p:nvPr/>
          </p:nvSpPr>
          <p:spPr>
            <a:xfrm>
              <a:off x="1763713" y="4229100"/>
              <a:ext cx="174625" cy="30163"/>
            </a:xfrm>
            <a:custGeom>
              <a:avLst/>
              <a:gdLst>
                <a:gd name="connsiteX0" fmla="*/ 7232 w 174525"/>
                <a:gd name="connsiteY0" fmla="*/ 7232 h 28930"/>
                <a:gd name="connsiteX1" fmla="*/ 167293 w 174525"/>
                <a:gd name="connsiteY1" fmla="*/ 7232 h 2893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174525" h="28930">
                  <a:moveTo>
                    <a:pt x="7232" y="7232"/>
                  </a:moveTo>
                  <a:lnTo>
                    <a:pt x="167293" y="7232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  <p:sp>
          <p:nvSpPr>
            <p:cNvPr id="58" name="Freeform 3">
              <a:extLst>
                <a:ext uri="{FF2B5EF4-FFF2-40B4-BE49-F238E27FC236}">
                  <a16:creationId xmlns:a16="http://schemas.microsoft.com/office/drawing/2014/main" id="{8A81ECBB-C77E-754C-8552-3485856C53DB}"/>
                </a:ext>
              </a:extLst>
            </p:cNvPr>
            <p:cNvSpPr/>
            <p:nvPr/>
          </p:nvSpPr>
          <p:spPr>
            <a:xfrm>
              <a:off x="1928813" y="4486275"/>
              <a:ext cx="855662" cy="458788"/>
            </a:xfrm>
            <a:custGeom>
              <a:avLst/>
              <a:gdLst>
                <a:gd name="connsiteX0" fmla="*/ 700601 w 855764"/>
                <a:gd name="connsiteY0" fmla="*/ 7232 h 458724"/>
                <a:gd name="connsiteX1" fmla="*/ 7232 w 855764"/>
                <a:gd name="connsiteY1" fmla="*/ 7232 h 458724"/>
                <a:gd name="connsiteX2" fmla="*/ 7232 w 855764"/>
                <a:gd name="connsiteY2" fmla="*/ 451491 h 458724"/>
                <a:gd name="connsiteX3" fmla="*/ 848531 w 855764"/>
                <a:gd name="connsiteY3" fmla="*/ 451491 h 458724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</a:cxnLst>
              <a:rect l="l" t="t" r="r" b="b"/>
              <a:pathLst>
                <a:path w="855764" h="458724">
                  <a:moveTo>
                    <a:pt x="700601" y="7232"/>
                  </a:moveTo>
                  <a:lnTo>
                    <a:pt x="7232" y="7232"/>
                  </a:lnTo>
                  <a:lnTo>
                    <a:pt x="7232" y="451491"/>
                  </a:lnTo>
                  <a:lnTo>
                    <a:pt x="848531" y="451491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  <p:sp>
          <p:nvSpPr>
            <p:cNvPr id="59" name="Freeform 3">
              <a:extLst>
                <a:ext uri="{FF2B5EF4-FFF2-40B4-BE49-F238E27FC236}">
                  <a16:creationId xmlns:a16="http://schemas.microsoft.com/office/drawing/2014/main" id="{1C2EF07E-11D6-984B-836B-F65B5B6A48E0}"/>
                </a:ext>
              </a:extLst>
            </p:cNvPr>
            <p:cNvSpPr/>
            <p:nvPr/>
          </p:nvSpPr>
          <p:spPr>
            <a:xfrm>
              <a:off x="1681163" y="4711700"/>
              <a:ext cx="257175" cy="30163"/>
            </a:xfrm>
            <a:custGeom>
              <a:avLst/>
              <a:gdLst>
                <a:gd name="connsiteX0" fmla="*/ 7232 w 256679"/>
                <a:gd name="connsiteY0" fmla="*/ 7232 h 28930"/>
                <a:gd name="connsiteX1" fmla="*/ 249447 w 256679"/>
                <a:gd name="connsiteY1" fmla="*/ 7232 h 2893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256679" h="28930">
                  <a:moveTo>
                    <a:pt x="7232" y="7232"/>
                  </a:moveTo>
                  <a:lnTo>
                    <a:pt x="249447" y="7232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  <p:sp>
          <p:nvSpPr>
            <p:cNvPr id="60" name="Freeform 3">
              <a:extLst>
                <a:ext uri="{FF2B5EF4-FFF2-40B4-BE49-F238E27FC236}">
                  <a16:creationId xmlns:a16="http://schemas.microsoft.com/office/drawing/2014/main" id="{E89A6272-A1FA-0145-AD82-B7839253EB2D}"/>
                </a:ext>
              </a:extLst>
            </p:cNvPr>
            <p:cNvSpPr/>
            <p:nvPr/>
          </p:nvSpPr>
          <p:spPr>
            <a:xfrm>
              <a:off x="4048125" y="820738"/>
              <a:ext cx="114300" cy="1430337"/>
            </a:xfrm>
            <a:custGeom>
              <a:avLst/>
              <a:gdLst>
                <a:gd name="connsiteX0" fmla="*/ 15017 w 115696"/>
                <a:gd name="connsiteY0" fmla="*/ 7232 h 1431264"/>
                <a:gd name="connsiteX1" fmla="*/ 108464 w 115696"/>
                <a:gd name="connsiteY1" fmla="*/ 7232 h 1431264"/>
                <a:gd name="connsiteX2" fmla="*/ 108464 w 115696"/>
                <a:gd name="connsiteY2" fmla="*/ 1424031 h 1431264"/>
                <a:gd name="connsiteX3" fmla="*/ 7232 w 115696"/>
                <a:gd name="connsiteY3" fmla="*/ 1424031 h 1431264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</a:cxnLst>
              <a:rect l="l" t="t" r="r" b="b"/>
              <a:pathLst>
                <a:path w="115696" h="1431264">
                  <a:moveTo>
                    <a:pt x="15017" y="7232"/>
                  </a:moveTo>
                  <a:lnTo>
                    <a:pt x="108464" y="7232"/>
                  </a:lnTo>
                  <a:lnTo>
                    <a:pt x="108464" y="1424031"/>
                  </a:lnTo>
                  <a:lnTo>
                    <a:pt x="7232" y="1424031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  <p:sp>
          <p:nvSpPr>
            <p:cNvPr id="61" name="Freeform 3">
              <a:extLst>
                <a:ext uri="{FF2B5EF4-FFF2-40B4-BE49-F238E27FC236}">
                  <a16:creationId xmlns:a16="http://schemas.microsoft.com/office/drawing/2014/main" id="{70A564F7-4DC5-1142-B129-63C115B9CE13}"/>
                </a:ext>
              </a:extLst>
            </p:cNvPr>
            <p:cNvSpPr/>
            <p:nvPr/>
          </p:nvSpPr>
          <p:spPr>
            <a:xfrm>
              <a:off x="4051300" y="2268538"/>
              <a:ext cx="104775" cy="2301875"/>
            </a:xfrm>
            <a:custGeom>
              <a:avLst/>
              <a:gdLst>
                <a:gd name="connsiteX0" fmla="*/ 7232 w 105613"/>
                <a:gd name="connsiteY0" fmla="*/ 7232 h 2303119"/>
                <a:gd name="connsiteX1" fmla="*/ 98380 w 105613"/>
                <a:gd name="connsiteY1" fmla="*/ 7232 h 2303119"/>
                <a:gd name="connsiteX2" fmla="*/ 98380 w 105613"/>
                <a:gd name="connsiteY2" fmla="*/ 2295886 h 2303119"/>
                <a:gd name="connsiteX3" fmla="*/ 7232 w 105613"/>
                <a:gd name="connsiteY3" fmla="*/ 2295886 h 2303119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</a:cxnLst>
              <a:rect l="l" t="t" r="r" b="b"/>
              <a:pathLst>
                <a:path w="105613" h="2303119">
                  <a:moveTo>
                    <a:pt x="7232" y="7232"/>
                  </a:moveTo>
                  <a:lnTo>
                    <a:pt x="98380" y="7232"/>
                  </a:lnTo>
                  <a:lnTo>
                    <a:pt x="98380" y="2295886"/>
                  </a:lnTo>
                  <a:lnTo>
                    <a:pt x="7232" y="2295886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  <p:sp>
          <p:nvSpPr>
            <p:cNvPr id="62" name="Freeform 3">
              <a:extLst>
                <a:ext uri="{FF2B5EF4-FFF2-40B4-BE49-F238E27FC236}">
                  <a16:creationId xmlns:a16="http://schemas.microsoft.com/office/drawing/2014/main" id="{3D9AD0F9-58BC-C14D-96CA-C1A12E358686}"/>
                </a:ext>
              </a:extLst>
            </p:cNvPr>
            <p:cNvSpPr/>
            <p:nvPr/>
          </p:nvSpPr>
          <p:spPr>
            <a:xfrm>
              <a:off x="4048125" y="4587875"/>
              <a:ext cx="100013" cy="2070100"/>
            </a:xfrm>
            <a:custGeom>
              <a:avLst/>
              <a:gdLst>
                <a:gd name="connsiteX0" fmla="*/ 7232 w 100101"/>
                <a:gd name="connsiteY0" fmla="*/ 7232 h 2069566"/>
                <a:gd name="connsiteX1" fmla="*/ 92868 w 100101"/>
                <a:gd name="connsiteY1" fmla="*/ 7232 h 2069566"/>
                <a:gd name="connsiteX2" fmla="*/ 92868 w 100101"/>
                <a:gd name="connsiteY2" fmla="*/ 2062333 h 2069566"/>
                <a:gd name="connsiteX3" fmla="*/ 7232 w 100101"/>
                <a:gd name="connsiteY3" fmla="*/ 2062333 h 2069566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</a:cxnLst>
              <a:rect l="l" t="t" r="r" b="b"/>
              <a:pathLst>
                <a:path w="100101" h="2069566">
                  <a:moveTo>
                    <a:pt x="7232" y="7232"/>
                  </a:moveTo>
                  <a:lnTo>
                    <a:pt x="92868" y="7232"/>
                  </a:lnTo>
                  <a:lnTo>
                    <a:pt x="92868" y="2062333"/>
                  </a:lnTo>
                  <a:lnTo>
                    <a:pt x="7232" y="2062333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  <p:sp>
          <p:nvSpPr>
            <p:cNvPr id="63" name="Freeform 3">
              <a:extLst>
                <a:ext uri="{FF2B5EF4-FFF2-40B4-BE49-F238E27FC236}">
                  <a16:creationId xmlns:a16="http://schemas.microsoft.com/office/drawing/2014/main" id="{BE6A77BB-EDBD-9D47-8977-61767267BE5A}"/>
                </a:ext>
              </a:extLst>
            </p:cNvPr>
            <p:cNvSpPr/>
            <p:nvPr/>
          </p:nvSpPr>
          <p:spPr>
            <a:xfrm>
              <a:off x="4048125" y="1481138"/>
              <a:ext cx="114300" cy="30162"/>
            </a:xfrm>
            <a:custGeom>
              <a:avLst/>
              <a:gdLst>
                <a:gd name="connsiteX0" fmla="*/ 7232 w 115697"/>
                <a:gd name="connsiteY0" fmla="*/ 7232 h 28930"/>
                <a:gd name="connsiteX1" fmla="*/ 108464 w 115697"/>
                <a:gd name="connsiteY1" fmla="*/ 7232 h 2893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115697" h="28930">
                  <a:moveTo>
                    <a:pt x="7232" y="7232"/>
                  </a:moveTo>
                  <a:lnTo>
                    <a:pt x="108464" y="7232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  <p:sp>
          <p:nvSpPr>
            <p:cNvPr id="64" name="Freeform 3">
              <a:extLst>
                <a:ext uri="{FF2B5EF4-FFF2-40B4-BE49-F238E27FC236}">
                  <a16:creationId xmlns:a16="http://schemas.microsoft.com/office/drawing/2014/main" id="{A2D4AEE1-2194-3546-8594-340931E8B52E}"/>
                </a:ext>
              </a:extLst>
            </p:cNvPr>
            <p:cNvSpPr/>
            <p:nvPr/>
          </p:nvSpPr>
          <p:spPr>
            <a:xfrm>
              <a:off x="4048125" y="1636713"/>
              <a:ext cx="114300" cy="30162"/>
            </a:xfrm>
            <a:custGeom>
              <a:avLst/>
              <a:gdLst>
                <a:gd name="connsiteX0" fmla="*/ 7232 w 114579"/>
                <a:gd name="connsiteY0" fmla="*/ 7232 h 28930"/>
                <a:gd name="connsiteX1" fmla="*/ 107346 w 114579"/>
                <a:gd name="connsiteY1" fmla="*/ 7232 h 2893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114579" h="28930">
                  <a:moveTo>
                    <a:pt x="7232" y="7232"/>
                  </a:moveTo>
                  <a:lnTo>
                    <a:pt x="107346" y="7232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  <p:sp>
          <p:nvSpPr>
            <p:cNvPr id="66" name="Freeform 3">
              <a:extLst>
                <a:ext uri="{FF2B5EF4-FFF2-40B4-BE49-F238E27FC236}">
                  <a16:creationId xmlns:a16="http://schemas.microsoft.com/office/drawing/2014/main" id="{5BF396AD-3FC8-AD44-879B-737173B53C2C}"/>
                </a:ext>
              </a:extLst>
            </p:cNvPr>
            <p:cNvSpPr/>
            <p:nvPr/>
          </p:nvSpPr>
          <p:spPr>
            <a:xfrm>
              <a:off x="4148138" y="1906588"/>
              <a:ext cx="133350" cy="28575"/>
            </a:xfrm>
            <a:custGeom>
              <a:avLst/>
              <a:gdLst>
                <a:gd name="connsiteX0" fmla="*/ 7232 w 132753"/>
                <a:gd name="connsiteY0" fmla="*/ 7232 h 28930"/>
                <a:gd name="connsiteX1" fmla="*/ 125520 w 132753"/>
                <a:gd name="connsiteY1" fmla="*/ 7232 h 2893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132753" h="28930">
                  <a:moveTo>
                    <a:pt x="7232" y="7232"/>
                  </a:moveTo>
                  <a:lnTo>
                    <a:pt x="125520" y="7232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  <p:sp>
          <p:nvSpPr>
            <p:cNvPr id="68" name="Freeform 3">
              <a:extLst>
                <a:ext uri="{FF2B5EF4-FFF2-40B4-BE49-F238E27FC236}">
                  <a16:creationId xmlns:a16="http://schemas.microsoft.com/office/drawing/2014/main" id="{F5C9598C-D629-D644-8F0F-B0D954A53218}"/>
                </a:ext>
              </a:extLst>
            </p:cNvPr>
            <p:cNvSpPr/>
            <p:nvPr/>
          </p:nvSpPr>
          <p:spPr>
            <a:xfrm>
              <a:off x="4135438" y="5113338"/>
              <a:ext cx="144462" cy="30162"/>
            </a:xfrm>
            <a:custGeom>
              <a:avLst/>
              <a:gdLst>
                <a:gd name="connsiteX0" fmla="*/ 7232 w 144818"/>
                <a:gd name="connsiteY0" fmla="*/ 7232 h 28930"/>
                <a:gd name="connsiteX1" fmla="*/ 137585 w 144818"/>
                <a:gd name="connsiteY1" fmla="*/ 7232 h 2893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144818" h="28930">
                  <a:moveTo>
                    <a:pt x="7232" y="7232"/>
                  </a:moveTo>
                  <a:lnTo>
                    <a:pt x="137585" y="7232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  <p:sp>
          <p:nvSpPr>
            <p:cNvPr id="70" name="Freeform 3">
              <a:extLst>
                <a:ext uri="{FF2B5EF4-FFF2-40B4-BE49-F238E27FC236}">
                  <a16:creationId xmlns:a16="http://schemas.microsoft.com/office/drawing/2014/main" id="{B272F86D-E537-B745-9143-94EADD1A1210}"/>
                </a:ext>
              </a:extLst>
            </p:cNvPr>
            <p:cNvSpPr/>
            <p:nvPr/>
          </p:nvSpPr>
          <p:spPr>
            <a:xfrm>
              <a:off x="4048125" y="5319713"/>
              <a:ext cx="100013" cy="28575"/>
            </a:xfrm>
            <a:custGeom>
              <a:avLst/>
              <a:gdLst>
                <a:gd name="connsiteX0" fmla="*/ 7232 w 100101"/>
                <a:gd name="connsiteY0" fmla="*/ 7232 h 28930"/>
                <a:gd name="connsiteX1" fmla="*/ 92868 w 100101"/>
                <a:gd name="connsiteY1" fmla="*/ 7232 h 2893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100101" h="28930">
                  <a:moveTo>
                    <a:pt x="7232" y="7232"/>
                  </a:moveTo>
                  <a:lnTo>
                    <a:pt x="92868" y="7232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  <p:sp>
          <p:nvSpPr>
            <p:cNvPr id="71" name="Freeform 3">
              <a:extLst>
                <a:ext uri="{FF2B5EF4-FFF2-40B4-BE49-F238E27FC236}">
                  <a16:creationId xmlns:a16="http://schemas.microsoft.com/office/drawing/2014/main" id="{B05DC9F6-6881-A14C-A562-5798A6CDDB20}"/>
                </a:ext>
              </a:extLst>
            </p:cNvPr>
            <p:cNvSpPr/>
            <p:nvPr/>
          </p:nvSpPr>
          <p:spPr>
            <a:xfrm>
              <a:off x="4048125" y="5583238"/>
              <a:ext cx="92075" cy="28575"/>
            </a:xfrm>
            <a:custGeom>
              <a:avLst/>
              <a:gdLst>
                <a:gd name="connsiteX0" fmla="*/ 7232 w 92328"/>
                <a:gd name="connsiteY0" fmla="*/ 7232 h 28930"/>
                <a:gd name="connsiteX1" fmla="*/ 85096 w 92328"/>
                <a:gd name="connsiteY1" fmla="*/ 7232 h 2893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92328" h="28930">
                  <a:moveTo>
                    <a:pt x="7232" y="7232"/>
                  </a:moveTo>
                  <a:lnTo>
                    <a:pt x="85096" y="7232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b="1"/>
            </a:p>
          </p:txBody>
        </p:sp>
      </p:grpSp>
      <p:sp>
        <p:nvSpPr>
          <p:cNvPr id="69" name="Title 1">
            <a:extLst>
              <a:ext uri="{FF2B5EF4-FFF2-40B4-BE49-F238E27FC236}">
                <a16:creationId xmlns:a16="http://schemas.microsoft.com/office/drawing/2014/main" id="{6A9888B1-DD46-1047-8DAB-09EE919D07E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800" b="1" dirty="0"/>
              <a:t>NERVES: SPINAL NERVES</a:t>
            </a:r>
            <a:endParaRPr lang="en-US" altLang="en-US" sz="4400" b="1" dirty="0"/>
          </a:p>
        </p:txBody>
      </p:sp>
      <p:sp>
        <p:nvSpPr>
          <p:cNvPr id="72" name="Rectangle 2">
            <a:extLst>
              <a:ext uri="{FF2B5EF4-FFF2-40B4-BE49-F238E27FC236}">
                <a16:creationId xmlns:a16="http://schemas.microsoft.com/office/drawing/2014/main" id="{66F39BA0-71A0-3943-B13C-5FE0CE8D3971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74" name="Rectangle 4">
            <a:extLst>
              <a:ext uri="{FF2B5EF4-FFF2-40B4-BE49-F238E27FC236}">
                <a16:creationId xmlns:a16="http://schemas.microsoft.com/office/drawing/2014/main" id="{CE5E0080-3F1B-2149-8962-35B2A163F83A}"/>
              </a:ext>
            </a:extLst>
          </p:cNvPr>
          <p:cNvSpPr txBox="1">
            <a:spLocks/>
          </p:cNvSpPr>
          <p:nvPr/>
        </p:nvSpPr>
        <p:spPr bwMode="auto">
          <a:xfrm>
            <a:off x="54023" y="1295400"/>
            <a:ext cx="3016031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32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8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4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eaLnBrk="1" hangingPunct="1"/>
            <a:r>
              <a:rPr lang="en-US" altLang="en-US" sz="2000" b="1" u="sng" dirty="0">
                <a:latin typeface="Arial" panose="020B0604020202020204" pitchFamily="34" charset="0"/>
              </a:rPr>
              <a:t>31</a:t>
            </a:r>
            <a:r>
              <a:rPr lang="en-US" altLang="en-US" sz="2000" dirty="0">
                <a:latin typeface="Arial" panose="020B0604020202020204" pitchFamily="34" charset="0"/>
              </a:rPr>
              <a:t> pairs of spinal nerves</a:t>
            </a:r>
          </a:p>
          <a:p>
            <a:pPr marL="723900" lvl="1" indent="-279400" eaLnBrk="1" hangingPunct="1"/>
            <a:r>
              <a:rPr lang="en-US" altLang="en-US" sz="1800" dirty="0">
                <a:latin typeface="Arial" panose="020B0604020202020204" pitchFamily="34" charset="0"/>
              </a:rPr>
              <a:t>8 cervical</a:t>
            </a:r>
          </a:p>
          <a:p>
            <a:pPr marL="723900" lvl="1" indent="-279400" eaLnBrk="1" hangingPunct="1"/>
            <a:r>
              <a:rPr lang="en-US" altLang="en-US" sz="1800" dirty="0">
                <a:latin typeface="Arial" panose="020B0604020202020204" pitchFamily="34" charset="0"/>
              </a:rPr>
              <a:t>12 thoracic</a:t>
            </a:r>
          </a:p>
          <a:p>
            <a:pPr marL="723900" lvl="1" indent="-279400" eaLnBrk="1" hangingPunct="1"/>
            <a:r>
              <a:rPr lang="en-US" altLang="en-US" sz="1800" dirty="0">
                <a:latin typeface="Arial" panose="020B0604020202020204" pitchFamily="34" charset="0"/>
              </a:rPr>
              <a:t>5 lumbar </a:t>
            </a:r>
          </a:p>
          <a:p>
            <a:pPr marL="723900" lvl="1" indent="-279400" eaLnBrk="1" hangingPunct="1"/>
            <a:r>
              <a:rPr lang="en-US" altLang="en-US" sz="1800" dirty="0">
                <a:latin typeface="Arial" panose="020B0604020202020204" pitchFamily="34" charset="0"/>
              </a:rPr>
              <a:t>5 sacral</a:t>
            </a:r>
          </a:p>
          <a:p>
            <a:pPr marL="723900" lvl="1" indent="-279400" eaLnBrk="1" hangingPunct="1"/>
            <a:r>
              <a:rPr lang="en-US" altLang="en-US" sz="1800" dirty="0">
                <a:latin typeface="Arial" panose="020B0604020202020204" pitchFamily="34" charset="0"/>
              </a:rPr>
              <a:t>1 coccygeal</a:t>
            </a:r>
          </a:p>
          <a:p>
            <a:pPr marL="444500" lvl="1" indent="0" eaLnBrk="1" hangingPunct="1">
              <a:buNone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228600" indent="-228600" eaLnBrk="1" hangingPunct="1"/>
            <a:r>
              <a:rPr lang="en-US" altLang="en-US" sz="2000" dirty="0">
                <a:latin typeface="Arial" panose="020B0604020202020204" pitchFamily="34" charset="0"/>
              </a:rPr>
              <a:t>All are </a:t>
            </a:r>
            <a:r>
              <a:rPr lang="en-US" altLang="en-US" sz="2000" b="1" dirty="0">
                <a:latin typeface="Arial" panose="020B0604020202020204" pitchFamily="34" charset="0"/>
              </a:rPr>
              <a:t>mixed</a:t>
            </a:r>
          </a:p>
          <a:p>
            <a:pPr marL="0" indent="0" eaLnBrk="1" hangingPunct="1">
              <a:buNone/>
            </a:pPr>
            <a:endParaRPr lang="en-US" altLang="en-US" sz="1200" i="1" dirty="0">
              <a:latin typeface="Arial" panose="020B0604020202020204" pitchFamily="34" charset="0"/>
            </a:endParaRPr>
          </a:p>
          <a:p>
            <a:pPr marL="228600" indent="-228600" eaLnBrk="1" hangingPunct="1"/>
            <a:r>
              <a:rPr lang="en-US" altLang="en-US" sz="2000" i="1" dirty="0">
                <a:latin typeface="Arial" panose="020B0604020202020204" pitchFamily="34" charset="0"/>
              </a:rPr>
              <a:t>Branch to form most nerves in the body</a:t>
            </a:r>
          </a:p>
        </p:txBody>
      </p:sp>
    </p:spTree>
    <p:extLst>
      <p:ext uri="{BB962C8B-B14F-4D97-AF65-F5344CB8AC3E}">
        <p14:creationId xmlns:p14="http://schemas.microsoft.com/office/powerpoint/2010/main" val="6929378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7" name="Picture 1" descr="file:///C:\Users\rajesh\Desktop\20-Feb\Chapter 07\Unlabeled\figure_07_24b-U.jpg">
            <a:extLst>
              <a:ext uri="{FF2B5EF4-FFF2-40B4-BE49-F238E27FC236}">
                <a16:creationId xmlns:a16="http://schemas.microsoft.com/office/drawing/2014/main" id="{6973CB99-2619-46E1-9AEB-DB7F91D96896}"/>
              </a:ext>
            </a:extLst>
          </p:cNvPr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 bwMode="auto">
          <a:xfrm>
            <a:off x="1122363" y="212725"/>
            <a:ext cx="6899275" cy="643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8" name="TextBox 2">
            <a:extLst>
              <a:ext uri="{FF2B5EF4-FFF2-40B4-BE49-F238E27FC236}">
                <a16:creationId xmlns:a16="http://schemas.microsoft.com/office/drawing/2014/main" id="{80FBC3A1-BD32-4882-A06E-AACC7DF98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22250"/>
            <a:ext cx="1848263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</a:rPr>
              <a:t>Posterior root</a:t>
            </a:r>
          </a:p>
        </p:txBody>
      </p:sp>
      <p:sp>
        <p:nvSpPr>
          <p:cNvPr id="60419" name="TextBox 3">
            <a:extLst>
              <a:ext uri="{FF2B5EF4-FFF2-40B4-BE49-F238E27FC236}">
                <a16:creationId xmlns:a16="http://schemas.microsoft.com/office/drawing/2014/main" id="{49622AC9-3D0E-4551-A49A-C754680F44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3630" y="726182"/>
            <a:ext cx="1848263" cy="666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</a:rPr>
              <a:t>Posterior root</a:t>
            </a:r>
          </a:p>
          <a:p>
            <a:pPr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</a:rPr>
              <a:t>ganglion</a:t>
            </a:r>
          </a:p>
        </p:txBody>
      </p:sp>
      <p:sp>
        <p:nvSpPr>
          <p:cNvPr id="60420" name="TextBox 5">
            <a:extLst>
              <a:ext uri="{FF2B5EF4-FFF2-40B4-BE49-F238E27FC236}">
                <a16:creationId xmlns:a16="http://schemas.microsoft.com/office/drawing/2014/main" id="{9BC265EF-B6EF-4A20-90FF-19F427F8F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6475" y="2178050"/>
            <a:ext cx="855663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Spinal</a:t>
            </a:r>
          </a:p>
          <a:p>
            <a:pPr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cord</a:t>
            </a:r>
          </a:p>
        </p:txBody>
      </p:sp>
      <p:sp>
        <p:nvSpPr>
          <p:cNvPr id="60421" name="TextBox 7">
            <a:extLst>
              <a:ext uri="{FF2B5EF4-FFF2-40B4-BE49-F238E27FC236}">
                <a16:creationId xmlns:a16="http://schemas.microsoft.com/office/drawing/2014/main" id="{720B67B5-3606-4188-9FF3-B673A169A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2179" y="3143151"/>
            <a:ext cx="1078821" cy="666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</a:rPr>
              <a:t>Anterior</a:t>
            </a:r>
          </a:p>
          <a:p>
            <a:pPr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</a:rPr>
              <a:t>root</a:t>
            </a:r>
          </a:p>
        </p:txBody>
      </p:sp>
      <p:sp>
        <p:nvSpPr>
          <p:cNvPr id="60422" name="TextBox 9">
            <a:extLst>
              <a:ext uri="{FF2B5EF4-FFF2-40B4-BE49-F238E27FC236}">
                <a16:creationId xmlns:a16="http://schemas.microsoft.com/office/drawing/2014/main" id="{8525E83B-B544-483F-A9FF-9FEBD6FE7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8996" y="4194076"/>
            <a:ext cx="822341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Nerve</a:t>
            </a:r>
          </a:p>
        </p:txBody>
      </p:sp>
      <p:sp>
        <p:nvSpPr>
          <p:cNvPr id="60423" name="TextBox 10">
            <a:extLst>
              <a:ext uri="{FF2B5EF4-FFF2-40B4-BE49-F238E27FC236}">
                <a16:creationId xmlns:a16="http://schemas.microsoft.com/office/drawing/2014/main" id="{2EA0E3B5-68B6-482F-84FE-4366D716C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2763" y="339725"/>
            <a:ext cx="1351332" cy="666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</a:rPr>
              <a:t>Posterior</a:t>
            </a:r>
          </a:p>
          <a:p>
            <a:pPr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</a:rPr>
              <a:t>ramus</a:t>
            </a:r>
          </a:p>
        </p:txBody>
      </p:sp>
      <p:sp>
        <p:nvSpPr>
          <p:cNvPr id="60424" name="TextBox 12">
            <a:extLst>
              <a:ext uri="{FF2B5EF4-FFF2-40B4-BE49-F238E27FC236}">
                <a16:creationId xmlns:a16="http://schemas.microsoft.com/office/drawing/2014/main" id="{876B490A-1B5E-4BCB-AC4C-5F5FF324AA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6463" y="2955925"/>
            <a:ext cx="1197444" cy="666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</a:rPr>
              <a:t>Anterior</a:t>
            </a:r>
          </a:p>
          <a:p>
            <a:pPr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</a:rPr>
              <a:t>ramus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45CC85A6-B324-E54E-8D3B-7110ED41FFB7}"/>
              </a:ext>
            </a:extLst>
          </p:cNvPr>
          <p:cNvSpPr/>
          <p:nvPr/>
        </p:nvSpPr>
        <p:spPr>
          <a:xfrm>
            <a:off x="2808288" y="382588"/>
            <a:ext cx="1695450" cy="1266825"/>
          </a:xfrm>
          <a:custGeom>
            <a:avLst/>
            <a:gdLst>
              <a:gd name="connsiteX0" fmla="*/ 1682356 w 1695056"/>
              <a:gd name="connsiteY0" fmla="*/ 1254505 h 1267205"/>
              <a:gd name="connsiteX1" fmla="*/ 709904 w 1695056"/>
              <a:gd name="connsiteY1" fmla="*/ 12700 h 1267205"/>
              <a:gd name="connsiteX2" fmla="*/ 12700 w 1695056"/>
              <a:gd name="connsiteY2" fmla="*/ 12700 h 126720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1695056" h="1267205">
                <a:moveTo>
                  <a:pt x="1682356" y="1254505"/>
                </a:moveTo>
                <a:lnTo>
                  <a:pt x="709904" y="12700"/>
                </a:lnTo>
                <a:lnTo>
                  <a:pt x="12700" y="12700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>
              <a:solidFill>
                <a:srgbClr val="000000"/>
              </a:solidFill>
            </a:endParaRPr>
          </a:p>
        </p:txBody>
      </p:sp>
      <p:sp>
        <p:nvSpPr>
          <p:cNvPr id="15" name="Freeform 3">
            <a:extLst>
              <a:ext uri="{FF2B5EF4-FFF2-40B4-BE49-F238E27FC236}">
                <a16:creationId xmlns:a16="http://schemas.microsoft.com/office/drawing/2014/main" id="{B7D1E5F8-9C43-9A48-B669-7A1EE6EAC675}"/>
              </a:ext>
            </a:extLst>
          </p:cNvPr>
          <p:cNvSpPr/>
          <p:nvPr/>
        </p:nvSpPr>
        <p:spPr>
          <a:xfrm>
            <a:off x="3227388" y="2314575"/>
            <a:ext cx="939800" cy="50800"/>
          </a:xfrm>
          <a:custGeom>
            <a:avLst/>
            <a:gdLst>
              <a:gd name="connsiteX0" fmla="*/ 12700 w 938834"/>
              <a:gd name="connsiteY0" fmla="*/ 12700 h 50800"/>
              <a:gd name="connsiteX1" fmla="*/ 926134 w 938834"/>
              <a:gd name="connsiteY1" fmla="*/ 12700 h 508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38834" h="50800">
                <a:moveTo>
                  <a:pt x="12700" y="12700"/>
                </a:moveTo>
                <a:lnTo>
                  <a:pt x="926134" y="12700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>
              <a:solidFill>
                <a:srgbClr val="000000"/>
              </a:solidFill>
            </a:endParaRPr>
          </a:p>
        </p:txBody>
      </p:sp>
      <p:sp>
        <p:nvSpPr>
          <p:cNvPr id="16" name="Freeform 3">
            <a:extLst>
              <a:ext uri="{FF2B5EF4-FFF2-40B4-BE49-F238E27FC236}">
                <a16:creationId xmlns:a16="http://schemas.microsoft.com/office/drawing/2014/main" id="{9DD519B5-2023-3045-9160-7DBFF42AFF25}"/>
              </a:ext>
            </a:extLst>
          </p:cNvPr>
          <p:cNvSpPr/>
          <p:nvPr/>
        </p:nvSpPr>
        <p:spPr>
          <a:xfrm>
            <a:off x="4159250" y="2251075"/>
            <a:ext cx="800100" cy="1165225"/>
          </a:xfrm>
          <a:custGeom>
            <a:avLst/>
            <a:gdLst>
              <a:gd name="connsiteX0" fmla="*/ 12700 w 799452"/>
              <a:gd name="connsiteY0" fmla="*/ 1151343 h 1164043"/>
              <a:gd name="connsiteX1" fmla="*/ 207390 w 799452"/>
              <a:gd name="connsiteY1" fmla="*/ 1151343 h 1164043"/>
              <a:gd name="connsiteX2" fmla="*/ 786752 w 799452"/>
              <a:gd name="connsiteY2" fmla="*/ 12700 h 116404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799452" h="1164043">
                <a:moveTo>
                  <a:pt x="12700" y="1151343"/>
                </a:moveTo>
                <a:lnTo>
                  <a:pt x="207390" y="1151343"/>
                </a:lnTo>
                <a:lnTo>
                  <a:pt x="786752" y="12700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>
              <a:solidFill>
                <a:srgbClr val="000000"/>
              </a:solidFill>
            </a:endParaRPr>
          </a:p>
        </p:txBody>
      </p:sp>
      <p:sp>
        <p:nvSpPr>
          <p:cNvPr id="17" name="Freeform 3">
            <a:extLst>
              <a:ext uri="{FF2B5EF4-FFF2-40B4-BE49-F238E27FC236}">
                <a16:creationId xmlns:a16="http://schemas.microsoft.com/office/drawing/2014/main" id="{33D71409-1C31-F249-9CF3-7965DDA2D51D}"/>
              </a:ext>
            </a:extLst>
          </p:cNvPr>
          <p:cNvSpPr/>
          <p:nvPr/>
        </p:nvSpPr>
        <p:spPr>
          <a:xfrm>
            <a:off x="4159250" y="2270125"/>
            <a:ext cx="1117600" cy="2100263"/>
          </a:xfrm>
          <a:custGeom>
            <a:avLst/>
            <a:gdLst>
              <a:gd name="connsiteX0" fmla="*/ 1105890 w 1118590"/>
              <a:gd name="connsiteY0" fmla="*/ 12700 h 2100681"/>
              <a:gd name="connsiteX1" fmla="*/ 295224 w 1118590"/>
              <a:gd name="connsiteY1" fmla="*/ 2087981 h 2100681"/>
              <a:gd name="connsiteX2" fmla="*/ 12700 w 1118590"/>
              <a:gd name="connsiteY2" fmla="*/ 2087981 h 210068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1118590" h="2100681">
                <a:moveTo>
                  <a:pt x="1105890" y="12700"/>
                </a:moveTo>
                <a:lnTo>
                  <a:pt x="295224" y="2087981"/>
                </a:lnTo>
                <a:lnTo>
                  <a:pt x="12700" y="2087981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>
              <a:solidFill>
                <a:srgbClr val="000000"/>
              </a:solidFill>
            </a:endParaRPr>
          </a:p>
        </p:txBody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ED56A87D-C2EE-8843-A367-573BA69C3BC4}"/>
              </a:ext>
            </a:extLst>
          </p:cNvPr>
          <p:cNvSpPr/>
          <p:nvPr/>
        </p:nvSpPr>
        <p:spPr>
          <a:xfrm>
            <a:off x="2808288" y="882650"/>
            <a:ext cx="2041525" cy="1020763"/>
          </a:xfrm>
          <a:custGeom>
            <a:avLst/>
            <a:gdLst>
              <a:gd name="connsiteX0" fmla="*/ 2028507 w 2041207"/>
              <a:gd name="connsiteY0" fmla="*/ 1008240 h 1020940"/>
              <a:gd name="connsiteX1" fmla="*/ 679335 w 2041207"/>
              <a:gd name="connsiteY1" fmla="*/ 12700 h 1020940"/>
              <a:gd name="connsiteX2" fmla="*/ 12700 w 2041207"/>
              <a:gd name="connsiteY2" fmla="*/ 12700 h 10209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2041207" h="1020940">
                <a:moveTo>
                  <a:pt x="2028507" y="1008240"/>
                </a:moveTo>
                <a:lnTo>
                  <a:pt x="679335" y="12700"/>
                </a:lnTo>
                <a:lnTo>
                  <a:pt x="12700" y="12700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>
              <a:solidFill>
                <a:srgbClr val="000000"/>
              </a:solidFill>
            </a:endParaRPr>
          </a:p>
        </p:txBody>
      </p:sp>
      <p:sp>
        <p:nvSpPr>
          <p:cNvPr id="19" name="Freeform 3">
            <a:extLst>
              <a:ext uri="{FF2B5EF4-FFF2-40B4-BE49-F238E27FC236}">
                <a16:creationId xmlns:a16="http://schemas.microsoft.com/office/drawing/2014/main" id="{EE4C8F09-7789-1947-849F-3D169DE594E5}"/>
              </a:ext>
            </a:extLst>
          </p:cNvPr>
          <p:cNvSpPr/>
          <p:nvPr/>
        </p:nvSpPr>
        <p:spPr>
          <a:xfrm>
            <a:off x="6472238" y="1968500"/>
            <a:ext cx="50800" cy="1009650"/>
          </a:xfrm>
          <a:custGeom>
            <a:avLst/>
            <a:gdLst>
              <a:gd name="connsiteX0" fmla="*/ 12700 w 50800"/>
              <a:gd name="connsiteY0" fmla="*/ 996416 h 1009116"/>
              <a:gd name="connsiteX1" fmla="*/ 12700 w 50800"/>
              <a:gd name="connsiteY1" fmla="*/ 12700 h 100911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50800" h="1009116">
                <a:moveTo>
                  <a:pt x="12700" y="996416"/>
                </a:moveTo>
                <a:lnTo>
                  <a:pt x="12700" y="12700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>
              <a:solidFill>
                <a:srgbClr val="000000"/>
              </a:solidFill>
            </a:endParaRPr>
          </a:p>
        </p:txBody>
      </p:sp>
      <p:sp>
        <p:nvSpPr>
          <p:cNvPr id="20" name="Freeform 3">
            <a:extLst>
              <a:ext uri="{FF2B5EF4-FFF2-40B4-BE49-F238E27FC236}">
                <a16:creationId xmlns:a16="http://schemas.microsoft.com/office/drawing/2014/main" id="{392965E2-6CDF-E243-A675-887AB44F1652}"/>
              </a:ext>
            </a:extLst>
          </p:cNvPr>
          <p:cNvSpPr/>
          <p:nvPr/>
        </p:nvSpPr>
        <p:spPr>
          <a:xfrm>
            <a:off x="5534025" y="479425"/>
            <a:ext cx="1319213" cy="1443038"/>
          </a:xfrm>
          <a:custGeom>
            <a:avLst/>
            <a:gdLst>
              <a:gd name="connsiteX0" fmla="*/ 1306169 w 1318869"/>
              <a:gd name="connsiteY0" fmla="*/ 12700 h 1442592"/>
              <a:gd name="connsiteX1" fmla="*/ 777836 w 1318869"/>
              <a:gd name="connsiteY1" fmla="*/ 12700 h 1442592"/>
              <a:gd name="connsiteX2" fmla="*/ 12700 w 1318869"/>
              <a:gd name="connsiteY2" fmla="*/ 1429893 h 144259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1318869" h="1442592">
                <a:moveTo>
                  <a:pt x="1306169" y="12700"/>
                </a:moveTo>
                <a:lnTo>
                  <a:pt x="777836" y="12700"/>
                </a:lnTo>
                <a:lnTo>
                  <a:pt x="12700" y="1429893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>
              <a:solidFill>
                <a:srgbClr val="000000"/>
              </a:solidFill>
            </a:endParaRP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1E889A9D-7338-B945-AA94-BA438B6FB810}"/>
              </a:ext>
            </a:extLst>
          </p:cNvPr>
          <p:cNvSpPr txBox="1">
            <a:spLocks/>
          </p:cNvSpPr>
          <p:nvPr/>
        </p:nvSpPr>
        <p:spPr bwMode="auto">
          <a:xfrm>
            <a:off x="26298" y="4908550"/>
            <a:ext cx="4647302" cy="494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32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8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4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MS PGothic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eaLnBrk="1" hangingPunct="1"/>
            <a:r>
              <a:rPr lang="en-US" altLang="en-US" sz="4000" b="1" dirty="0">
                <a:latin typeface="Arial" panose="020B0604020202020204" pitchFamily="34" charset="0"/>
              </a:rPr>
              <a:t>RAMI = ROOTS</a:t>
            </a:r>
            <a:endParaRPr lang="en-US" altLang="en-US" sz="4000" b="1" i="1" dirty="0">
              <a:latin typeface="Arial" panose="020B060402020202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561B3FA-BA4B-7640-B9CA-4A4DBB24C8E9}"/>
              </a:ext>
            </a:extLst>
          </p:cNvPr>
          <p:cNvCxnSpPr>
            <a:cxnSpLocks/>
          </p:cNvCxnSpPr>
          <p:nvPr/>
        </p:nvCxnSpPr>
        <p:spPr>
          <a:xfrm>
            <a:off x="1828800" y="5029200"/>
            <a:ext cx="228600" cy="4572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89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2" descr="Y:\08VOL4\Graphics\Powerpoint\MH_DCM\MH_DCM-TEXTEDIT PROJECTS\McKINLEY_5e\Final files\chapt16\chapt00_labeled\mck85278_16_06.jpg">
            <a:extLst>
              <a:ext uri="{FF2B5EF4-FFF2-40B4-BE49-F238E27FC236}">
                <a16:creationId xmlns:a16="http://schemas.microsoft.com/office/drawing/2014/main" id="{97E48F36-77F0-4C43-AA77-0BDDDF435E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t="1230"/>
          <a:stretch/>
        </p:blipFill>
        <p:spPr bwMode="auto">
          <a:xfrm>
            <a:off x="4560498" y="1523999"/>
            <a:ext cx="4572000" cy="5339751"/>
          </a:xfrm>
          <a:prstGeom prst="rect">
            <a:avLst/>
          </a:prstGeom>
          <a:noFill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308BAA1-08C8-1547-9BCA-9EC913B63267}"/>
              </a:ext>
            </a:extLst>
          </p:cNvPr>
          <p:cNvSpPr/>
          <p:nvPr/>
        </p:nvSpPr>
        <p:spPr>
          <a:xfrm>
            <a:off x="5257800" y="1447800"/>
            <a:ext cx="3581400" cy="76199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786" name="Rectangle 4">
            <a:extLst>
              <a:ext uri="{FF2B5EF4-FFF2-40B4-BE49-F238E27FC236}">
                <a16:creationId xmlns:a16="http://schemas.microsoft.com/office/drawing/2014/main" id="{C43EAEC4-8DB3-4ADA-AE18-79E900D77CC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9144" y="1160462"/>
            <a:ext cx="5334000" cy="5334000"/>
          </a:xfrm>
        </p:spPr>
        <p:txBody>
          <a:bodyPr/>
          <a:lstStyle/>
          <a:p>
            <a:pPr marL="228600" indent="-228600" eaLnBrk="1" hangingPunct="1"/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Dermatomes</a:t>
            </a:r>
          </a:p>
          <a:p>
            <a:pPr marL="723900" lvl="1" indent="-279400" eaLnBrk="1" hangingPunct="1"/>
            <a:r>
              <a:rPr lang="en-US" altLang="en-US" dirty="0">
                <a:latin typeface="Arial" panose="020B0604020202020204" pitchFamily="34" charset="0"/>
              </a:rPr>
              <a:t>Each pair of spinal nerves monitors </a:t>
            </a:r>
            <a:r>
              <a:rPr lang="en-US" altLang="en-US" i="1" dirty="0">
                <a:latin typeface="Arial" panose="020B0604020202020204" pitchFamily="34" charset="0"/>
              </a:rPr>
              <a:t>sensation</a:t>
            </a:r>
            <a:r>
              <a:rPr lang="en-US" altLang="en-US" dirty="0">
                <a:latin typeface="Arial" panose="020B0604020202020204" pitchFamily="34" charset="0"/>
              </a:rPr>
              <a:t> for specific </a:t>
            </a:r>
            <a:r>
              <a:rPr lang="en-US" altLang="en-US" b="1" dirty="0">
                <a:latin typeface="Arial" panose="020B0604020202020204" pitchFamily="34" charset="0"/>
              </a:rPr>
              <a:t>surface</a:t>
            </a:r>
            <a:r>
              <a:rPr lang="en-US" altLang="en-US" dirty="0">
                <a:latin typeface="Arial" panose="020B0604020202020204" pitchFamily="34" charset="0"/>
              </a:rPr>
              <a:t> areas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9F057B7-922E-2744-8B01-F4B38DBEED3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800" b="1" dirty="0"/>
              <a:t>NERVES: SPINAL NERVES</a:t>
            </a:r>
            <a:endParaRPr lang="en-US" altLang="en-US" sz="4400" b="1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F6CADDA-38D0-4244-8266-F59074613D5D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5426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3" name="Picture 1">
            <a:extLst>
              <a:ext uri="{FF2B5EF4-FFF2-40B4-BE49-F238E27FC236}">
                <a16:creationId xmlns:a16="http://schemas.microsoft.com/office/drawing/2014/main" id="{CB3AAF00-E4E1-4685-865D-B6F07139C1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77"/>
          <a:stretch>
            <a:fillRect/>
          </a:stretch>
        </p:blipFill>
        <p:spPr bwMode="auto">
          <a:xfrm>
            <a:off x="1676400" y="2895600"/>
            <a:ext cx="58674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4" name="Title 1">
            <a:extLst>
              <a:ext uri="{FF2B5EF4-FFF2-40B4-BE49-F238E27FC236}">
                <a16:creationId xmlns:a16="http://schemas.microsoft.com/office/drawing/2014/main" id="{7A49EC72-3874-448C-A55F-1B170BCE8332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686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800" b="1"/>
              <a:t>WHY DOES THIS MATTER?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E0FB2D9B-FD59-4167-9A20-0A599E1AD232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74756" name="Content Placeholder 2">
            <a:extLst>
              <a:ext uri="{FF2B5EF4-FFF2-40B4-BE49-F238E27FC236}">
                <a16:creationId xmlns:a16="http://schemas.microsoft.com/office/drawing/2014/main" id="{5DEBFA56-7E2B-4AB3-A61E-B9AED68E26A7}"/>
              </a:ext>
            </a:extLst>
          </p:cNvPr>
          <p:cNvSpPr txBox="1">
            <a:spLocks/>
          </p:cNvSpPr>
          <p:nvPr/>
        </p:nvSpPr>
        <p:spPr bwMode="auto">
          <a:xfrm>
            <a:off x="152400" y="1219200"/>
            <a:ext cx="88392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dirty="0"/>
              <a:t>Varicella zoster virus (</a:t>
            </a:r>
            <a:r>
              <a:rPr lang="en-US" altLang="en-US" i="1" dirty="0"/>
              <a:t>Chicken Pox</a:t>
            </a:r>
            <a:r>
              <a:rPr lang="en-US" altLang="en-US" dirty="0"/>
              <a:t>) lies dormant in </a:t>
            </a:r>
            <a:r>
              <a:rPr lang="en-US" altLang="en-US" b="1" dirty="0"/>
              <a:t>posterior root ganglia</a:t>
            </a:r>
          </a:p>
          <a:p>
            <a:r>
              <a:rPr lang="en-US" altLang="en-US" dirty="0"/>
              <a:t>Recrudescence </a:t>
            </a:r>
            <a:r>
              <a:rPr lang="en-US" altLang="en-US" dirty="0">
                <a:sym typeface="Wingdings" panose="05000000000000000000" pitchFamily="2" charset="2"/>
              </a:rPr>
              <a:t> SHINGLES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626876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B659809-2136-7A4A-AB9A-84D8457FFF94}"/>
              </a:ext>
            </a:extLst>
          </p:cNvPr>
          <p:cNvGrpSpPr/>
          <p:nvPr/>
        </p:nvGrpSpPr>
        <p:grpSpPr>
          <a:xfrm>
            <a:off x="2057400" y="314564"/>
            <a:ext cx="4803650" cy="6238636"/>
            <a:chOff x="-414600" y="315787"/>
            <a:chExt cx="4803650" cy="6238636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D972F2DD-193B-7546-BF25-E508060E6644}"/>
                </a:ext>
              </a:extLst>
            </p:cNvPr>
            <p:cNvGrpSpPr/>
            <p:nvPr/>
          </p:nvGrpSpPr>
          <p:grpSpPr>
            <a:xfrm>
              <a:off x="609600" y="501187"/>
              <a:ext cx="2590800" cy="6053236"/>
              <a:chOff x="609600" y="501187"/>
              <a:chExt cx="2590800" cy="6053236"/>
            </a:xfrm>
          </p:grpSpPr>
          <p:sp>
            <p:nvSpPr>
              <p:cNvPr id="4" name="Freeform 3">
                <a:extLst>
                  <a:ext uri="{FF2B5EF4-FFF2-40B4-BE49-F238E27FC236}">
                    <a16:creationId xmlns:a16="http://schemas.microsoft.com/office/drawing/2014/main" id="{821DF903-B663-934E-B939-CE7CC82924B1}"/>
                  </a:ext>
                </a:extLst>
              </p:cNvPr>
              <p:cNvSpPr/>
              <p:nvPr/>
            </p:nvSpPr>
            <p:spPr>
              <a:xfrm>
                <a:off x="609600" y="533400"/>
                <a:ext cx="2295561" cy="5985164"/>
              </a:xfrm>
              <a:custGeom>
                <a:avLst/>
                <a:gdLst>
                  <a:gd name="connsiteX0" fmla="*/ 1547416 w 2212473"/>
                  <a:gd name="connsiteY0" fmla="*/ 99753 h 5985164"/>
                  <a:gd name="connsiteX1" fmla="*/ 1381161 w 2212473"/>
                  <a:gd name="connsiteY1" fmla="*/ 216131 h 5985164"/>
                  <a:gd name="connsiteX2" fmla="*/ 1231532 w 2212473"/>
                  <a:gd name="connsiteY2" fmla="*/ 199506 h 5985164"/>
                  <a:gd name="connsiteX3" fmla="*/ 1131779 w 2212473"/>
                  <a:gd name="connsiteY3" fmla="*/ 166255 h 5985164"/>
                  <a:gd name="connsiteX4" fmla="*/ 932274 w 2212473"/>
                  <a:gd name="connsiteY4" fmla="*/ 66502 h 5985164"/>
                  <a:gd name="connsiteX5" fmla="*/ 782645 w 2212473"/>
                  <a:gd name="connsiteY5" fmla="*/ 16626 h 5985164"/>
                  <a:gd name="connsiteX6" fmla="*/ 732768 w 2212473"/>
                  <a:gd name="connsiteY6" fmla="*/ 0 h 5985164"/>
                  <a:gd name="connsiteX7" fmla="*/ 416885 w 2212473"/>
                  <a:gd name="connsiteY7" fmla="*/ 49877 h 5985164"/>
                  <a:gd name="connsiteX8" fmla="*/ 317132 w 2212473"/>
                  <a:gd name="connsiteY8" fmla="*/ 83128 h 5985164"/>
                  <a:gd name="connsiteX9" fmla="*/ 217379 w 2212473"/>
                  <a:gd name="connsiteY9" fmla="*/ 149629 h 5985164"/>
                  <a:gd name="connsiteX10" fmla="*/ 167503 w 2212473"/>
                  <a:gd name="connsiteY10" fmla="*/ 182880 h 5985164"/>
                  <a:gd name="connsiteX11" fmla="*/ 101001 w 2212473"/>
                  <a:gd name="connsiteY11" fmla="*/ 282633 h 5985164"/>
                  <a:gd name="connsiteX12" fmla="*/ 67750 w 2212473"/>
                  <a:gd name="connsiteY12" fmla="*/ 332509 h 5985164"/>
                  <a:gd name="connsiteX13" fmla="*/ 34499 w 2212473"/>
                  <a:gd name="connsiteY13" fmla="*/ 432262 h 5985164"/>
                  <a:gd name="connsiteX14" fmla="*/ 17874 w 2212473"/>
                  <a:gd name="connsiteY14" fmla="*/ 482139 h 5985164"/>
                  <a:gd name="connsiteX15" fmla="*/ 1248 w 2212473"/>
                  <a:gd name="connsiteY15" fmla="*/ 665019 h 5985164"/>
                  <a:gd name="connsiteX16" fmla="*/ 34499 w 2212473"/>
                  <a:gd name="connsiteY16" fmla="*/ 1113906 h 5985164"/>
                  <a:gd name="connsiteX17" fmla="*/ 67750 w 2212473"/>
                  <a:gd name="connsiteY17" fmla="*/ 1213659 h 5985164"/>
                  <a:gd name="connsiteX18" fmla="*/ 84376 w 2212473"/>
                  <a:gd name="connsiteY18" fmla="*/ 1263535 h 5985164"/>
                  <a:gd name="connsiteX19" fmla="*/ 167503 w 2212473"/>
                  <a:gd name="connsiteY19" fmla="*/ 1413164 h 5985164"/>
                  <a:gd name="connsiteX20" fmla="*/ 217379 w 2212473"/>
                  <a:gd name="connsiteY20" fmla="*/ 1446415 h 5985164"/>
                  <a:gd name="connsiteX21" fmla="*/ 234005 w 2212473"/>
                  <a:gd name="connsiteY21" fmla="*/ 1546168 h 5985164"/>
                  <a:gd name="connsiteX22" fmla="*/ 134252 w 2212473"/>
                  <a:gd name="connsiteY22" fmla="*/ 1579419 h 5985164"/>
                  <a:gd name="connsiteX23" fmla="*/ 51125 w 2212473"/>
                  <a:gd name="connsiteY23" fmla="*/ 1778924 h 5985164"/>
                  <a:gd name="connsiteX24" fmla="*/ 84376 w 2212473"/>
                  <a:gd name="connsiteY24" fmla="*/ 2028306 h 5985164"/>
                  <a:gd name="connsiteX25" fmla="*/ 117626 w 2212473"/>
                  <a:gd name="connsiteY25" fmla="*/ 2078182 h 5985164"/>
                  <a:gd name="connsiteX26" fmla="*/ 167503 w 2212473"/>
                  <a:gd name="connsiteY26" fmla="*/ 2111433 h 5985164"/>
                  <a:gd name="connsiteX27" fmla="*/ 200754 w 2212473"/>
                  <a:gd name="connsiteY27" fmla="*/ 2161309 h 5985164"/>
                  <a:gd name="connsiteX28" fmla="*/ 300506 w 2212473"/>
                  <a:gd name="connsiteY28" fmla="*/ 2227811 h 5985164"/>
                  <a:gd name="connsiteX29" fmla="*/ 350383 w 2212473"/>
                  <a:gd name="connsiteY29" fmla="*/ 2261062 h 5985164"/>
                  <a:gd name="connsiteX30" fmla="*/ 416885 w 2212473"/>
                  <a:gd name="connsiteY30" fmla="*/ 2277688 h 5985164"/>
                  <a:gd name="connsiteX31" fmla="*/ 466761 w 2212473"/>
                  <a:gd name="connsiteY31" fmla="*/ 2310939 h 5985164"/>
                  <a:gd name="connsiteX32" fmla="*/ 516637 w 2212473"/>
                  <a:gd name="connsiteY32" fmla="*/ 2294313 h 5985164"/>
                  <a:gd name="connsiteX33" fmla="*/ 566514 w 2212473"/>
                  <a:gd name="connsiteY33" fmla="*/ 2310939 h 5985164"/>
                  <a:gd name="connsiteX34" fmla="*/ 699517 w 2212473"/>
                  <a:gd name="connsiteY34" fmla="*/ 2709949 h 5985164"/>
                  <a:gd name="connsiteX35" fmla="*/ 749394 w 2212473"/>
                  <a:gd name="connsiteY35" fmla="*/ 2859579 h 5985164"/>
                  <a:gd name="connsiteX36" fmla="*/ 782645 w 2212473"/>
                  <a:gd name="connsiteY36" fmla="*/ 2959331 h 5985164"/>
                  <a:gd name="connsiteX37" fmla="*/ 849146 w 2212473"/>
                  <a:gd name="connsiteY37" fmla="*/ 3059084 h 5985164"/>
                  <a:gd name="connsiteX38" fmla="*/ 882397 w 2212473"/>
                  <a:gd name="connsiteY38" fmla="*/ 3108960 h 5985164"/>
                  <a:gd name="connsiteX39" fmla="*/ 932274 w 2212473"/>
                  <a:gd name="connsiteY39" fmla="*/ 3208713 h 5985164"/>
                  <a:gd name="connsiteX40" fmla="*/ 982150 w 2212473"/>
                  <a:gd name="connsiteY40" fmla="*/ 3241964 h 5985164"/>
                  <a:gd name="connsiteX41" fmla="*/ 1032026 w 2212473"/>
                  <a:gd name="connsiteY41" fmla="*/ 3391593 h 5985164"/>
                  <a:gd name="connsiteX42" fmla="*/ 998776 w 2212473"/>
                  <a:gd name="connsiteY42" fmla="*/ 4222866 h 5985164"/>
                  <a:gd name="connsiteX43" fmla="*/ 982150 w 2212473"/>
                  <a:gd name="connsiteY43" fmla="*/ 4721629 h 5985164"/>
                  <a:gd name="connsiteX44" fmla="*/ 998776 w 2212473"/>
                  <a:gd name="connsiteY44" fmla="*/ 5286895 h 5985164"/>
                  <a:gd name="connsiteX45" fmla="*/ 1048652 w 2212473"/>
                  <a:gd name="connsiteY45" fmla="*/ 5503026 h 5985164"/>
                  <a:gd name="connsiteX46" fmla="*/ 1065277 w 2212473"/>
                  <a:gd name="connsiteY46" fmla="*/ 5569528 h 5985164"/>
                  <a:gd name="connsiteX47" fmla="*/ 1098528 w 2212473"/>
                  <a:gd name="connsiteY47" fmla="*/ 5669280 h 5985164"/>
                  <a:gd name="connsiteX48" fmla="*/ 1148405 w 2212473"/>
                  <a:gd name="connsiteY48" fmla="*/ 5818909 h 5985164"/>
                  <a:gd name="connsiteX49" fmla="*/ 1181656 w 2212473"/>
                  <a:gd name="connsiteY49" fmla="*/ 5918662 h 5985164"/>
                  <a:gd name="connsiteX50" fmla="*/ 1198281 w 2212473"/>
                  <a:gd name="connsiteY50" fmla="*/ 5968539 h 5985164"/>
                  <a:gd name="connsiteX51" fmla="*/ 1248157 w 2212473"/>
                  <a:gd name="connsiteY51" fmla="*/ 5985164 h 5985164"/>
                  <a:gd name="connsiteX52" fmla="*/ 1298034 w 2212473"/>
                  <a:gd name="connsiteY52" fmla="*/ 5885411 h 5985164"/>
                  <a:gd name="connsiteX53" fmla="*/ 1347910 w 2212473"/>
                  <a:gd name="connsiteY53" fmla="*/ 5852160 h 5985164"/>
                  <a:gd name="connsiteX54" fmla="*/ 1364536 w 2212473"/>
                  <a:gd name="connsiteY54" fmla="*/ 5802284 h 5985164"/>
                  <a:gd name="connsiteX55" fmla="*/ 1414412 w 2212473"/>
                  <a:gd name="connsiteY55" fmla="*/ 5769033 h 5985164"/>
                  <a:gd name="connsiteX56" fmla="*/ 1447663 w 2212473"/>
                  <a:gd name="connsiteY56" fmla="*/ 5669280 h 5985164"/>
                  <a:gd name="connsiteX57" fmla="*/ 1480914 w 2212473"/>
                  <a:gd name="connsiteY57" fmla="*/ 5619404 h 5985164"/>
                  <a:gd name="connsiteX58" fmla="*/ 1497539 w 2212473"/>
                  <a:gd name="connsiteY58" fmla="*/ 5552902 h 5985164"/>
                  <a:gd name="connsiteX59" fmla="*/ 1530790 w 2212473"/>
                  <a:gd name="connsiteY59" fmla="*/ 5336771 h 5985164"/>
                  <a:gd name="connsiteX60" fmla="*/ 1514165 w 2212473"/>
                  <a:gd name="connsiteY60" fmla="*/ 4056611 h 5985164"/>
                  <a:gd name="connsiteX61" fmla="*/ 1497539 w 2212473"/>
                  <a:gd name="connsiteY61" fmla="*/ 3956859 h 5985164"/>
                  <a:gd name="connsiteX62" fmla="*/ 1514165 w 2212473"/>
                  <a:gd name="connsiteY62" fmla="*/ 3358342 h 5985164"/>
                  <a:gd name="connsiteX63" fmla="*/ 1613917 w 2212473"/>
                  <a:gd name="connsiteY63" fmla="*/ 3158837 h 5985164"/>
                  <a:gd name="connsiteX64" fmla="*/ 1663794 w 2212473"/>
                  <a:gd name="connsiteY64" fmla="*/ 2992582 h 5985164"/>
                  <a:gd name="connsiteX65" fmla="*/ 1697045 w 2212473"/>
                  <a:gd name="connsiteY65" fmla="*/ 2892829 h 5985164"/>
                  <a:gd name="connsiteX66" fmla="*/ 1713670 w 2212473"/>
                  <a:gd name="connsiteY66" fmla="*/ 2826328 h 5985164"/>
                  <a:gd name="connsiteX67" fmla="*/ 1730296 w 2212473"/>
                  <a:gd name="connsiteY67" fmla="*/ 2776451 h 5985164"/>
                  <a:gd name="connsiteX68" fmla="*/ 1746921 w 2212473"/>
                  <a:gd name="connsiteY68" fmla="*/ 2709949 h 5985164"/>
                  <a:gd name="connsiteX69" fmla="*/ 1780172 w 2212473"/>
                  <a:gd name="connsiteY69" fmla="*/ 2576946 h 5985164"/>
                  <a:gd name="connsiteX70" fmla="*/ 1813423 w 2212473"/>
                  <a:gd name="connsiteY70" fmla="*/ 2410691 h 5985164"/>
                  <a:gd name="connsiteX71" fmla="*/ 1863299 w 2212473"/>
                  <a:gd name="connsiteY71" fmla="*/ 2294313 h 5985164"/>
                  <a:gd name="connsiteX72" fmla="*/ 1913176 w 2212473"/>
                  <a:gd name="connsiteY72" fmla="*/ 2261062 h 5985164"/>
                  <a:gd name="connsiteX73" fmla="*/ 1996303 w 2212473"/>
                  <a:gd name="connsiteY73" fmla="*/ 2177935 h 5985164"/>
                  <a:gd name="connsiteX74" fmla="*/ 2029554 w 2212473"/>
                  <a:gd name="connsiteY74" fmla="*/ 2128059 h 5985164"/>
                  <a:gd name="connsiteX75" fmla="*/ 2079430 w 2212473"/>
                  <a:gd name="connsiteY75" fmla="*/ 2078182 h 5985164"/>
                  <a:gd name="connsiteX76" fmla="*/ 2112681 w 2212473"/>
                  <a:gd name="connsiteY76" fmla="*/ 1978429 h 5985164"/>
                  <a:gd name="connsiteX77" fmla="*/ 2129306 w 2212473"/>
                  <a:gd name="connsiteY77" fmla="*/ 1928553 h 5985164"/>
                  <a:gd name="connsiteX78" fmla="*/ 2112681 w 2212473"/>
                  <a:gd name="connsiteY78" fmla="*/ 1612669 h 5985164"/>
                  <a:gd name="connsiteX79" fmla="*/ 1979677 w 2212473"/>
                  <a:gd name="connsiteY79" fmla="*/ 1529542 h 5985164"/>
                  <a:gd name="connsiteX80" fmla="*/ 1929801 w 2212473"/>
                  <a:gd name="connsiteY80" fmla="*/ 1512917 h 5985164"/>
                  <a:gd name="connsiteX81" fmla="*/ 1979677 w 2212473"/>
                  <a:gd name="connsiteY81" fmla="*/ 1413164 h 5985164"/>
                  <a:gd name="connsiteX82" fmla="*/ 2029554 w 2212473"/>
                  <a:gd name="connsiteY82" fmla="*/ 1379913 h 5985164"/>
                  <a:gd name="connsiteX83" fmla="*/ 2062805 w 2212473"/>
                  <a:gd name="connsiteY83" fmla="*/ 1330037 h 5985164"/>
                  <a:gd name="connsiteX84" fmla="*/ 2112681 w 2212473"/>
                  <a:gd name="connsiteY84" fmla="*/ 1296786 h 5985164"/>
                  <a:gd name="connsiteX85" fmla="*/ 2179183 w 2212473"/>
                  <a:gd name="connsiteY85" fmla="*/ 1197033 h 5985164"/>
                  <a:gd name="connsiteX86" fmla="*/ 2212434 w 2212473"/>
                  <a:gd name="connsiteY86" fmla="*/ 1097280 h 5985164"/>
                  <a:gd name="connsiteX87" fmla="*/ 2195808 w 2212473"/>
                  <a:gd name="connsiteY87" fmla="*/ 581891 h 5985164"/>
                  <a:gd name="connsiteX88" fmla="*/ 2162557 w 2212473"/>
                  <a:gd name="connsiteY88" fmla="*/ 482139 h 5985164"/>
                  <a:gd name="connsiteX89" fmla="*/ 2145932 w 2212473"/>
                  <a:gd name="connsiteY89" fmla="*/ 399011 h 5985164"/>
                  <a:gd name="connsiteX90" fmla="*/ 2112681 w 2212473"/>
                  <a:gd name="connsiteY90" fmla="*/ 249382 h 5985164"/>
                  <a:gd name="connsiteX91" fmla="*/ 2046179 w 2212473"/>
                  <a:gd name="connsiteY91" fmla="*/ 149629 h 5985164"/>
                  <a:gd name="connsiteX92" fmla="*/ 1996303 w 2212473"/>
                  <a:gd name="connsiteY92" fmla="*/ 133004 h 5985164"/>
                  <a:gd name="connsiteX93" fmla="*/ 1963052 w 2212473"/>
                  <a:gd name="connsiteY93" fmla="*/ 83128 h 5985164"/>
                  <a:gd name="connsiteX94" fmla="*/ 1913176 w 2212473"/>
                  <a:gd name="connsiteY94" fmla="*/ 49877 h 5985164"/>
                  <a:gd name="connsiteX95" fmla="*/ 1780172 w 2212473"/>
                  <a:gd name="connsiteY95" fmla="*/ 16626 h 5985164"/>
                  <a:gd name="connsiteX96" fmla="*/ 1564041 w 2212473"/>
                  <a:gd name="connsiteY96" fmla="*/ 49877 h 5985164"/>
                  <a:gd name="connsiteX97" fmla="*/ 1547416 w 2212473"/>
                  <a:gd name="connsiteY97" fmla="*/ 99753 h 5985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</a:cxnLst>
                <a:rect l="l" t="t" r="r" b="b"/>
                <a:pathLst>
                  <a:path w="2212473" h="5985164">
                    <a:moveTo>
                      <a:pt x="1547416" y="99753"/>
                    </a:moveTo>
                    <a:cubicBezTo>
                      <a:pt x="1516936" y="127462"/>
                      <a:pt x="1441263" y="216131"/>
                      <a:pt x="1381161" y="216131"/>
                    </a:cubicBezTo>
                    <a:cubicBezTo>
                      <a:pt x="1330978" y="216131"/>
                      <a:pt x="1281408" y="205048"/>
                      <a:pt x="1231532" y="199506"/>
                    </a:cubicBezTo>
                    <a:cubicBezTo>
                      <a:pt x="1198281" y="188422"/>
                      <a:pt x="1160942" y="185697"/>
                      <a:pt x="1131779" y="166255"/>
                    </a:cubicBezTo>
                    <a:cubicBezTo>
                      <a:pt x="1002866" y="80313"/>
                      <a:pt x="1069936" y="112389"/>
                      <a:pt x="932274" y="66502"/>
                    </a:cubicBezTo>
                    <a:lnTo>
                      <a:pt x="782645" y="16626"/>
                    </a:lnTo>
                    <a:lnTo>
                      <a:pt x="732768" y="0"/>
                    </a:lnTo>
                    <a:cubicBezTo>
                      <a:pt x="481683" y="19315"/>
                      <a:pt x="585189" y="-6224"/>
                      <a:pt x="416885" y="49877"/>
                    </a:cubicBezTo>
                    <a:cubicBezTo>
                      <a:pt x="416880" y="49879"/>
                      <a:pt x="317137" y="83124"/>
                      <a:pt x="317132" y="83128"/>
                    </a:cubicBezTo>
                    <a:lnTo>
                      <a:pt x="217379" y="149629"/>
                    </a:lnTo>
                    <a:lnTo>
                      <a:pt x="167503" y="182880"/>
                    </a:lnTo>
                    <a:lnTo>
                      <a:pt x="101001" y="282633"/>
                    </a:lnTo>
                    <a:lnTo>
                      <a:pt x="67750" y="332509"/>
                    </a:lnTo>
                    <a:lnTo>
                      <a:pt x="34499" y="432262"/>
                    </a:lnTo>
                    <a:lnTo>
                      <a:pt x="17874" y="482139"/>
                    </a:lnTo>
                    <a:cubicBezTo>
                      <a:pt x="12332" y="543099"/>
                      <a:pt x="1248" y="603808"/>
                      <a:pt x="1248" y="665019"/>
                    </a:cubicBezTo>
                    <a:cubicBezTo>
                      <a:pt x="1248" y="834416"/>
                      <a:pt x="-9913" y="965865"/>
                      <a:pt x="34499" y="1113906"/>
                    </a:cubicBezTo>
                    <a:cubicBezTo>
                      <a:pt x="44570" y="1147477"/>
                      <a:pt x="56666" y="1180408"/>
                      <a:pt x="67750" y="1213659"/>
                    </a:cubicBezTo>
                    <a:lnTo>
                      <a:pt x="84376" y="1263535"/>
                    </a:lnTo>
                    <a:cubicBezTo>
                      <a:pt x="101701" y="1315511"/>
                      <a:pt x="118500" y="1380495"/>
                      <a:pt x="167503" y="1413164"/>
                    </a:cubicBezTo>
                    <a:lnTo>
                      <a:pt x="217379" y="1446415"/>
                    </a:lnTo>
                    <a:cubicBezTo>
                      <a:pt x="233347" y="1470366"/>
                      <a:pt x="280633" y="1512862"/>
                      <a:pt x="234005" y="1546168"/>
                    </a:cubicBezTo>
                    <a:cubicBezTo>
                      <a:pt x="205484" y="1566540"/>
                      <a:pt x="134252" y="1579419"/>
                      <a:pt x="134252" y="1579419"/>
                    </a:cubicBezTo>
                    <a:cubicBezTo>
                      <a:pt x="49051" y="1707219"/>
                      <a:pt x="74320" y="1639752"/>
                      <a:pt x="51125" y="1778924"/>
                    </a:cubicBezTo>
                    <a:cubicBezTo>
                      <a:pt x="54840" y="1823510"/>
                      <a:pt x="50420" y="1960392"/>
                      <a:pt x="84376" y="2028306"/>
                    </a:cubicBezTo>
                    <a:cubicBezTo>
                      <a:pt x="93312" y="2046178"/>
                      <a:pt x="103497" y="2064053"/>
                      <a:pt x="117626" y="2078182"/>
                    </a:cubicBezTo>
                    <a:cubicBezTo>
                      <a:pt x="131755" y="2092311"/>
                      <a:pt x="150877" y="2100349"/>
                      <a:pt x="167503" y="2111433"/>
                    </a:cubicBezTo>
                    <a:cubicBezTo>
                      <a:pt x="178587" y="2128058"/>
                      <a:pt x="185717" y="2148151"/>
                      <a:pt x="200754" y="2161309"/>
                    </a:cubicBezTo>
                    <a:cubicBezTo>
                      <a:pt x="230829" y="2187625"/>
                      <a:pt x="267255" y="2205644"/>
                      <a:pt x="300506" y="2227811"/>
                    </a:cubicBezTo>
                    <a:cubicBezTo>
                      <a:pt x="317132" y="2238895"/>
                      <a:pt x="330998" y="2256216"/>
                      <a:pt x="350383" y="2261062"/>
                    </a:cubicBezTo>
                    <a:lnTo>
                      <a:pt x="416885" y="2277688"/>
                    </a:lnTo>
                    <a:cubicBezTo>
                      <a:pt x="433510" y="2288772"/>
                      <a:pt x="447052" y="2307654"/>
                      <a:pt x="466761" y="2310939"/>
                    </a:cubicBezTo>
                    <a:cubicBezTo>
                      <a:pt x="484047" y="2313820"/>
                      <a:pt x="499112" y="2294313"/>
                      <a:pt x="516637" y="2294313"/>
                    </a:cubicBezTo>
                    <a:cubicBezTo>
                      <a:pt x="534162" y="2294313"/>
                      <a:pt x="549888" y="2305397"/>
                      <a:pt x="566514" y="2310939"/>
                    </a:cubicBezTo>
                    <a:lnTo>
                      <a:pt x="699517" y="2709949"/>
                    </a:lnTo>
                    <a:lnTo>
                      <a:pt x="749394" y="2859579"/>
                    </a:lnTo>
                    <a:cubicBezTo>
                      <a:pt x="749396" y="2859584"/>
                      <a:pt x="782642" y="2959327"/>
                      <a:pt x="782645" y="2959331"/>
                    </a:cubicBezTo>
                    <a:lnTo>
                      <a:pt x="849146" y="3059084"/>
                    </a:lnTo>
                    <a:cubicBezTo>
                      <a:pt x="860230" y="3075709"/>
                      <a:pt x="876078" y="3090004"/>
                      <a:pt x="882397" y="3108960"/>
                    </a:cubicBezTo>
                    <a:cubicBezTo>
                      <a:pt x="895919" y="3149526"/>
                      <a:pt x="900045" y="3176484"/>
                      <a:pt x="932274" y="3208713"/>
                    </a:cubicBezTo>
                    <a:cubicBezTo>
                      <a:pt x="946403" y="3222842"/>
                      <a:pt x="965525" y="3230880"/>
                      <a:pt x="982150" y="3241964"/>
                    </a:cubicBezTo>
                    <a:cubicBezTo>
                      <a:pt x="1022298" y="3302186"/>
                      <a:pt x="1032026" y="3301995"/>
                      <a:pt x="1032026" y="3391593"/>
                    </a:cubicBezTo>
                    <a:cubicBezTo>
                      <a:pt x="1032026" y="4081724"/>
                      <a:pt x="1062365" y="3904912"/>
                      <a:pt x="998776" y="4222866"/>
                    </a:cubicBezTo>
                    <a:cubicBezTo>
                      <a:pt x="993234" y="4389120"/>
                      <a:pt x="982150" y="4555282"/>
                      <a:pt x="982150" y="4721629"/>
                    </a:cubicBezTo>
                    <a:cubicBezTo>
                      <a:pt x="982150" y="4910132"/>
                      <a:pt x="985953" y="5098828"/>
                      <a:pt x="998776" y="5286895"/>
                    </a:cubicBezTo>
                    <a:cubicBezTo>
                      <a:pt x="1008686" y="5432250"/>
                      <a:pt x="1022457" y="5411343"/>
                      <a:pt x="1048652" y="5503026"/>
                    </a:cubicBezTo>
                    <a:cubicBezTo>
                      <a:pt x="1054929" y="5524996"/>
                      <a:pt x="1058711" y="5547642"/>
                      <a:pt x="1065277" y="5569528"/>
                    </a:cubicBezTo>
                    <a:cubicBezTo>
                      <a:pt x="1075348" y="5603099"/>
                      <a:pt x="1087444" y="5636029"/>
                      <a:pt x="1098528" y="5669280"/>
                    </a:cubicBezTo>
                    <a:lnTo>
                      <a:pt x="1148405" y="5818909"/>
                    </a:lnTo>
                    <a:lnTo>
                      <a:pt x="1181656" y="5918662"/>
                    </a:lnTo>
                    <a:cubicBezTo>
                      <a:pt x="1187198" y="5935288"/>
                      <a:pt x="1181655" y="5962997"/>
                      <a:pt x="1198281" y="5968539"/>
                    </a:cubicBezTo>
                    <a:lnTo>
                      <a:pt x="1248157" y="5985164"/>
                    </a:lnTo>
                    <a:cubicBezTo>
                      <a:pt x="1261679" y="5944599"/>
                      <a:pt x="1265806" y="5917640"/>
                      <a:pt x="1298034" y="5885411"/>
                    </a:cubicBezTo>
                    <a:cubicBezTo>
                      <a:pt x="1312163" y="5871282"/>
                      <a:pt x="1331285" y="5863244"/>
                      <a:pt x="1347910" y="5852160"/>
                    </a:cubicBezTo>
                    <a:cubicBezTo>
                      <a:pt x="1353452" y="5835535"/>
                      <a:pt x="1353588" y="5815968"/>
                      <a:pt x="1364536" y="5802284"/>
                    </a:cubicBezTo>
                    <a:cubicBezTo>
                      <a:pt x="1377018" y="5786681"/>
                      <a:pt x="1403822" y="5785977"/>
                      <a:pt x="1414412" y="5769033"/>
                    </a:cubicBezTo>
                    <a:cubicBezTo>
                      <a:pt x="1432988" y="5739311"/>
                      <a:pt x="1436579" y="5702531"/>
                      <a:pt x="1447663" y="5669280"/>
                    </a:cubicBezTo>
                    <a:cubicBezTo>
                      <a:pt x="1453982" y="5650324"/>
                      <a:pt x="1469830" y="5636029"/>
                      <a:pt x="1480914" y="5619404"/>
                    </a:cubicBezTo>
                    <a:cubicBezTo>
                      <a:pt x="1486456" y="5597237"/>
                      <a:pt x="1493058" y="5575308"/>
                      <a:pt x="1497539" y="5552902"/>
                    </a:cubicBezTo>
                    <a:cubicBezTo>
                      <a:pt x="1509076" y="5495215"/>
                      <a:pt x="1522802" y="5392686"/>
                      <a:pt x="1530790" y="5336771"/>
                    </a:cubicBezTo>
                    <a:cubicBezTo>
                      <a:pt x="1525248" y="4910051"/>
                      <a:pt x="1524445" y="4483243"/>
                      <a:pt x="1514165" y="4056611"/>
                    </a:cubicBezTo>
                    <a:cubicBezTo>
                      <a:pt x="1513353" y="4022911"/>
                      <a:pt x="1497539" y="3990568"/>
                      <a:pt x="1497539" y="3956859"/>
                    </a:cubicBezTo>
                    <a:cubicBezTo>
                      <a:pt x="1497539" y="3757276"/>
                      <a:pt x="1499945" y="3557417"/>
                      <a:pt x="1514165" y="3358342"/>
                    </a:cubicBezTo>
                    <a:cubicBezTo>
                      <a:pt x="1524444" y="3214439"/>
                      <a:pt x="1568574" y="3294865"/>
                      <a:pt x="1613917" y="3158837"/>
                    </a:cubicBezTo>
                    <a:cubicBezTo>
                      <a:pt x="1731477" y="2806156"/>
                      <a:pt x="1588414" y="3243845"/>
                      <a:pt x="1663794" y="2992582"/>
                    </a:cubicBezTo>
                    <a:cubicBezTo>
                      <a:pt x="1673866" y="2959011"/>
                      <a:pt x="1688544" y="2926832"/>
                      <a:pt x="1697045" y="2892829"/>
                    </a:cubicBezTo>
                    <a:cubicBezTo>
                      <a:pt x="1702587" y="2870662"/>
                      <a:pt x="1707393" y="2848298"/>
                      <a:pt x="1713670" y="2826328"/>
                    </a:cubicBezTo>
                    <a:cubicBezTo>
                      <a:pt x="1718485" y="2809477"/>
                      <a:pt x="1725482" y="2793302"/>
                      <a:pt x="1730296" y="2776451"/>
                    </a:cubicBezTo>
                    <a:cubicBezTo>
                      <a:pt x="1736573" y="2754481"/>
                      <a:pt x="1740644" y="2731919"/>
                      <a:pt x="1746921" y="2709949"/>
                    </a:cubicBezTo>
                    <a:cubicBezTo>
                      <a:pt x="1772616" y="2620013"/>
                      <a:pt x="1759892" y="2698627"/>
                      <a:pt x="1780172" y="2576946"/>
                    </a:cubicBezTo>
                    <a:cubicBezTo>
                      <a:pt x="1819898" y="2338593"/>
                      <a:pt x="1775182" y="2544534"/>
                      <a:pt x="1813423" y="2410691"/>
                    </a:cubicBezTo>
                    <a:cubicBezTo>
                      <a:pt x="1828686" y="2357272"/>
                      <a:pt x="1822802" y="2334809"/>
                      <a:pt x="1863299" y="2294313"/>
                    </a:cubicBezTo>
                    <a:cubicBezTo>
                      <a:pt x="1877428" y="2280184"/>
                      <a:pt x="1896550" y="2272146"/>
                      <a:pt x="1913176" y="2261062"/>
                    </a:cubicBezTo>
                    <a:cubicBezTo>
                      <a:pt x="2001839" y="2128065"/>
                      <a:pt x="1885470" y="2288766"/>
                      <a:pt x="1996303" y="2177935"/>
                    </a:cubicBezTo>
                    <a:cubicBezTo>
                      <a:pt x="2010432" y="2163806"/>
                      <a:pt x="2016762" y="2143409"/>
                      <a:pt x="2029554" y="2128059"/>
                    </a:cubicBezTo>
                    <a:cubicBezTo>
                      <a:pt x="2044606" y="2109997"/>
                      <a:pt x="2062805" y="2094808"/>
                      <a:pt x="2079430" y="2078182"/>
                    </a:cubicBezTo>
                    <a:lnTo>
                      <a:pt x="2112681" y="1978429"/>
                    </a:lnTo>
                    <a:lnTo>
                      <a:pt x="2129306" y="1928553"/>
                    </a:lnTo>
                    <a:cubicBezTo>
                      <a:pt x="2123764" y="1823258"/>
                      <a:pt x="2126927" y="1717143"/>
                      <a:pt x="2112681" y="1612669"/>
                    </a:cubicBezTo>
                    <a:cubicBezTo>
                      <a:pt x="2103899" y="1548267"/>
                      <a:pt x="2021360" y="1543436"/>
                      <a:pt x="1979677" y="1529542"/>
                    </a:cubicBezTo>
                    <a:lnTo>
                      <a:pt x="1929801" y="1512917"/>
                    </a:lnTo>
                    <a:cubicBezTo>
                      <a:pt x="1943323" y="1472350"/>
                      <a:pt x="1947447" y="1445393"/>
                      <a:pt x="1979677" y="1413164"/>
                    </a:cubicBezTo>
                    <a:cubicBezTo>
                      <a:pt x="1993806" y="1399035"/>
                      <a:pt x="2012928" y="1390997"/>
                      <a:pt x="2029554" y="1379913"/>
                    </a:cubicBezTo>
                    <a:cubicBezTo>
                      <a:pt x="2040638" y="1363288"/>
                      <a:pt x="2048676" y="1344166"/>
                      <a:pt x="2062805" y="1330037"/>
                    </a:cubicBezTo>
                    <a:cubicBezTo>
                      <a:pt x="2076934" y="1315908"/>
                      <a:pt x="2099523" y="1311823"/>
                      <a:pt x="2112681" y="1296786"/>
                    </a:cubicBezTo>
                    <a:cubicBezTo>
                      <a:pt x="2138997" y="1266711"/>
                      <a:pt x="2179183" y="1197033"/>
                      <a:pt x="2179183" y="1197033"/>
                    </a:cubicBezTo>
                    <a:cubicBezTo>
                      <a:pt x="2190267" y="1163782"/>
                      <a:pt x="2213564" y="1132311"/>
                      <a:pt x="2212434" y="1097280"/>
                    </a:cubicBezTo>
                    <a:cubicBezTo>
                      <a:pt x="2206892" y="925484"/>
                      <a:pt x="2209699" y="753214"/>
                      <a:pt x="2195808" y="581891"/>
                    </a:cubicBezTo>
                    <a:cubicBezTo>
                      <a:pt x="2192975" y="546956"/>
                      <a:pt x="2169430" y="516508"/>
                      <a:pt x="2162557" y="482139"/>
                    </a:cubicBezTo>
                    <a:cubicBezTo>
                      <a:pt x="2157015" y="454430"/>
                      <a:pt x="2150987" y="426813"/>
                      <a:pt x="2145932" y="399011"/>
                    </a:cubicBezTo>
                    <a:cubicBezTo>
                      <a:pt x="2140813" y="370855"/>
                      <a:pt x="2132485" y="285030"/>
                      <a:pt x="2112681" y="249382"/>
                    </a:cubicBezTo>
                    <a:cubicBezTo>
                      <a:pt x="2093274" y="214448"/>
                      <a:pt x="2084091" y="162266"/>
                      <a:pt x="2046179" y="149629"/>
                    </a:cubicBezTo>
                    <a:lnTo>
                      <a:pt x="1996303" y="133004"/>
                    </a:lnTo>
                    <a:cubicBezTo>
                      <a:pt x="1985219" y="116379"/>
                      <a:pt x="1977181" y="97257"/>
                      <a:pt x="1963052" y="83128"/>
                    </a:cubicBezTo>
                    <a:cubicBezTo>
                      <a:pt x="1948923" y="68999"/>
                      <a:pt x="1931048" y="58813"/>
                      <a:pt x="1913176" y="49877"/>
                    </a:cubicBezTo>
                    <a:cubicBezTo>
                      <a:pt x="1879092" y="32835"/>
                      <a:pt x="1811793" y="22950"/>
                      <a:pt x="1780172" y="16626"/>
                    </a:cubicBezTo>
                    <a:cubicBezTo>
                      <a:pt x="1732482" y="21395"/>
                      <a:pt x="1623959" y="19917"/>
                      <a:pt x="1564041" y="49877"/>
                    </a:cubicBezTo>
                    <a:cubicBezTo>
                      <a:pt x="1557031" y="53382"/>
                      <a:pt x="1577896" y="72044"/>
                      <a:pt x="1547416" y="99753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A9ED6F8A-D1A9-F348-A2BA-56E5078466DD}"/>
                  </a:ext>
                </a:extLst>
              </p:cNvPr>
              <p:cNvSpPr/>
              <p:nvPr/>
            </p:nvSpPr>
            <p:spPr>
              <a:xfrm flipH="1">
                <a:off x="923961" y="569259"/>
                <a:ext cx="2276439" cy="5985164"/>
              </a:xfrm>
              <a:custGeom>
                <a:avLst/>
                <a:gdLst>
                  <a:gd name="connsiteX0" fmla="*/ 1547416 w 2212473"/>
                  <a:gd name="connsiteY0" fmla="*/ 99753 h 5985164"/>
                  <a:gd name="connsiteX1" fmla="*/ 1381161 w 2212473"/>
                  <a:gd name="connsiteY1" fmla="*/ 216131 h 5985164"/>
                  <a:gd name="connsiteX2" fmla="*/ 1231532 w 2212473"/>
                  <a:gd name="connsiteY2" fmla="*/ 199506 h 5985164"/>
                  <a:gd name="connsiteX3" fmla="*/ 1131779 w 2212473"/>
                  <a:gd name="connsiteY3" fmla="*/ 166255 h 5985164"/>
                  <a:gd name="connsiteX4" fmla="*/ 932274 w 2212473"/>
                  <a:gd name="connsiteY4" fmla="*/ 66502 h 5985164"/>
                  <a:gd name="connsiteX5" fmla="*/ 782645 w 2212473"/>
                  <a:gd name="connsiteY5" fmla="*/ 16626 h 5985164"/>
                  <a:gd name="connsiteX6" fmla="*/ 732768 w 2212473"/>
                  <a:gd name="connsiteY6" fmla="*/ 0 h 5985164"/>
                  <a:gd name="connsiteX7" fmla="*/ 416885 w 2212473"/>
                  <a:gd name="connsiteY7" fmla="*/ 49877 h 5985164"/>
                  <a:gd name="connsiteX8" fmla="*/ 317132 w 2212473"/>
                  <a:gd name="connsiteY8" fmla="*/ 83128 h 5985164"/>
                  <a:gd name="connsiteX9" fmla="*/ 217379 w 2212473"/>
                  <a:gd name="connsiteY9" fmla="*/ 149629 h 5985164"/>
                  <a:gd name="connsiteX10" fmla="*/ 167503 w 2212473"/>
                  <a:gd name="connsiteY10" fmla="*/ 182880 h 5985164"/>
                  <a:gd name="connsiteX11" fmla="*/ 101001 w 2212473"/>
                  <a:gd name="connsiteY11" fmla="*/ 282633 h 5985164"/>
                  <a:gd name="connsiteX12" fmla="*/ 67750 w 2212473"/>
                  <a:gd name="connsiteY12" fmla="*/ 332509 h 5985164"/>
                  <a:gd name="connsiteX13" fmla="*/ 34499 w 2212473"/>
                  <a:gd name="connsiteY13" fmla="*/ 432262 h 5985164"/>
                  <a:gd name="connsiteX14" fmla="*/ 17874 w 2212473"/>
                  <a:gd name="connsiteY14" fmla="*/ 482139 h 5985164"/>
                  <a:gd name="connsiteX15" fmla="*/ 1248 w 2212473"/>
                  <a:gd name="connsiteY15" fmla="*/ 665019 h 5985164"/>
                  <a:gd name="connsiteX16" fmla="*/ 34499 w 2212473"/>
                  <a:gd name="connsiteY16" fmla="*/ 1113906 h 5985164"/>
                  <a:gd name="connsiteX17" fmla="*/ 67750 w 2212473"/>
                  <a:gd name="connsiteY17" fmla="*/ 1213659 h 5985164"/>
                  <a:gd name="connsiteX18" fmla="*/ 84376 w 2212473"/>
                  <a:gd name="connsiteY18" fmla="*/ 1263535 h 5985164"/>
                  <a:gd name="connsiteX19" fmla="*/ 167503 w 2212473"/>
                  <a:gd name="connsiteY19" fmla="*/ 1413164 h 5985164"/>
                  <a:gd name="connsiteX20" fmla="*/ 217379 w 2212473"/>
                  <a:gd name="connsiteY20" fmla="*/ 1446415 h 5985164"/>
                  <a:gd name="connsiteX21" fmla="*/ 234005 w 2212473"/>
                  <a:gd name="connsiteY21" fmla="*/ 1546168 h 5985164"/>
                  <a:gd name="connsiteX22" fmla="*/ 134252 w 2212473"/>
                  <a:gd name="connsiteY22" fmla="*/ 1579419 h 5985164"/>
                  <a:gd name="connsiteX23" fmla="*/ 51125 w 2212473"/>
                  <a:gd name="connsiteY23" fmla="*/ 1778924 h 5985164"/>
                  <a:gd name="connsiteX24" fmla="*/ 84376 w 2212473"/>
                  <a:gd name="connsiteY24" fmla="*/ 2028306 h 5985164"/>
                  <a:gd name="connsiteX25" fmla="*/ 117626 w 2212473"/>
                  <a:gd name="connsiteY25" fmla="*/ 2078182 h 5985164"/>
                  <a:gd name="connsiteX26" fmla="*/ 167503 w 2212473"/>
                  <a:gd name="connsiteY26" fmla="*/ 2111433 h 5985164"/>
                  <a:gd name="connsiteX27" fmla="*/ 200754 w 2212473"/>
                  <a:gd name="connsiteY27" fmla="*/ 2161309 h 5985164"/>
                  <a:gd name="connsiteX28" fmla="*/ 300506 w 2212473"/>
                  <a:gd name="connsiteY28" fmla="*/ 2227811 h 5985164"/>
                  <a:gd name="connsiteX29" fmla="*/ 350383 w 2212473"/>
                  <a:gd name="connsiteY29" fmla="*/ 2261062 h 5985164"/>
                  <a:gd name="connsiteX30" fmla="*/ 416885 w 2212473"/>
                  <a:gd name="connsiteY30" fmla="*/ 2277688 h 5985164"/>
                  <a:gd name="connsiteX31" fmla="*/ 466761 w 2212473"/>
                  <a:gd name="connsiteY31" fmla="*/ 2310939 h 5985164"/>
                  <a:gd name="connsiteX32" fmla="*/ 516637 w 2212473"/>
                  <a:gd name="connsiteY32" fmla="*/ 2294313 h 5985164"/>
                  <a:gd name="connsiteX33" fmla="*/ 566514 w 2212473"/>
                  <a:gd name="connsiteY33" fmla="*/ 2310939 h 5985164"/>
                  <a:gd name="connsiteX34" fmla="*/ 699517 w 2212473"/>
                  <a:gd name="connsiteY34" fmla="*/ 2709949 h 5985164"/>
                  <a:gd name="connsiteX35" fmla="*/ 749394 w 2212473"/>
                  <a:gd name="connsiteY35" fmla="*/ 2859579 h 5985164"/>
                  <a:gd name="connsiteX36" fmla="*/ 782645 w 2212473"/>
                  <a:gd name="connsiteY36" fmla="*/ 2959331 h 5985164"/>
                  <a:gd name="connsiteX37" fmla="*/ 849146 w 2212473"/>
                  <a:gd name="connsiteY37" fmla="*/ 3059084 h 5985164"/>
                  <a:gd name="connsiteX38" fmla="*/ 882397 w 2212473"/>
                  <a:gd name="connsiteY38" fmla="*/ 3108960 h 5985164"/>
                  <a:gd name="connsiteX39" fmla="*/ 932274 w 2212473"/>
                  <a:gd name="connsiteY39" fmla="*/ 3208713 h 5985164"/>
                  <a:gd name="connsiteX40" fmla="*/ 982150 w 2212473"/>
                  <a:gd name="connsiteY40" fmla="*/ 3241964 h 5985164"/>
                  <a:gd name="connsiteX41" fmla="*/ 1032026 w 2212473"/>
                  <a:gd name="connsiteY41" fmla="*/ 3391593 h 5985164"/>
                  <a:gd name="connsiteX42" fmla="*/ 998776 w 2212473"/>
                  <a:gd name="connsiteY42" fmla="*/ 4222866 h 5985164"/>
                  <a:gd name="connsiteX43" fmla="*/ 982150 w 2212473"/>
                  <a:gd name="connsiteY43" fmla="*/ 4721629 h 5985164"/>
                  <a:gd name="connsiteX44" fmla="*/ 998776 w 2212473"/>
                  <a:gd name="connsiteY44" fmla="*/ 5286895 h 5985164"/>
                  <a:gd name="connsiteX45" fmla="*/ 1048652 w 2212473"/>
                  <a:gd name="connsiteY45" fmla="*/ 5503026 h 5985164"/>
                  <a:gd name="connsiteX46" fmla="*/ 1065277 w 2212473"/>
                  <a:gd name="connsiteY46" fmla="*/ 5569528 h 5985164"/>
                  <a:gd name="connsiteX47" fmla="*/ 1098528 w 2212473"/>
                  <a:gd name="connsiteY47" fmla="*/ 5669280 h 5985164"/>
                  <a:gd name="connsiteX48" fmla="*/ 1148405 w 2212473"/>
                  <a:gd name="connsiteY48" fmla="*/ 5818909 h 5985164"/>
                  <a:gd name="connsiteX49" fmla="*/ 1181656 w 2212473"/>
                  <a:gd name="connsiteY49" fmla="*/ 5918662 h 5985164"/>
                  <a:gd name="connsiteX50" fmla="*/ 1198281 w 2212473"/>
                  <a:gd name="connsiteY50" fmla="*/ 5968539 h 5985164"/>
                  <a:gd name="connsiteX51" fmla="*/ 1248157 w 2212473"/>
                  <a:gd name="connsiteY51" fmla="*/ 5985164 h 5985164"/>
                  <a:gd name="connsiteX52" fmla="*/ 1298034 w 2212473"/>
                  <a:gd name="connsiteY52" fmla="*/ 5885411 h 5985164"/>
                  <a:gd name="connsiteX53" fmla="*/ 1347910 w 2212473"/>
                  <a:gd name="connsiteY53" fmla="*/ 5852160 h 5985164"/>
                  <a:gd name="connsiteX54" fmla="*/ 1364536 w 2212473"/>
                  <a:gd name="connsiteY54" fmla="*/ 5802284 h 5985164"/>
                  <a:gd name="connsiteX55" fmla="*/ 1414412 w 2212473"/>
                  <a:gd name="connsiteY55" fmla="*/ 5769033 h 5985164"/>
                  <a:gd name="connsiteX56" fmla="*/ 1447663 w 2212473"/>
                  <a:gd name="connsiteY56" fmla="*/ 5669280 h 5985164"/>
                  <a:gd name="connsiteX57" fmla="*/ 1480914 w 2212473"/>
                  <a:gd name="connsiteY57" fmla="*/ 5619404 h 5985164"/>
                  <a:gd name="connsiteX58" fmla="*/ 1497539 w 2212473"/>
                  <a:gd name="connsiteY58" fmla="*/ 5552902 h 5985164"/>
                  <a:gd name="connsiteX59" fmla="*/ 1530790 w 2212473"/>
                  <a:gd name="connsiteY59" fmla="*/ 5336771 h 5985164"/>
                  <a:gd name="connsiteX60" fmla="*/ 1514165 w 2212473"/>
                  <a:gd name="connsiteY60" fmla="*/ 4056611 h 5985164"/>
                  <a:gd name="connsiteX61" fmla="*/ 1497539 w 2212473"/>
                  <a:gd name="connsiteY61" fmla="*/ 3956859 h 5985164"/>
                  <a:gd name="connsiteX62" fmla="*/ 1514165 w 2212473"/>
                  <a:gd name="connsiteY62" fmla="*/ 3358342 h 5985164"/>
                  <a:gd name="connsiteX63" fmla="*/ 1613917 w 2212473"/>
                  <a:gd name="connsiteY63" fmla="*/ 3158837 h 5985164"/>
                  <a:gd name="connsiteX64" fmla="*/ 1663794 w 2212473"/>
                  <a:gd name="connsiteY64" fmla="*/ 2992582 h 5985164"/>
                  <a:gd name="connsiteX65" fmla="*/ 1697045 w 2212473"/>
                  <a:gd name="connsiteY65" fmla="*/ 2892829 h 5985164"/>
                  <a:gd name="connsiteX66" fmla="*/ 1713670 w 2212473"/>
                  <a:gd name="connsiteY66" fmla="*/ 2826328 h 5985164"/>
                  <a:gd name="connsiteX67" fmla="*/ 1730296 w 2212473"/>
                  <a:gd name="connsiteY67" fmla="*/ 2776451 h 5985164"/>
                  <a:gd name="connsiteX68" fmla="*/ 1746921 w 2212473"/>
                  <a:gd name="connsiteY68" fmla="*/ 2709949 h 5985164"/>
                  <a:gd name="connsiteX69" fmla="*/ 1780172 w 2212473"/>
                  <a:gd name="connsiteY69" fmla="*/ 2576946 h 5985164"/>
                  <a:gd name="connsiteX70" fmla="*/ 1813423 w 2212473"/>
                  <a:gd name="connsiteY70" fmla="*/ 2410691 h 5985164"/>
                  <a:gd name="connsiteX71" fmla="*/ 1863299 w 2212473"/>
                  <a:gd name="connsiteY71" fmla="*/ 2294313 h 5985164"/>
                  <a:gd name="connsiteX72" fmla="*/ 1913176 w 2212473"/>
                  <a:gd name="connsiteY72" fmla="*/ 2261062 h 5985164"/>
                  <a:gd name="connsiteX73" fmla="*/ 1996303 w 2212473"/>
                  <a:gd name="connsiteY73" fmla="*/ 2177935 h 5985164"/>
                  <a:gd name="connsiteX74" fmla="*/ 2029554 w 2212473"/>
                  <a:gd name="connsiteY74" fmla="*/ 2128059 h 5985164"/>
                  <a:gd name="connsiteX75" fmla="*/ 2079430 w 2212473"/>
                  <a:gd name="connsiteY75" fmla="*/ 2078182 h 5985164"/>
                  <a:gd name="connsiteX76" fmla="*/ 2112681 w 2212473"/>
                  <a:gd name="connsiteY76" fmla="*/ 1978429 h 5985164"/>
                  <a:gd name="connsiteX77" fmla="*/ 2129306 w 2212473"/>
                  <a:gd name="connsiteY77" fmla="*/ 1928553 h 5985164"/>
                  <a:gd name="connsiteX78" fmla="*/ 2112681 w 2212473"/>
                  <a:gd name="connsiteY78" fmla="*/ 1612669 h 5985164"/>
                  <a:gd name="connsiteX79" fmla="*/ 1979677 w 2212473"/>
                  <a:gd name="connsiteY79" fmla="*/ 1529542 h 5985164"/>
                  <a:gd name="connsiteX80" fmla="*/ 1929801 w 2212473"/>
                  <a:gd name="connsiteY80" fmla="*/ 1512917 h 5985164"/>
                  <a:gd name="connsiteX81" fmla="*/ 1979677 w 2212473"/>
                  <a:gd name="connsiteY81" fmla="*/ 1413164 h 5985164"/>
                  <a:gd name="connsiteX82" fmla="*/ 2029554 w 2212473"/>
                  <a:gd name="connsiteY82" fmla="*/ 1379913 h 5985164"/>
                  <a:gd name="connsiteX83" fmla="*/ 2062805 w 2212473"/>
                  <a:gd name="connsiteY83" fmla="*/ 1330037 h 5985164"/>
                  <a:gd name="connsiteX84" fmla="*/ 2112681 w 2212473"/>
                  <a:gd name="connsiteY84" fmla="*/ 1296786 h 5985164"/>
                  <a:gd name="connsiteX85" fmla="*/ 2179183 w 2212473"/>
                  <a:gd name="connsiteY85" fmla="*/ 1197033 h 5985164"/>
                  <a:gd name="connsiteX86" fmla="*/ 2212434 w 2212473"/>
                  <a:gd name="connsiteY86" fmla="*/ 1097280 h 5985164"/>
                  <a:gd name="connsiteX87" fmla="*/ 2195808 w 2212473"/>
                  <a:gd name="connsiteY87" fmla="*/ 581891 h 5985164"/>
                  <a:gd name="connsiteX88" fmla="*/ 2162557 w 2212473"/>
                  <a:gd name="connsiteY88" fmla="*/ 482139 h 5985164"/>
                  <a:gd name="connsiteX89" fmla="*/ 2145932 w 2212473"/>
                  <a:gd name="connsiteY89" fmla="*/ 399011 h 5985164"/>
                  <a:gd name="connsiteX90" fmla="*/ 2112681 w 2212473"/>
                  <a:gd name="connsiteY90" fmla="*/ 249382 h 5985164"/>
                  <a:gd name="connsiteX91" fmla="*/ 2046179 w 2212473"/>
                  <a:gd name="connsiteY91" fmla="*/ 149629 h 5985164"/>
                  <a:gd name="connsiteX92" fmla="*/ 1996303 w 2212473"/>
                  <a:gd name="connsiteY92" fmla="*/ 133004 h 5985164"/>
                  <a:gd name="connsiteX93" fmla="*/ 1963052 w 2212473"/>
                  <a:gd name="connsiteY93" fmla="*/ 83128 h 5985164"/>
                  <a:gd name="connsiteX94" fmla="*/ 1913176 w 2212473"/>
                  <a:gd name="connsiteY94" fmla="*/ 49877 h 5985164"/>
                  <a:gd name="connsiteX95" fmla="*/ 1780172 w 2212473"/>
                  <a:gd name="connsiteY95" fmla="*/ 16626 h 5985164"/>
                  <a:gd name="connsiteX96" fmla="*/ 1564041 w 2212473"/>
                  <a:gd name="connsiteY96" fmla="*/ 49877 h 5985164"/>
                  <a:gd name="connsiteX97" fmla="*/ 1547416 w 2212473"/>
                  <a:gd name="connsiteY97" fmla="*/ 99753 h 5985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</a:cxnLst>
                <a:rect l="l" t="t" r="r" b="b"/>
                <a:pathLst>
                  <a:path w="2212473" h="5985164">
                    <a:moveTo>
                      <a:pt x="1547416" y="99753"/>
                    </a:moveTo>
                    <a:cubicBezTo>
                      <a:pt x="1516936" y="127462"/>
                      <a:pt x="1441263" y="216131"/>
                      <a:pt x="1381161" y="216131"/>
                    </a:cubicBezTo>
                    <a:cubicBezTo>
                      <a:pt x="1330978" y="216131"/>
                      <a:pt x="1281408" y="205048"/>
                      <a:pt x="1231532" y="199506"/>
                    </a:cubicBezTo>
                    <a:cubicBezTo>
                      <a:pt x="1198281" y="188422"/>
                      <a:pt x="1160942" y="185697"/>
                      <a:pt x="1131779" y="166255"/>
                    </a:cubicBezTo>
                    <a:cubicBezTo>
                      <a:pt x="1002866" y="80313"/>
                      <a:pt x="1069936" y="112389"/>
                      <a:pt x="932274" y="66502"/>
                    </a:cubicBezTo>
                    <a:lnTo>
                      <a:pt x="782645" y="16626"/>
                    </a:lnTo>
                    <a:lnTo>
                      <a:pt x="732768" y="0"/>
                    </a:lnTo>
                    <a:cubicBezTo>
                      <a:pt x="481683" y="19315"/>
                      <a:pt x="585189" y="-6224"/>
                      <a:pt x="416885" y="49877"/>
                    </a:cubicBezTo>
                    <a:cubicBezTo>
                      <a:pt x="416880" y="49879"/>
                      <a:pt x="317137" y="83124"/>
                      <a:pt x="317132" y="83128"/>
                    </a:cubicBezTo>
                    <a:lnTo>
                      <a:pt x="217379" y="149629"/>
                    </a:lnTo>
                    <a:lnTo>
                      <a:pt x="167503" y="182880"/>
                    </a:lnTo>
                    <a:lnTo>
                      <a:pt x="101001" y="282633"/>
                    </a:lnTo>
                    <a:lnTo>
                      <a:pt x="67750" y="332509"/>
                    </a:lnTo>
                    <a:lnTo>
                      <a:pt x="34499" y="432262"/>
                    </a:lnTo>
                    <a:lnTo>
                      <a:pt x="17874" y="482139"/>
                    </a:lnTo>
                    <a:cubicBezTo>
                      <a:pt x="12332" y="543099"/>
                      <a:pt x="1248" y="603808"/>
                      <a:pt x="1248" y="665019"/>
                    </a:cubicBezTo>
                    <a:cubicBezTo>
                      <a:pt x="1248" y="834416"/>
                      <a:pt x="-9913" y="965865"/>
                      <a:pt x="34499" y="1113906"/>
                    </a:cubicBezTo>
                    <a:cubicBezTo>
                      <a:pt x="44570" y="1147477"/>
                      <a:pt x="56666" y="1180408"/>
                      <a:pt x="67750" y="1213659"/>
                    </a:cubicBezTo>
                    <a:lnTo>
                      <a:pt x="84376" y="1263535"/>
                    </a:lnTo>
                    <a:cubicBezTo>
                      <a:pt x="101701" y="1315511"/>
                      <a:pt x="118500" y="1380495"/>
                      <a:pt x="167503" y="1413164"/>
                    </a:cubicBezTo>
                    <a:lnTo>
                      <a:pt x="217379" y="1446415"/>
                    </a:lnTo>
                    <a:cubicBezTo>
                      <a:pt x="233347" y="1470366"/>
                      <a:pt x="280633" y="1512862"/>
                      <a:pt x="234005" y="1546168"/>
                    </a:cubicBezTo>
                    <a:cubicBezTo>
                      <a:pt x="205484" y="1566540"/>
                      <a:pt x="134252" y="1579419"/>
                      <a:pt x="134252" y="1579419"/>
                    </a:cubicBezTo>
                    <a:cubicBezTo>
                      <a:pt x="49051" y="1707219"/>
                      <a:pt x="74320" y="1639752"/>
                      <a:pt x="51125" y="1778924"/>
                    </a:cubicBezTo>
                    <a:cubicBezTo>
                      <a:pt x="54840" y="1823510"/>
                      <a:pt x="50420" y="1960392"/>
                      <a:pt x="84376" y="2028306"/>
                    </a:cubicBezTo>
                    <a:cubicBezTo>
                      <a:pt x="93312" y="2046178"/>
                      <a:pt x="103497" y="2064053"/>
                      <a:pt x="117626" y="2078182"/>
                    </a:cubicBezTo>
                    <a:cubicBezTo>
                      <a:pt x="131755" y="2092311"/>
                      <a:pt x="150877" y="2100349"/>
                      <a:pt x="167503" y="2111433"/>
                    </a:cubicBezTo>
                    <a:cubicBezTo>
                      <a:pt x="178587" y="2128058"/>
                      <a:pt x="185717" y="2148151"/>
                      <a:pt x="200754" y="2161309"/>
                    </a:cubicBezTo>
                    <a:cubicBezTo>
                      <a:pt x="230829" y="2187625"/>
                      <a:pt x="267255" y="2205644"/>
                      <a:pt x="300506" y="2227811"/>
                    </a:cubicBezTo>
                    <a:cubicBezTo>
                      <a:pt x="317132" y="2238895"/>
                      <a:pt x="330998" y="2256216"/>
                      <a:pt x="350383" y="2261062"/>
                    </a:cubicBezTo>
                    <a:lnTo>
                      <a:pt x="416885" y="2277688"/>
                    </a:lnTo>
                    <a:cubicBezTo>
                      <a:pt x="433510" y="2288772"/>
                      <a:pt x="447052" y="2307654"/>
                      <a:pt x="466761" y="2310939"/>
                    </a:cubicBezTo>
                    <a:cubicBezTo>
                      <a:pt x="484047" y="2313820"/>
                      <a:pt x="499112" y="2294313"/>
                      <a:pt x="516637" y="2294313"/>
                    </a:cubicBezTo>
                    <a:cubicBezTo>
                      <a:pt x="534162" y="2294313"/>
                      <a:pt x="549888" y="2305397"/>
                      <a:pt x="566514" y="2310939"/>
                    </a:cubicBezTo>
                    <a:lnTo>
                      <a:pt x="699517" y="2709949"/>
                    </a:lnTo>
                    <a:lnTo>
                      <a:pt x="749394" y="2859579"/>
                    </a:lnTo>
                    <a:cubicBezTo>
                      <a:pt x="749396" y="2859584"/>
                      <a:pt x="782642" y="2959327"/>
                      <a:pt x="782645" y="2959331"/>
                    </a:cubicBezTo>
                    <a:lnTo>
                      <a:pt x="849146" y="3059084"/>
                    </a:lnTo>
                    <a:cubicBezTo>
                      <a:pt x="860230" y="3075709"/>
                      <a:pt x="876078" y="3090004"/>
                      <a:pt x="882397" y="3108960"/>
                    </a:cubicBezTo>
                    <a:cubicBezTo>
                      <a:pt x="895919" y="3149526"/>
                      <a:pt x="900045" y="3176484"/>
                      <a:pt x="932274" y="3208713"/>
                    </a:cubicBezTo>
                    <a:cubicBezTo>
                      <a:pt x="946403" y="3222842"/>
                      <a:pt x="965525" y="3230880"/>
                      <a:pt x="982150" y="3241964"/>
                    </a:cubicBezTo>
                    <a:cubicBezTo>
                      <a:pt x="1022298" y="3302186"/>
                      <a:pt x="1032026" y="3301995"/>
                      <a:pt x="1032026" y="3391593"/>
                    </a:cubicBezTo>
                    <a:cubicBezTo>
                      <a:pt x="1032026" y="4081724"/>
                      <a:pt x="1062365" y="3904912"/>
                      <a:pt x="998776" y="4222866"/>
                    </a:cubicBezTo>
                    <a:cubicBezTo>
                      <a:pt x="993234" y="4389120"/>
                      <a:pt x="982150" y="4555282"/>
                      <a:pt x="982150" y="4721629"/>
                    </a:cubicBezTo>
                    <a:cubicBezTo>
                      <a:pt x="982150" y="4910132"/>
                      <a:pt x="985953" y="5098828"/>
                      <a:pt x="998776" y="5286895"/>
                    </a:cubicBezTo>
                    <a:cubicBezTo>
                      <a:pt x="1008686" y="5432250"/>
                      <a:pt x="1022457" y="5411343"/>
                      <a:pt x="1048652" y="5503026"/>
                    </a:cubicBezTo>
                    <a:cubicBezTo>
                      <a:pt x="1054929" y="5524996"/>
                      <a:pt x="1058711" y="5547642"/>
                      <a:pt x="1065277" y="5569528"/>
                    </a:cubicBezTo>
                    <a:cubicBezTo>
                      <a:pt x="1075348" y="5603099"/>
                      <a:pt x="1087444" y="5636029"/>
                      <a:pt x="1098528" y="5669280"/>
                    </a:cubicBezTo>
                    <a:lnTo>
                      <a:pt x="1148405" y="5818909"/>
                    </a:lnTo>
                    <a:lnTo>
                      <a:pt x="1181656" y="5918662"/>
                    </a:lnTo>
                    <a:cubicBezTo>
                      <a:pt x="1187198" y="5935288"/>
                      <a:pt x="1181655" y="5962997"/>
                      <a:pt x="1198281" y="5968539"/>
                    </a:cubicBezTo>
                    <a:lnTo>
                      <a:pt x="1248157" y="5985164"/>
                    </a:lnTo>
                    <a:cubicBezTo>
                      <a:pt x="1261679" y="5944599"/>
                      <a:pt x="1265806" y="5917640"/>
                      <a:pt x="1298034" y="5885411"/>
                    </a:cubicBezTo>
                    <a:cubicBezTo>
                      <a:pt x="1312163" y="5871282"/>
                      <a:pt x="1331285" y="5863244"/>
                      <a:pt x="1347910" y="5852160"/>
                    </a:cubicBezTo>
                    <a:cubicBezTo>
                      <a:pt x="1353452" y="5835535"/>
                      <a:pt x="1353588" y="5815968"/>
                      <a:pt x="1364536" y="5802284"/>
                    </a:cubicBezTo>
                    <a:cubicBezTo>
                      <a:pt x="1377018" y="5786681"/>
                      <a:pt x="1403822" y="5785977"/>
                      <a:pt x="1414412" y="5769033"/>
                    </a:cubicBezTo>
                    <a:cubicBezTo>
                      <a:pt x="1432988" y="5739311"/>
                      <a:pt x="1436579" y="5702531"/>
                      <a:pt x="1447663" y="5669280"/>
                    </a:cubicBezTo>
                    <a:cubicBezTo>
                      <a:pt x="1453982" y="5650324"/>
                      <a:pt x="1469830" y="5636029"/>
                      <a:pt x="1480914" y="5619404"/>
                    </a:cubicBezTo>
                    <a:cubicBezTo>
                      <a:pt x="1486456" y="5597237"/>
                      <a:pt x="1493058" y="5575308"/>
                      <a:pt x="1497539" y="5552902"/>
                    </a:cubicBezTo>
                    <a:cubicBezTo>
                      <a:pt x="1509076" y="5495215"/>
                      <a:pt x="1522802" y="5392686"/>
                      <a:pt x="1530790" y="5336771"/>
                    </a:cubicBezTo>
                    <a:cubicBezTo>
                      <a:pt x="1525248" y="4910051"/>
                      <a:pt x="1524445" y="4483243"/>
                      <a:pt x="1514165" y="4056611"/>
                    </a:cubicBezTo>
                    <a:cubicBezTo>
                      <a:pt x="1513353" y="4022911"/>
                      <a:pt x="1497539" y="3990568"/>
                      <a:pt x="1497539" y="3956859"/>
                    </a:cubicBezTo>
                    <a:cubicBezTo>
                      <a:pt x="1497539" y="3757276"/>
                      <a:pt x="1499945" y="3557417"/>
                      <a:pt x="1514165" y="3358342"/>
                    </a:cubicBezTo>
                    <a:cubicBezTo>
                      <a:pt x="1524444" y="3214439"/>
                      <a:pt x="1568574" y="3294865"/>
                      <a:pt x="1613917" y="3158837"/>
                    </a:cubicBezTo>
                    <a:cubicBezTo>
                      <a:pt x="1731477" y="2806156"/>
                      <a:pt x="1588414" y="3243845"/>
                      <a:pt x="1663794" y="2992582"/>
                    </a:cubicBezTo>
                    <a:cubicBezTo>
                      <a:pt x="1673866" y="2959011"/>
                      <a:pt x="1688544" y="2926832"/>
                      <a:pt x="1697045" y="2892829"/>
                    </a:cubicBezTo>
                    <a:cubicBezTo>
                      <a:pt x="1702587" y="2870662"/>
                      <a:pt x="1707393" y="2848298"/>
                      <a:pt x="1713670" y="2826328"/>
                    </a:cubicBezTo>
                    <a:cubicBezTo>
                      <a:pt x="1718485" y="2809477"/>
                      <a:pt x="1725482" y="2793302"/>
                      <a:pt x="1730296" y="2776451"/>
                    </a:cubicBezTo>
                    <a:cubicBezTo>
                      <a:pt x="1736573" y="2754481"/>
                      <a:pt x="1740644" y="2731919"/>
                      <a:pt x="1746921" y="2709949"/>
                    </a:cubicBezTo>
                    <a:cubicBezTo>
                      <a:pt x="1772616" y="2620013"/>
                      <a:pt x="1759892" y="2698627"/>
                      <a:pt x="1780172" y="2576946"/>
                    </a:cubicBezTo>
                    <a:cubicBezTo>
                      <a:pt x="1819898" y="2338593"/>
                      <a:pt x="1775182" y="2544534"/>
                      <a:pt x="1813423" y="2410691"/>
                    </a:cubicBezTo>
                    <a:cubicBezTo>
                      <a:pt x="1828686" y="2357272"/>
                      <a:pt x="1822802" y="2334809"/>
                      <a:pt x="1863299" y="2294313"/>
                    </a:cubicBezTo>
                    <a:cubicBezTo>
                      <a:pt x="1877428" y="2280184"/>
                      <a:pt x="1896550" y="2272146"/>
                      <a:pt x="1913176" y="2261062"/>
                    </a:cubicBezTo>
                    <a:cubicBezTo>
                      <a:pt x="2001839" y="2128065"/>
                      <a:pt x="1885470" y="2288766"/>
                      <a:pt x="1996303" y="2177935"/>
                    </a:cubicBezTo>
                    <a:cubicBezTo>
                      <a:pt x="2010432" y="2163806"/>
                      <a:pt x="2016762" y="2143409"/>
                      <a:pt x="2029554" y="2128059"/>
                    </a:cubicBezTo>
                    <a:cubicBezTo>
                      <a:pt x="2044606" y="2109997"/>
                      <a:pt x="2062805" y="2094808"/>
                      <a:pt x="2079430" y="2078182"/>
                    </a:cubicBezTo>
                    <a:lnTo>
                      <a:pt x="2112681" y="1978429"/>
                    </a:lnTo>
                    <a:lnTo>
                      <a:pt x="2129306" y="1928553"/>
                    </a:lnTo>
                    <a:cubicBezTo>
                      <a:pt x="2123764" y="1823258"/>
                      <a:pt x="2126927" y="1717143"/>
                      <a:pt x="2112681" y="1612669"/>
                    </a:cubicBezTo>
                    <a:cubicBezTo>
                      <a:pt x="2103899" y="1548267"/>
                      <a:pt x="2021360" y="1543436"/>
                      <a:pt x="1979677" y="1529542"/>
                    </a:cubicBezTo>
                    <a:lnTo>
                      <a:pt x="1929801" y="1512917"/>
                    </a:lnTo>
                    <a:cubicBezTo>
                      <a:pt x="1943323" y="1472350"/>
                      <a:pt x="1947447" y="1445393"/>
                      <a:pt x="1979677" y="1413164"/>
                    </a:cubicBezTo>
                    <a:cubicBezTo>
                      <a:pt x="1993806" y="1399035"/>
                      <a:pt x="2012928" y="1390997"/>
                      <a:pt x="2029554" y="1379913"/>
                    </a:cubicBezTo>
                    <a:cubicBezTo>
                      <a:pt x="2040638" y="1363288"/>
                      <a:pt x="2048676" y="1344166"/>
                      <a:pt x="2062805" y="1330037"/>
                    </a:cubicBezTo>
                    <a:cubicBezTo>
                      <a:pt x="2076934" y="1315908"/>
                      <a:pt x="2099523" y="1311823"/>
                      <a:pt x="2112681" y="1296786"/>
                    </a:cubicBezTo>
                    <a:cubicBezTo>
                      <a:pt x="2138997" y="1266711"/>
                      <a:pt x="2179183" y="1197033"/>
                      <a:pt x="2179183" y="1197033"/>
                    </a:cubicBezTo>
                    <a:cubicBezTo>
                      <a:pt x="2190267" y="1163782"/>
                      <a:pt x="2213564" y="1132311"/>
                      <a:pt x="2212434" y="1097280"/>
                    </a:cubicBezTo>
                    <a:cubicBezTo>
                      <a:pt x="2206892" y="925484"/>
                      <a:pt x="2209699" y="753214"/>
                      <a:pt x="2195808" y="581891"/>
                    </a:cubicBezTo>
                    <a:cubicBezTo>
                      <a:pt x="2192975" y="546956"/>
                      <a:pt x="2169430" y="516508"/>
                      <a:pt x="2162557" y="482139"/>
                    </a:cubicBezTo>
                    <a:cubicBezTo>
                      <a:pt x="2157015" y="454430"/>
                      <a:pt x="2150987" y="426813"/>
                      <a:pt x="2145932" y="399011"/>
                    </a:cubicBezTo>
                    <a:cubicBezTo>
                      <a:pt x="2140813" y="370855"/>
                      <a:pt x="2132485" y="285030"/>
                      <a:pt x="2112681" y="249382"/>
                    </a:cubicBezTo>
                    <a:cubicBezTo>
                      <a:pt x="2093274" y="214448"/>
                      <a:pt x="2084091" y="162266"/>
                      <a:pt x="2046179" y="149629"/>
                    </a:cubicBezTo>
                    <a:lnTo>
                      <a:pt x="1996303" y="133004"/>
                    </a:lnTo>
                    <a:cubicBezTo>
                      <a:pt x="1985219" y="116379"/>
                      <a:pt x="1977181" y="97257"/>
                      <a:pt x="1963052" y="83128"/>
                    </a:cubicBezTo>
                    <a:cubicBezTo>
                      <a:pt x="1948923" y="68999"/>
                      <a:pt x="1931048" y="58813"/>
                      <a:pt x="1913176" y="49877"/>
                    </a:cubicBezTo>
                    <a:cubicBezTo>
                      <a:pt x="1879092" y="32835"/>
                      <a:pt x="1811793" y="22950"/>
                      <a:pt x="1780172" y="16626"/>
                    </a:cubicBezTo>
                    <a:cubicBezTo>
                      <a:pt x="1732482" y="21395"/>
                      <a:pt x="1623959" y="19917"/>
                      <a:pt x="1564041" y="49877"/>
                    </a:cubicBezTo>
                    <a:cubicBezTo>
                      <a:pt x="1557031" y="53382"/>
                      <a:pt x="1577896" y="72044"/>
                      <a:pt x="1547416" y="99753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9C38B6C5-E997-B448-9F09-103D54FC3F0D}"/>
                  </a:ext>
                </a:extLst>
              </p:cNvPr>
              <p:cNvSpPr/>
              <p:nvPr/>
            </p:nvSpPr>
            <p:spPr>
              <a:xfrm>
                <a:off x="812998" y="560469"/>
                <a:ext cx="1313030" cy="1700023"/>
              </a:xfrm>
              <a:custGeom>
                <a:avLst/>
                <a:gdLst>
                  <a:gd name="connsiteX0" fmla="*/ 1312866 w 1313030"/>
                  <a:gd name="connsiteY0" fmla="*/ 219324 h 1700023"/>
                  <a:gd name="connsiteX1" fmla="*/ 1275733 w 1313030"/>
                  <a:gd name="connsiteY1" fmla="*/ 214682 h 1700023"/>
                  <a:gd name="connsiteX2" fmla="*/ 1247883 w 1313030"/>
                  <a:gd name="connsiteY2" fmla="*/ 210041 h 1700023"/>
                  <a:gd name="connsiteX3" fmla="*/ 1192184 w 1313030"/>
                  <a:gd name="connsiteY3" fmla="*/ 205399 h 1700023"/>
                  <a:gd name="connsiteX4" fmla="*/ 1034368 w 1313030"/>
                  <a:gd name="connsiteY4" fmla="*/ 200757 h 1700023"/>
                  <a:gd name="connsiteX5" fmla="*/ 1015802 w 1313030"/>
                  <a:gd name="connsiteY5" fmla="*/ 196116 h 1700023"/>
                  <a:gd name="connsiteX6" fmla="*/ 987952 w 1313030"/>
                  <a:gd name="connsiteY6" fmla="*/ 186833 h 1700023"/>
                  <a:gd name="connsiteX7" fmla="*/ 974027 w 1313030"/>
                  <a:gd name="connsiteY7" fmla="*/ 177549 h 1700023"/>
                  <a:gd name="connsiteX8" fmla="*/ 922970 w 1313030"/>
                  <a:gd name="connsiteY8" fmla="*/ 163624 h 1700023"/>
                  <a:gd name="connsiteX9" fmla="*/ 913686 w 1313030"/>
                  <a:gd name="connsiteY9" fmla="*/ 154341 h 1700023"/>
                  <a:gd name="connsiteX10" fmla="*/ 904403 w 1313030"/>
                  <a:gd name="connsiteY10" fmla="*/ 140416 h 1700023"/>
                  <a:gd name="connsiteX11" fmla="*/ 890478 w 1313030"/>
                  <a:gd name="connsiteY11" fmla="*/ 131133 h 1700023"/>
                  <a:gd name="connsiteX12" fmla="*/ 881195 w 1313030"/>
                  <a:gd name="connsiteY12" fmla="*/ 117208 h 1700023"/>
                  <a:gd name="connsiteX13" fmla="*/ 853345 w 1313030"/>
                  <a:gd name="connsiteY13" fmla="*/ 107925 h 1700023"/>
                  <a:gd name="connsiteX14" fmla="*/ 839420 w 1313030"/>
                  <a:gd name="connsiteY14" fmla="*/ 103283 h 1700023"/>
                  <a:gd name="connsiteX15" fmla="*/ 797646 w 1313030"/>
                  <a:gd name="connsiteY15" fmla="*/ 80075 h 1700023"/>
                  <a:gd name="connsiteX16" fmla="*/ 760513 w 1313030"/>
                  <a:gd name="connsiteY16" fmla="*/ 61509 h 1700023"/>
                  <a:gd name="connsiteX17" fmla="*/ 732663 w 1313030"/>
                  <a:gd name="connsiteY17" fmla="*/ 52225 h 1700023"/>
                  <a:gd name="connsiteX18" fmla="*/ 700172 w 1313030"/>
                  <a:gd name="connsiteY18" fmla="*/ 42942 h 1700023"/>
                  <a:gd name="connsiteX19" fmla="*/ 639830 w 1313030"/>
                  <a:gd name="connsiteY19" fmla="*/ 33659 h 1700023"/>
                  <a:gd name="connsiteX20" fmla="*/ 602697 w 1313030"/>
                  <a:gd name="connsiteY20" fmla="*/ 24376 h 1700023"/>
                  <a:gd name="connsiteX21" fmla="*/ 556281 w 1313030"/>
                  <a:gd name="connsiteY21" fmla="*/ 15092 h 1700023"/>
                  <a:gd name="connsiteX22" fmla="*/ 542356 w 1313030"/>
                  <a:gd name="connsiteY22" fmla="*/ 5809 h 1700023"/>
                  <a:gd name="connsiteX23" fmla="*/ 435599 w 1313030"/>
                  <a:gd name="connsiteY23" fmla="*/ 5809 h 1700023"/>
                  <a:gd name="connsiteX24" fmla="*/ 407749 w 1313030"/>
                  <a:gd name="connsiteY24" fmla="*/ 15092 h 1700023"/>
                  <a:gd name="connsiteX25" fmla="*/ 393824 w 1313030"/>
                  <a:gd name="connsiteY25" fmla="*/ 19734 h 1700023"/>
                  <a:gd name="connsiteX26" fmla="*/ 338125 w 1313030"/>
                  <a:gd name="connsiteY26" fmla="*/ 33659 h 1700023"/>
                  <a:gd name="connsiteX27" fmla="*/ 310275 w 1313030"/>
                  <a:gd name="connsiteY27" fmla="*/ 52225 h 1700023"/>
                  <a:gd name="connsiteX28" fmla="*/ 291709 w 1313030"/>
                  <a:gd name="connsiteY28" fmla="*/ 75434 h 1700023"/>
                  <a:gd name="connsiteX29" fmla="*/ 277784 w 1313030"/>
                  <a:gd name="connsiteY29" fmla="*/ 80075 h 1700023"/>
                  <a:gd name="connsiteX30" fmla="*/ 254576 w 1313030"/>
                  <a:gd name="connsiteY30" fmla="*/ 98642 h 1700023"/>
                  <a:gd name="connsiteX31" fmla="*/ 245292 w 1313030"/>
                  <a:gd name="connsiteY31" fmla="*/ 107925 h 1700023"/>
                  <a:gd name="connsiteX32" fmla="*/ 217443 w 1313030"/>
                  <a:gd name="connsiteY32" fmla="*/ 121850 h 1700023"/>
                  <a:gd name="connsiteX33" fmla="*/ 198876 w 1313030"/>
                  <a:gd name="connsiteY33" fmla="*/ 145058 h 1700023"/>
                  <a:gd name="connsiteX34" fmla="*/ 184951 w 1313030"/>
                  <a:gd name="connsiteY34" fmla="*/ 154341 h 1700023"/>
                  <a:gd name="connsiteX35" fmla="*/ 166385 w 1313030"/>
                  <a:gd name="connsiteY35" fmla="*/ 172908 h 1700023"/>
                  <a:gd name="connsiteX36" fmla="*/ 143177 w 1313030"/>
                  <a:gd name="connsiteY36" fmla="*/ 196116 h 1700023"/>
                  <a:gd name="connsiteX37" fmla="*/ 133893 w 1313030"/>
                  <a:gd name="connsiteY37" fmla="*/ 205399 h 1700023"/>
                  <a:gd name="connsiteX38" fmla="*/ 119968 w 1313030"/>
                  <a:gd name="connsiteY38" fmla="*/ 219324 h 1700023"/>
                  <a:gd name="connsiteX39" fmla="*/ 101402 w 1313030"/>
                  <a:gd name="connsiteY39" fmla="*/ 247174 h 1700023"/>
                  <a:gd name="connsiteX40" fmla="*/ 92119 w 1313030"/>
                  <a:gd name="connsiteY40" fmla="*/ 261099 h 1700023"/>
                  <a:gd name="connsiteX41" fmla="*/ 68911 w 1313030"/>
                  <a:gd name="connsiteY41" fmla="*/ 284307 h 1700023"/>
                  <a:gd name="connsiteX42" fmla="*/ 54986 w 1313030"/>
                  <a:gd name="connsiteY42" fmla="*/ 326081 h 1700023"/>
                  <a:gd name="connsiteX43" fmla="*/ 50344 w 1313030"/>
                  <a:gd name="connsiteY43" fmla="*/ 340006 h 1700023"/>
                  <a:gd name="connsiteX44" fmla="*/ 45703 w 1313030"/>
                  <a:gd name="connsiteY44" fmla="*/ 358573 h 1700023"/>
                  <a:gd name="connsiteX45" fmla="*/ 31778 w 1313030"/>
                  <a:gd name="connsiteY45" fmla="*/ 400347 h 1700023"/>
                  <a:gd name="connsiteX46" fmla="*/ 27136 w 1313030"/>
                  <a:gd name="connsiteY46" fmla="*/ 414272 h 1700023"/>
                  <a:gd name="connsiteX47" fmla="*/ 22494 w 1313030"/>
                  <a:gd name="connsiteY47" fmla="*/ 432839 h 1700023"/>
                  <a:gd name="connsiteX48" fmla="*/ 17853 w 1313030"/>
                  <a:gd name="connsiteY48" fmla="*/ 446763 h 1700023"/>
                  <a:gd name="connsiteX49" fmla="*/ 8570 w 1313030"/>
                  <a:gd name="connsiteY49" fmla="*/ 488538 h 1700023"/>
                  <a:gd name="connsiteX50" fmla="*/ 8570 w 1313030"/>
                  <a:gd name="connsiteY50" fmla="*/ 743827 h 1700023"/>
                  <a:gd name="connsiteX51" fmla="*/ 22494 w 1313030"/>
                  <a:gd name="connsiteY51" fmla="*/ 813452 h 1700023"/>
                  <a:gd name="connsiteX52" fmla="*/ 27136 w 1313030"/>
                  <a:gd name="connsiteY52" fmla="*/ 827377 h 1700023"/>
                  <a:gd name="connsiteX53" fmla="*/ 31778 w 1313030"/>
                  <a:gd name="connsiteY53" fmla="*/ 841302 h 1700023"/>
                  <a:gd name="connsiteX54" fmla="*/ 27136 w 1313030"/>
                  <a:gd name="connsiteY54" fmla="*/ 910926 h 1700023"/>
                  <a:gd name="connsiteX55" fmla="*/ 36419 w 1313030"/>
                  <a:gd name="connsiteY55" fmla="*/ 1003758 h 1700023"/>
                  <a:gd name="connsiteX56" fmla="*/ 45703 w 1313030"/>
                  <a:gd name="connsiteY56" fmla="*/ 1068741 h 1700023"/>
                  <a:gd name="connsiteX57" fmla="*/ 54986 w 1313030"/>
                  <a:gd name="connsiteY57" fmla="*/ 1096591 h 1700023"/>
                  <a:gd name="connsiteX58" fmla="*/ 64269 w 1313030"/>
                  <a:gd name="connsiteY58" fmla="*/ 1226556 h 1700023"/>
                  <a:gd name="connsiteX59" fmla="*/ 73552 w 1313030"/>
                  <a:gd name="connsiteY59" fmla="*/ 1254406 h 1700023"/>
                  <a:gd name="connsiteX60" fmla="*/ 78194 w 1313030"/>
                  <a:gd name="connsiteY60" fmla="*/ 1268331 h 1700023"/>
                  <a:gd name="connsiteX61" fmla="*/ 82836 w 1313030"/>
                  <a:gd name="connsiteY61" fmla="*/ 1282256 h 1700023"/>
                  <a:gd name="connsiteX62" fmla="*/ 92119 w 1313030"/>
                  <a:gd name="connsiteY62" fmla="*/ 1296181 h 1700023"/>
                  <a:gd name="connsiteX63" fmla="*/ 106044 w 1313030"/>
                  <a:gd name="connsiteY63" fmla="*/ 1319389 h 1700023"/>
                  <a:gd name="connsiteX64" fmla="*/ 110685 w 1313030"/>
                  <a:gd name="connsiteY64" fmla="*/ 1333314 h 1700023"/>
                  <a:gd name="connsiteX65" fmla="*/ 129252 w 1313030"/>
                  <a:gd name="connsiteY65" fmla="*/ 1356522 h 1700023"/>
                  <a:gd name="connsiteX66" fmla="*/ 138535 w 1313030"/>
                  <a:gd name="connsiteY66" fmla="*/ 1370447 h 1700023"/>
                  <a:gd name="connsiteX67" fmla="*/ 143177 w 1313030"/>
                  <a:gd name="connsiteY67" fmla="*/ 1384372 h 1700023"/>
                  <a:gd name="connsiteX68" fmla="*/ 157101 w 1313030"/>
                  <a:gd name="connsiteY68" fmla="*/ 1393655 h 1700023"/>
                  <a:gd name="connsiteX69" fmla="*/ 161743 w 1313030"/>
                  <a:gd name="connsiteY69" fmla="*/ 1430788 h 1700023"/>
                  <a:gd name="connsiteX70" fmla="*/ 166385 w 1313030"/>
                  <a:gd name="connsiteY70" fmla="*/ 1444713 h 1700023"/>
                  <a:gd name="connsiteX71" fmla="*/ 157101 w 1313030"/>
                  <a:gd name="connsiteY71" fmla="*/ 1523620 h 1700023"/>
                  <a:gd name="connsiteX72" fmla="*/ 152460 w 1313030"/>
                  <a:gd name="connsiteY72" fmla="*/ 1546828 h 1700023"/>
                  <a:gd name="connsiteX73" fmla="*/ 138535 w 1313030"/>
                  <a:gd name="connsiteY73" fmla="*/ 1588603 h 1700023"/>
                  <a:gd name="connsiteX74" fmla="*/ 133893 w 1313030"/>
                  <a:gd name="connsiteY74" fmla="*/ 1602528 h 1700023"/>
                  <a:gd name="connsiteX75" fmla="*/ 129252 w 1313030"/>
                  <a:gd name="connsiteY75" fmla="*/ 1616453 h 1700023"/>
                  <a:gd name="connsiteX76" fmla="*/ 129252 w 1313030"/>
                  <a:gd name="connsiteY76" fmla="*/ 1667511 h 1700023"/>
                  <a:gd name="connsiteX77" fmla="*/ 138535 w 1313030"/>
                  <a:gd name="connsiteY77" fmla="*/ 1681436 h 1700023"/>
                  <a:gd name="connsiteX78" fmla="*/ 157101 w 1313030"/>
                  <a:gd name="connsiteY78" fmla="*/ 1686077 h 1700023"/>
                  <a:gd name="connsiteX79" fmla="*/ 184951 w 1313030"/>
                  <a:gd name="connsiteY79" fmla="*/ 1700002 h 1700023"/>
                  <a:gd name="connsiteX80" fmla="*/ 370616 w 1313030"/>
                  <a:gd name="connsiteY80" fmla="*/ 1690719 h 1700023"/>
                  <a:gd name="connsiteX81" fmla="*/ 398466 w 1313030"/>
                  <a:gd name="connsiteY81" fmla="*/ 1681436 h 1700023"/>
                  <a:gd name="connsiteX82" fmla="*/ 412391 w 1313030"/>
                  <a:gd name="connsiteY82" fmla="*/ 1676794 h 1700023"/>
                  <a:gd name="connsiteX83" fmla="*/ 435599 w 1313030"/>
                  <a:gd name="connsiteY83" fmla="*/ 1658227 h 1700023"/>
                  <a:gd name="connsiteX84" fmla="*/ 444882 w 1313030"/>
                  <a:gd name="connsiteY84" fmla="*/ 1644303 h 1700023"/>
                  <a:gd name="connsiteX85" fmla="*/ 463449 w 1313030"/>
                  <a:gd name="connsiteY85" fmla="*/ 1625736 h 1700023"/>
                  <a:gd name="connsiteX86" fmla="*/ 477374 w 1313030"/>
                  <a:gd name="connsiteY86" fmla="*/ 1597886 h 1700023"/>
                  <a:gd name="connsiteX87" fmla="*/ 482015 w 1313030"/>
                  <a:gd name="connsiteY87" fmla="*/ 1583961 h 1700023"/>
                  <a:gd name="connsiteX88" fmla="*/ 477374 w 1313030"/>
                  <a:gd name="connsiteY88" fmla="*/ 1523620 h 1700023"/>
                  <a:gd name="connsiteX89" fmla="*/ 463449 w 1313030"/>
                  <a:gd name="connsiteY89" fmla="*/ 1495771 h 1700023"/>
                  <a:gd name="connsiteX90" fmla="*/ 444882 w 1313030"/>
                  <a:gd name="connsiteY90" fmla="*/ 1453996 h 1700023"/>
                  <a:gd name="connsiteX91" fmla="*/ 430957 w 1313030"/>
                  <a:gd name="connsiteY91" fmla="*/ 1412221 h 1700023"/>
                  <a:gd name="connsiteX92" fmla="*/ 421674 w 1313030"/>
                  <a:gd name="connsiteY92" fmla="*/ 1384372 h 1700023"/>
                  <a:gd name="connsiteX93" fmla="*/ 412391 w 1313030"/>
                  <a:gd name="connsiteY93" fmla="*/ 1370447 h 1700023"/>
                  <a:gd name="connsiteX94" fmla="*/ 389183 w 1313030"/>
                  <a:gd name="connsiteY94" fmla="*/ 1351880 h 1700023"/>
                  <a:gd name="connsiteX95" fmla="*/ 384541 w 1313030"/>
                  <a:gd name="connsiteY95" fmla="*/ 1337955 h 1700023"/>
                  <a:gd name="connsiteX96" fmla="*/ 352050 w 1313030"/>
                  <a:gd name="connsiteY96" fmla="*/ 1300822 h 1700023"/>
                  <a:gd name="connsiteX97" fmla="*/ 342766 w 1313030"/>
                  <a:gd name="connsiteY97" fmla="*/ 1291539 h 1700023"/>
                  <a:gd name="connsiteX98" fmla="*/ 328842 w 1313030"/>
                  <a:gd name="connsiteY98" fmla="*/ 1282256 h 1700023"/>
                  <a:gd name="connsiteX99" fmla="*/ 319558 w 1313030"/>
                  <a:gd name="connsiteY99" fmla="*/ 1272973 h 1700023"/>
                  <a:gd name="connsiteX100" fmla="*/ 291709 w 1313030"/>
                  <a:gd name="connsiteY100" fmla="*/ 1254406 h 1700023"/>
                  <a:gd name="connsiteX101" fmla="*/ 273142 w 1313030"/>
                  <a:gd name="connsiteY101" fmla="*/ 1226556 h 1700023"/>
                  <a:gd name="connsiteX102" fmla="*/ 259217 w 1313030"/>
                  <a:gd name="connsiteY102" fmla="*/ 1198707 h 1700023"/>
                  <a:gd name="connsiteX103" fmla="*/ 245292 w 1313030"/>
                  <a:gd name="connsiteY103" fmla="*/ 1170857 h 1700023"/>
                  <a:gd name="connsiteX104" fmla="*/ 231367 w 1313030"/>
                  <a:gd name="connsiteY104" fmla="*/ 1143007 h 1700023"/>
                  <a:gd name="connsiteX105" fmla="*/ 222084 w 1313030"/>
                  <a:gd name="connsiteY105" fmla="*/ 1115157 h 1700023"/>
                  <a:gd name="connsiteX106" fmla="*/ 217443 w 1313030"/>
                  <a:gd name="connsiteY106" fmla="*/ 1101233 h 1700023"/>
                  <a:gd name="connsiteX107" fmla="*/ 212801 w 1313030"/>
                  <a:gd name="connsiteY107" fmla="*/ 1078024 h 1700023"/>
                  <a:gd name="connsiteX108" fmla="*/ 208159 w 1313030"/>
                  <a:gd name="connsiteY108" fmla="*/ 1059458 h 1700023"/>
                  <a:gd name="connsiteX109" fmla="*/ 198876 w 1313030"/>
                  <a:gd name="connsiteY109" fmla="*/ 1013042 h 1700023"/>
                  <a:gd name="connsiteX110" fmla="*/ 203518 w 1313030"/>
                  <a:gd name="connsiteY110" fmla="*/ 780960 h 1700023"/>
                  <a:gd name="connsiteX111" fmla="*/ 208159 w 1313030"/>
                  <a:gd name="connsiteY111" fmla="*/ 748469 h 1700023"/>
                  <a:gd name="connsiteX112" fmla="*/ 212801 w 1313030"/>
                  <a:gd name="connsiteY112" fmla="*/ 702053 h 1700023"/>
                  <a:gd name="connsiteX113" fmla="*/ 222084 w 1313030"/>
                  <a:gd name="connsiteY113" fmla="*/ 664920 h 1700023"/>
                  <a:gd name="connsiteX114" fmla="*/ 226726 w 1313030"/>
                  <a:gd name="connsiteY114" fmla="*/ 534954 h 1700023"/>
                  <a:gd name="connsiteX115" fmla="*/ 231367 w 1313030"/>
                  <a:gd name="connsiteY115" fmla="*/ 521029 h 1700023"/>
                  <a:gd name="connsiteX116" fmla="*/ 236009 w 1313030"/>
                  <a:gd name="connsiteY116" fmla="*/ 497821 h 1700023"/>
                  <a:gd name="connsiteX117" fmla="*/ 254576 w 1313030"/>
                  <a:gd name="connsiteY117" fmla="*/ 451405 h 1700023"/>
                  <a:gd name="connsiteX118" fmla="*/ 259217 w 1313030"/>
                  <a:gd name="connsiteY118" fmla="*/ 437480 h 1700023"/>
                  <a:gd name="connsiteX119" fmla="*/ 277784 w 1313030"/>
                  <a:gd name="connsiteY119" fmla="*/ 409630 h 1700023"/>
                  <a:gd name="connsiteX120" fmla="*/ 291709 w 1313030"/>
                  <a:gd name="connsiteY120" fmla="*/ 381781 h 1700023"/>
                  <a:gd name="connsiteX121" fmla="*/ 296350 w 1313030"/>
                  <a:gd name="connsiteY121" fmla="*/ 367856 h 1700023"/>
                  <a:gd name="connsiteX122" fmla="*/ 314917 w 1313030"/>
                  <a:gd name="connsiteY122" fmla="*/ 340006 h 1700023"/>
                  <a:gd name="connsiteX123" fmla="*/ 324200 w 1313030"/>
                  <a:gd name="connsiteY123" fmla="*/ 326081 h 1700023"/>
                  <a:gd name="connsiteX124" fmla="*/ 342766 w 1313030"/>
                  <a:gd name="connsiteY124" fmla="*/ 298232 h 1700023"/>
                  <a:gd name="connsiteX125" fmla="*/ 365975 w 1313030"/>
                  <a:gd name="connsiteY125" fmla="*/ 275023 h 1700023"/>
                  <a:gd name="connsiteX126" fmla="*/ 384541 w 1313030"/>
                  <a:gd name="connsiteY126" fmla="*/ 251815 h 1700023"/>
                  <a:gd name="connsiteX127" fmla="*/ 403108 w 1313030"/>
                  <a:gd name="connsiteY127" fmla="*/ 219324 h 1700023"/>
                  <a:gd name="connsiteX128" fmla="*/ 417032 w 1313030"/>
                  <a:gd name="connsiteY128" fmla="*/ 210041 h 1700023"/>
                  <a:gd name="connsiteX129" fmla="*/ 454165 w 1313030"/>
                  <a:gd name="connsiteY129" fmla="*/ 177549 h 1700023"/>
                  <a:gd name="connsiteX130" fmla="*/ 468090 w 1313030"/>
                  <a:gd name="connsiteY130" fmla="*/ 172908 h 1700023"/>
                  <a:gd name="connsiteX131" fmla="*/ 500582 w 1313030"/>
                  <a:gd name="connsiteY131" fmla="*/ 168266 h 1700023"/>
                  <a:gd name="connsiteX132" fmla="*/ 514507 w 1313030"/>
                  <a:gd name="connsiteY132" fmla="*/ 172908 h 1700023"/>
                  <a:gd name="connsiteX133" fmla="*/ 523790 w 1313030"/>
                  <a:gd name="connsiteY133" fmla="*/ 163624 h 1700023"/>
                  <a:gd name="connsiteX134" fmla="*/ 537715 w 1313030"/>
                  <a:gd name="connsiteY134" fmla="*/ 154341 h 1700023"/>
                  <a:gd name="connsiteX135" fmla="*/ 584131 w 1313030"/>
                  <a:gd name="connsiteY135" fmla="*/ 140416 h 1700023"/>
                  <a:gd name="connsiteX136" fmla="*/ 635189 w 1313030"/>
                  <a:gd name="connsiteY136" fmla="*/ 145058 h 1700023"/>
                  <a:gd name="connsiteX137" fmla="*/ 663039 w 1313030"/>
                  <a:gd name="connsiteY137" fmla="*/ 200757 h 1700023"/>
                  <a:gd name="connsiteX138" fmla="*/ 672322 w 1313030"/>
                  <a:gd name="connsiteY138" fmla="*/ 210041 h 1700023"/>
                  <a:gd name="connsiteX139" fmla="*/ 681605 w 1313030"/>
                  <a:gd name="connsiteY139" fmla="*/ 223966 h 1700023"/>
                  <a:gd name="connsiteX140" fmla="*/ 709455 w 1313030"/>
                  <a:gd name="connsiteY140" fmla="*/ 233249 h 1700023"/>
                  <a:gd name="connsiteX141" fmla="*/ 723380 w 1313030"/>
                  <a:gd name="connsiteY141" fmla="*/ 237890 h 1700023"/>
                  <a:gd name="connsiteX142" fmla="*/ 732663 w 1313030"/>
                  <a:gd name="connsiteY142" fmla="*/ 247174 h 1700023"/>
                  <a:gd name="connsiteX143" fmla="*/ 760513 w 1313030"/>
                  <a:gd name="connsiteY143" fmla="*/ 265740 h 1700023"/>
                  <a:gd name="connsiteX144" fmla="*/ 769796 w 1313030"/>
                  <a:gd name="connsiteY144" fmla="*/ 279665 h 1700023"/>
                  <a:gd name="connsiteX145" fmla="*/ 783721 w 1313030"/>
                  <a:gd name="connsiteY145" fmla="*/ 288948 h 1700023"/>
                  <a:gd name="connsiteX146" fmla="*/ 806929 w 1313030"/>
                  <a:gd name="connsiteY146" fmla="*/ 307515 h 1700023"/>
                  <a:gd name="connsiteX147" fmla="*/ 844062 w 1313030"/>
                  <a:gd name="connsiteY147" fmla="*/ 302873 h 1700023"/>
                  <a:gd name="connsiteX148" fmla="*/ 867270 w 1313030"/>
                  <a:gd name="connsiteY148" fmla="*/ 298232 h 1700023"/>
                  <a:gd name="connsiteX149" fmla="*/ 955461 w 1313030"/>
                  <a:gd name="connsiteY149" fmla="*/ 302873 h 1700023"/>
                  <a:gd name="connsiteX150" fmla="*/ 997236 w 1313030"/>
                  <a:gd name="connsiteY150" fmla="*/ 316798 h 1700023"/>
                  <a:gd name="connsiteX151" fmla="*/ 1011160 w 1313030"/>
                  <a:gd name="connsiteY151" fmla="*/ 321440 h 1700023"/>
                  <a:gd name="connsiteX152" fmla="*/ 1103993 w 1313030"/>
                  <a:gd name="connsiteY152" fmla="*/ 316798 h 1700023"/>
                  <a:gd name="connsiteX153" fmla="*/ 1122559 w 1313030"/>
                  <a:gd name="connsiteY153" fmla="*/ 312156 h 1700023"/>
                  <a:gd name="connsiteX154" fmla="*/ 1164334 w 1313030"/>
                  <a:gd name="connsiteY154" fmla="*/ 298232 h 1700023"/>
                  <a:gd name="connsiteX155" fmla="*/ 1178259 w 1313030"/>
                  <a:gd name="connsiteY155" fmla="*/ 293590 h 1700023"/>
                  <a:gd name="connsiteX156" fmla="*/ 1192184 w 1313030"/>
                  <a:gd name="connsiteY156" fmla="*/ 288948 h 1700023"/>
                  <a:gd name="connsiteX157" fmla="*/ 1206109 w 1313030"/>
                  <a:gd name="connsiteY157" fmla="*/ 279665 h 1700023"/>
                  <a:gd name="connsiteX158" fmla="*/ 1233958 w 1313030"/>
                  <a:gd name="connsiteY158" fmla="*/ 270382 h 1700023"/>
                  <a:gd name="connsiteX159" fmla="*/ 1271091 w 1313030"/>
                  <a:gd name="connsiteY159" fmla="*/ 261099 h 1700023"/>
                  <a:gd name="connsiteX160" fmla="*/ 1289658 w 1313030"/>
                  <a:gd name="connsiteY160" fmla="*/ 237890 h 1700023"/>
                  <a:gd name="connsiteX161" fmla="*/ 1312866 w 1313030"/>
                  <a:gd name="connsiteY161" fmla="*/ 219324 h 1700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</a:cxnLst>
                <a:rect l="l" t="t" r="r" b="b"/>
                <a:pathLst>
                  <a:path w="1313030" h="1700023">
                    <a:moveTo>
                      <a:pt x="1312866" y="219324"/>
                    </a:moveTo>
                    <a:cubicBezTo>
                      <a:pt x="1310545" y="215456"/>
                      <a:pt x="1288082" y="216446"/>
                      <a:pt x="1275733" y="214682"/>
                    </a:cubicBezTo>
                    <a:cubicBezTo>
                      <a:pt x="1266416" y="213351"/>
                      <a:pt x="1257237" y="211080"/>
                      <a:pt x="1247883" y="210041"/>
                    </a:cubicBezTo>
                    <a:cubicBezTo>
                      <a:pt x="1229366" y="207984"/>
                      <a:pt x="1210797" y="206208"/>
                      <a:pt x="1192184" y="205399"/>
                    </a:cubicBezTo>
                    <a:cubicBezTo>
                      <a:pt x="1139606" y="203113"/>
                      <a:pt x="1086973" y="202304"/>
                      <a:pt x="1034368" y="200757"/>
                    </a:cubicBezTo>
                    <a:cubicBezTo>
                      <a:pt x="1028179" y="199210"/>
                      <a:pt x="1021912" y="197949"/>
                      <a:pt x="1015802" y="196116"/>
                    </a:cubicBezTo>
                    <a:cubicBezTo>
                      <a:pt x="1006429" y="193304"/>
                      <a:pt x="987952" y="186833"/>
                      <a:pt x="987952" y="186833"/>
                    </a:cubicBezTo>
                    <a:cubicBezTo>
                      <a:pt x="983310" y="183738"/>
                      <a:pt x="979125" y="179815"/>
                      <a:pt x="974027" y="177549"/>
                    </a:cubicBezTo>
                    <a:cubicBezTo>
                      <a:pt x="954757" y="168984"/>
                      <a:pt x="942822" y="167595"/>
                      <a:pt x="922970" y="163624"/>
                    </a:cubicBezTo>
                    <a:cubicBezTo>
                      <a:pt x="919875" y="160530"/>
                      <a:pt x="916420" y="157758"/>
                      <a:pt x="913686" y="154341"/>
                    </a:cubicBezTo>
                    <a:cubicBezTo>
                      <a:pt x="910201" y="149985"/>
                      <a:pt x="908348" y="144361"/>
                      <a:pt x="904403" y="140416"/>
                    </a:cubicBezTo>
                    <a:cubicBezTo>
                      <a:pt x="900458" y="136471"/>
                      <a:pt x="895120" y="134227"/>
                      <a:pt x="890478" y="131133"/>
                    </a:cubicBezTo>
                    <a:cubicBezTo>
                      <a:pt x="887384" y="126491"/>
                      <a:pt x="885926" y="120165"/>
                      <a:pt x="881195" y="117208"/>
                    </a:cubicBezTo>
                    <a:cubicBezTo>
                      <a:pt x="872897" y="112022"/>
                      <a:pt x="862628" y="111019"/>
                      <a:pt x="853345" y="107925"/>
                    </a:cubicBezTo>
                    <a:cubicBezTo>
                      <a:pt x="848703" y="106378"/>
                      <a:pt x="843491" y="105997"/>
                      <a:pt x="839420" y="103283"/>
                    </a:cubicBezTo>
                    <a:cubicBezTo>
                      <a:pt x="807500" y="82003"/>
                      <a:pt x="822155" y="88245"/>
                      <a:pt x="797646" y="80075"/>
                    </a:cubicBezTo>
                    <a:cubicBezTo>
                      <a:pt x="781442" y="63873"/>
                      <a:pt x="792514" y="72176"/>
                      <a:pt x="760513" y="61509"/>
                    </a:cubicBezTo>
                    <a:lnTo>
                      <a:pt x="732663" y="52225"/>
                    </a:lnTo>
                    <a:cubicBezTo>
                      <a:pt x="721634" y="48549"/>
                      <a:pt x="711818" y="44883"/>
                      <a:pt x="700172" y="42942"/>
                    </a:cubicBezTo>
                    <a:cubicBezTo>
                      <a:pt x="652863" y="35057"/>
                      <a:pt x="676755" y="42180"/>
                      <a:pt x="639830" y="33659"/>
                    </a:cubicBezTo>
                    <a:cubicBezTo>
                      <a:pt x="627398" y="30790"/>
                      <a:pt x="615208" y="26878"/>
                      <a:pt x="602697" y="24376"/>
                    </a:cubicBezTo>
                    <a:lnTo>
                      <a:pt x="556281" y="15092"/>
                    </a:lnTo>
                    <a:cubicBezTo>
                      <a:pt x="551639" y="11998"/>
                      <a:pt x="547484" y="8006"/>
                      <a:pt x="542356" y="5809"/>
                    </a:cubicBezTo>
                    <a:cubicBezTo>
                      <a:pt x="512720" y="-6891"/>
                      <a:pt x="449452" y="5080"/>
                      <a:pt x="435599" y="5809"/>
                    </a:cubicBezTo>
                    <a:lnTo>
                      <a:pt x="407749" y="15092"/>
                    </a:lnTo>
                    <a:cubicBezTo>
                      <a:pt x="403107" y="16639"/>
                      <a:pt x="398650" y="18930"/>
                      <a:pt x="393824" y="19734"/>
                    </a:cubicBezTo>
                    <a:cubicBezTo>
                      <a:pt x="379905" y="22054"/>
                      <a:pt x="350383" y="25487"/>
                      <a:pt x="338125" y="33659"/>
                    </a:cubicBezTo>
                    <a:lnTo>
                      <a:pt x="310275" y="52225"/>
                    </a:lnTo>
                    <a:cubicBezTo>
                      <a:pt x="306060" y="58548"/>
                      <a:pt x="299056" y="71025"/>
                      <a:pt x="291709" y="75434"/>
                    </a:cubicBezTo>
                    <a:cubicBezTo>
                      <a:pt x="287514" y="77951"/>
                      <a:pt x="282426" y="78528"/>
                      <a:pt x="277784" y="80075"/>
                    </a:cubicBezTo>
                    <a:cubicBezTo>
                      <a:pt x="255367" y="102489"/>
                      <a:pt x="283853" y="75220"/>
                      <a:pt x="254576" y="98642"/>
                    </a:cubicBezTo>
                    <a:cubicBezTo>
                      <a:pt x="251159" y="101376"/>
                      <a:pt x="249045" y="105673"/>
                      <a:pt x="245292" y="107925"/>
                    </a:cubicBezTo>
                    <a:cubicBezTo>
                      <a:pt x="210976" y="128514"/>
                      <a:pt x="252653" y="93683"/>
                      <a:pt x="217443" y="121850"/>
                    </a:cubicBezTo>
                    <a:cubicBezTo>
                      <a:pt x="194469" y="140229"/>
                      <a:pt x="223009" y="120925"/>
                      <a:pt x="198876" y="145058"/>
                    </a:cubicBezTo>
                    <a:cubicBezTo>
                      <a:pt x="194931" y="149003"/>
                      <a:pt x="189593" y="151247"/>
                      <a:pt x="184951" y="154341"/>
                    </a:cubicBezTo>
                    <a:cubicBezTo>
                      <a:pt x="175326" y="183221"/>
                      <a:pt x="188389" y="156405"/>
                      <a:pt x="166385" y="172908"/>
                    </a:cubicBezTo>
                    <a:cubicBezTo>
                      <a:pt x="157633" y="179472"/>
                      <a:pt x="150913" y="188380"/>
                      <a:pt x="143177" y="196116"/>
                    </a:cubicBezTo>
                    <a:lnTo>
                      <a:pt x="133893" y="205399"/>
                    </a:lnTo>
                    <a:cubicBezTo>
                      <a:pt x="129251" y="210041"/>
                      <a:pt x="123609" y="213862"/>
                      <a:pt x="119968" y="219324"/>
                    </a:cubicBezTo>
                    <a:lnTo>
                      <a:pt x="101402" y="247174"/>
                    </a:lnTo>
                    <a:cubicBezTo>
                      <a:pt x="98308" y="251816"/>
                      <a:pt x="96064" y="257154"/>
                      <a:pt x="92119" y="261099"/>
                    </a:cubicBezTo>
                    <a:lnTo>
                      <a:pt x="68911" y="284307"/>
                    </a:lnTo>
                    <a:lnTo>
                      <a:pt x="54986" y="326081"/>
                    </a:lnTo>
                    <a:cubicBezTo>
                      <a:pt x="53439" y="330723"/>
                      <a:pt x="51530" y="335259"/>
                      <a:pt x="50344" y="340006"/>
                    </a:cubicBezTo>
                    <a:cubicBezTo>
                      <a:pt x="48797" y="346195"/>
                      <a:pt x="47536" y="352463"/>
                      <a:pt x="45703" y="358573"/>
                    </a:cubicBezTo>
                    <a:cubicBezTo>
                      <a:pt x="41485" y="372632"/>
                      <a:pt x="36419" y="386422"/>
                      <a:pt x="31778" y="400347"/>
                    </a:cubicBezTo>
                    <a:cubicBezTo>
                      <a:pt x="30231" y="404989"/>
                      <a:pt x="28323" y="409525"/>
                      <a:pt x="27136" y="414272"/>
                    </a:cubicBezTo>
                    <a:cubicBezTo>
                      <a:pt x="25589" y="420461"/>
                      <a:pt x="24247" y="426705"/>
                      <a:pt x="22494" y="432839"/>
                    </a:cubicBezTo>
                    <a:cubicBezTo>
                      <a:pt x="21150" y="437543"/>
                      <a:pt x="18914" y="441987"/>
                      <a:pt x="17853" y="446763"/>
                    </a:cubicBezTo>
                    <a:cubicBezTo>
                      <a:pt x="6961" y="495779"/>
                      <a:pt x="19018" y="457190"/>
                      <a:pt x="8570" y="488538"/>
                    </a:cubicBezTo>
                    <a:cubicBezTo>
                      <a:pt x="-6184" y="591807"/>
                      <a:pt x="1026" y="528810"/>
                      <a:pt x="8570" y="743827"/>
                    </a:cubicBezTo>
                    <a:cubicBezTo>
                      <a:pt x="9916" y="782200"/>
                      <a:pt x="11836" y="781479"/>
                      <a:pt x="22494" y="813452"/>
                    </a:cubicBezTo>
                    <a:lnTo>
                      <a:pt x="27136" y="827377"/>
                    </a:lnTo>
                    <a:lnTo>
                      <a:pt x="31778" y="841302"/>
                    </a:lnTo>
                    <a:cubicBezTo>
                      <a:pt x="30231" y="864510"/>
                      <a:pt x="27136" y="887666"/>
                      <a:pt x="27136" y="910926"/>
                    </a:cubicBezTo>
                    <a:cubicBezTo>
                      <a:pt x="27136" y="938327"/>
                      <a:pt x="33269" y="975408"/>
                      <a:pt x="36419" y="1003758"/>
                    </a:cubicBezTo>
                    <a:cubicBezTo>
                      <a:pt x="40215" y="1037921"/>
                      <a:pt x="37897" y="1042721"/>
                      <a:pt x="45703" y="1068741"/>
                    </a:cubicBezTo>
                    <a:cubicBezTo>
                      <a:pt x="48515" y="1078114"/>
                      <a:pt x="54986" y="1096591"/>
                      <a:pt x="54986" y="1096591"/>
                    </a:cubicBezTo>
                    <a:cubicBezTo>
                      <a:pt x="56351" y="1127982"/>
                      <a:pt x="53442" y="1186859"/>
                      <a:pt x="64269" y="1226556"/>
                    </a:cubicBezTo>
                    <a:cubicBezTo>
                      <a:pt x="66844" y="1235997"/>
                      <a:pt x="70458" y="1245123"/>
                      <a:pt x="73552" y="1254406"/>
                    </a:cubicBezTo>
                    <a:lnTo>
                      <a:pt x="78194" y="1268331"/>
                    </a:lnTo>
                    <a:cubicBezTo>
                      <a:pt x="79741" y="1272973"/>
                      <a:pt x="80122" y="1278185"/>
                      <a:pt x="82836" y="1282256"/>
                    </a:cubicBezTo>
                    <a:lnTo>
                      <a:pt x="92119" y="1296181"/>
                    </a:lnTo>
                    <a:cubicBezTo>
                      <a:pt x="105266" y="1335628"/>
                      <a:pt x="86930" y="1287532"/>
                      <a:pt x="106044" y="1319389"/>
                    </a:cubicBezTo>
                    <a:cubicBezTo>
                      <a:pt x="108561" y="1323584"/>
                      <a:pt x="108497" y="1328938"/>
                      <a:pt x="110685" y="1333314"/>
                    </a:cubicBezTo>
                    <a:cubicBezTo>
                      <a:pt x="120210" y="1352366"/>
                      <a:pt x="117738" y="1342129"/>
                      <a:pt x="129252" y="1356522"/>
                    </a:cubicBezTo>
                    <a:cubicBezTo>
                      <a:pt x="132737" y="1360878"/>
                      <a:pt x="136040" y="1365457"/>
                      <a:pt x="138535" y="1370447"/>
                    </a:cubicBezTo>
                    <a:cubicBezTo>
                      <a:pt x="140723" y="1374823"/>
                      <a:pt x="140121" y="1380551"/>
                      <a:pt x="143177" y="1384372"/>
                    </a:cubicBezTo>
                    <a:cubicBezTo>
                      <a:pt x="146662" y="1388728"/>
                      <a:pt x="152460" y="1390561"/>
                      <a:pt x="157101" y="1393655"/>
                    </a:cubicBezTo>
                    <a:cubicBezTo>
                      <a:pt x="158648" y="1406033"/>
                      <a:pt x="159511" y="1418515"/>
                      <a:pt x="161743" y="1430788"/>
                    </a:cubicBezTo>
                    <a:cubicBezTo>
                      <a:pt x="162618" y="1435602"/>
                      <a:pt x="166385" y="1439820"/>
                      <a:pt x="166385" y="1444713"/>
                    </a:cubicBezTo>
                    <a:cubicBezTo>
                      <a:pt x="166385" y="1545712"/>
                      <a:pt x="167486" y="1482078"/>
                      <a:pt x="157101" y="1523620"/>
                    </a:cubicBezTo>
                    <a:cubicBezTo>
                      <a:pt x="155188" y="1531274"/>
                      <a:pt x="154536" y="1539217"/>
                      <a:pt x="152460" y="1546828"/>
                    </a:cubicBezTo>
                    <a:cubicBezTo>
                      <a:pt x="152455" y="1546847"/>
                      <a:pt x="140859" y="1581631"/>
                      <a:pt x="138535" y="1588603"/>
                    </a:cubicBezTo>
                    <a:lnTo>
                      <a:pt x="133893" y="1602528"/>
                    </a:lnTo>
                    <a:lnTo>
                      <a:pt x="129252" y="1616453"/>
                    </a:lnTo>
                    <a:cubicBezTo>
                      <a:pt x="126192" y="1640931"/>
                      <a:pt x="119807" y="1648620"/>
                      <a:pt x="129252" y="1667511"/>
                    </a:cubicBezTo>
                    <a:cubicBezTo>
                      <a:pt x="131747" y="1672501"/>
                      <a:pt x="133893" y="1678342"/>
                      <a:pt x="138535" y="1681436"/>
                    </a:cubicBezTo>
                    <a:cubicBezTo>
                      <a:pt x="143843" y="1684974"/>
                      <a:pt x="150912" y="1684530"/>
                      <a:pt x="157101" y="1686077"/>
                    </a:cubicBezTo>
                    <a:cubicBezTo>
                      <a:pt x="166722" y="1695697"/>
                      <a:pt x="168224" y="1700382"/>
                      <a:pt x="184951" y="1700002"/>
                    </a:cubicBezTo>
                    <a:cubicBezTo>
                      <a:pt x="246901" y="1698594"/>
                      <a:pt x="370616" y="1690719"/>
                      <a:pt x="370616" y="1690719"/>
                    </a:cubicBezTo>
                    <a:lnTo>
                      <a:pt x="398466" y="1681436"/>
                    </a:lnTo>
                    <a:lnTo>
                      <a:pt x="412391" y="1676794"/>
                    </a:lnTo>
                    <a:cubicBezTo>
                      <a:pt x="438992" y="1636891"/>
                      <a:pt x="403573" y="1683847"/>
                      <a:pt x="435599" y="1658227"/>
                    </a:cubicBezTo>
                    <a:cubicBezTo>
                      <a:pt x="439955" y="1654742"/>
                      <a:pt x="441252" y="1648538"/>
                      <a:pt x="444882" y="1644303"/>
                    </a:cubicBezTo>
                    <a:cubicBezTo>
                      <a:pt x="450578" y="1637658"/>
                      <a:pt x="463449" y="1625736"/>
                      <a:pt x="463449" y="1625736"/>
                    </a:cubicBezTo>
                    <a:cubicBezTo>
                      <a:pt x="475114" y="1590736"/>
                      <a:pt x="459378" y="1633878"/>
                      <a:pt x="477374" y="1597886"/>
                    </a:cubicBezTo>
                    <a:cubicBezTo>
                      <a:pt x="479562" y="1593510"/>
                      <a:pt x="480468" y="1588603"/>
                      <a:pt x="482015" y="1583961"/>
                    </a:cubicBezTo>
                    <a:cubicBezTo>
                      <a:pt x="480468" y="1563847"/>
                      <a:pt x="479876" y="1543637"/>
                      <a:pt x="477374" y="1523620"/>
                    </a:cubicBezTo>
                    <a:cubicBezTo>
                      <a:pt x="475166" y="1505957"/>
                      <a:pt x="470660" y="1511994"/>
                      <a:pt x="463449" y="1495771"/>
                    </a:cubicBezTo>
                    <a:cubicBezTo>
                      <a:pt x="441352" y="1446055"/>
                      <a:pt x="465891" y="1485511"/>
                      <a:pt x="444882" y="1453996"/>
                    </a:cubicBezTo>
                    <a:lnTo>
                      <a:pt x="430957" y="1412221"/>
                    </a:lnTo>
                    <a:cubicBezTo>
                      <a:pt x="430955" y="1412216"/>
                      <a:pt x="421678" y="1384377"/>
                      <a:pt x="421674" y="1384372"/>
                    </a:cubicBezTo>
                    <a:cubicBezTo>
                      <a:pt x="418580" y="1379730"/>
                      <a:pt x="415876" y="1374803"/>
                      <a:pt x="412391" y="1370447"/>
                    </a:cubicBezTo>
                    <a:cubicBezTo>
                      <a:pt x="404831" y="1360996"/>
                      <a:pt x="399525" y="1358775"/>
                      <a:pt x="389183" y="1351880"/>
                    </a:cubicBezTo>
                    <a:cubicBezTo>
                      <a:pt x="387636" y="1347238"/>
                      <a:pt x="386729" y="1342331"/>
                      <a:pt x="384541" y="1337955"/>
                    </a:cubicBezTo>
                    <a:cubicBezTo>
                      <a:pt x="376865" y="1322602"/>
                      <a:pt x="364151" y="1312922"/>
                      <a:pt x="352050" y="1300822"/>
                    </a:cubicBezTo>
                    <a:cubicBezTo>
                      <a:pt x="348955" y="1297728"/>
                      <a:pt x="346407" y="1293967"/>
                      <a:pt x="342766" y="1291539"/>
                    </a:cubicBezTo>
                    <a:cubicBezTo>
                      <a:pt x="338125" y="1288445"/>
                      <a:pt x="333198" y="1285741"/>
                      <a:pt x="328842" y="1282256"/>
                    </a:cubicBezTo>
                    <a:cubicBezTo>
                      <a:pt x="325425" y="1279522"/>
                      <a:pt x="323059" y="1275599"/>
                      <a:pt x="319558" y="1272973"/>
                    </a:cubicBezTo>
                    <a:cubicBezTo>
                      <a:pt x="310632" y="1266279"/>
                      <a:pt x="291709" y="1254406"/>
                      <a:pt x="291709" y="1254406"/>
                    </a:cubicBezTo>
                    <a:cubicBezTo>
                      <a:pt x="285520" y="1245123"/>
                      <a:pt x="276671" y="1237141"/>
                      <a:pt x="273142" y="1226556"/>
                    </a:cubicBezTo>
                    <a:cubicBezTo>
                      <a:pt x="266736" y="1207340"/>
                      <a:pt x="271214" y="1216703"/>
                      <a:pt x="259217" y="1198707"/>
                    </a:cubicBezTo>
                    <a:cubicBezTo>
                      <a:pt x="247552" y="1163707"/>
                      <a:pt x="263288" y="1206849"/>
                      <a:pt x="245292" y="1170857"/>
                    </a:cubicBezTo>
                    <a:cubicBezTo>
                      <a:pt x="226074" y="1132422"/>
                      <a:pt x="257974" y="1182915"/>
                      <a:pt x="231367" y="1143007"/>
                    </a:cubicBezTo>
                    <a:lnTo>
                      <a:pt x="222084" y="1115157"/>
                    </a:lnTo>
                    <a:cubicBezTo>
                      <a:pt x="220537" y="1110516"/>
                      <a:pt x="218403" y="1106030"/>
                      <a:pt x="217443" y="1101233"/>
                    </a:cubicBezTo>
                    <a:cubicBezTo>
                      <a:pt x="215896" y="1093497"/>
                      <a:pt x="214513" y="1085726"/>
                      <a:pt x="212801" y="1078024"/>
                    </a:cubicBezTo>
                    <a:cubicBezTo>
                      <a:pt x="211417" y="1071797"/>
                      <a:pt x="209496" y="1065696"/>
                      <a:pt x="208159" y="1059458"/>
                    </a:cubicBezTo>
                    <a:cubicBezTo>
                      <a:pt x="204853" y="1044030"/>
                      <a:pt x="198876" y="1013042"/>
                      <a:pt x="198876" y="1013042"/>
                    </a:cubicBezTo>
                    <a:cubicBezTo>
                      <a:pt x="200423" y="935681"/>
                      <a:pt x="200805" y="858289"/>
                      <a:pt x="203518" y="780960"/>
                    </a:cubicBezTo>
                    <a:cubicBezTo>
                      <a:pt x="203902" y="770026"/>
                      <a:pt x="206881" y="759334"/>
                      <a:pt x="208159" y="748469"/>
                    </a:cubicBezTo>
                    <a:cubicBezTo>
                      <a:pt x="209976" y="733026"/>
                      <a:pt x="210245" y="717391"/>
                      <a:pt x="212801" y="702053"/>
                    </a:cubicBezTo>
                    <a:cubicBezTo>
                      <a:pt x="214899" y="689468"/>
                      <a:pt x="222084" y="664920"/>
                      <a:pt x="222084" y="664920"/>
                    </a:cubicBezTo>
                    <a:cubicBezTo>
                      <a:pt x="223631" y="621598"/>
                      <a:pt x="223935" y="578214"/>
                      <a:pt x="226726" y="534954"/>
                    </a:cubicBezTo>
                    <a:cubicBezTo>
                      <a:pt x="227041" y="530071"/>
                      <a:pt x="230180" y="525776"/>
                      <a:pt x="231367" y="521029"/>
                    </a:cubicBezTo>
                    <a:cubicBezTo>
                      <a:pt x="233280" y="513375"/>
                      <a:pt x="233933" y="505432"/>
                      <a:pt x="236009" y="497821"/>
                    </a:cubicBezTo>
                    <a:cubicBezTo>
                      <a:pt x="246577" y="459074"/>
                      <a:pt x="241555" y="481788"/>
                      <a:pt x="254576" y="451405"/>
                    </a:cubicBezTo>
                    <a:cubicBezTo>
                      <a:pt x="256503" y="446908"/>
                      <a:pt x="256841" y="441757"/>
                      <a:pt x="259217" y="437480"/>
                    </a:cubicBezTo>
                    <a:cubicBezTo>
                      <a:pt x="264635" y="427727"/>
                      <a:pt x="277784" y="409630"/>
                      <a:pt x="277784" y="409630"/>
                    </a:cubicBezTo>
                    <a:cubicBezTo>
                      <a:pt x="289450" y="374630"/>
                      <a:pt x="273712" y="417775"/>
                      <a:pt x="291709" y="381781"/>
                    </a:cubicBezTo>
                    <a:cubicBezTo>
                      <a:pt x="293897" y="377405"/>
                      <a:pt x="293974" y="372133"/>
                      <a:pt x="296350" y="367856"/>
                    </a:cubicBezTo>
                    <a:cubicBezTo>
                      <a:pt x="301768" y="358103"/>
                      <a:pt x="308728" y="349289"/>
                      <a:pt x="314917" y="340006"/>
                    </a:cubicBezTo>
                    <a:lnTo>
                      <a:pt x="324200" y="326081"/>
                    </a:lnTo>
                    <a:lnTo>
                      <a:pt x="342766" y="298232"/>
                    </a:lnTo>
                    <a:cubicBezTo>
                      <a:pt x="350502" y="290496"/>
                      <a:pt x="359906" y="284126"/>
                      <a:pt x="365975" y="275023"/>
                    </a:cubicBezTo>
                    <a:cubicBezTo>
                      <a:pt x="377686" y="257458"/>
                      <a:pt x="371314" y="265044"/>
                      <a:pt x="384541" y="251815"/>
                    </a:cubicBezTo>
                    <a:cubicBezTo>
                      <a:pt x="389852" y="235883"/>
                      <a:pt x="389057" y="233375"/>
                      <a:pt x="403108" y="219324"/>
                    </a:cubicBezTo>
                    <a:cubicBezTo>
                      <a:pt x="407052" y="215380"/>
                      <a:pt x="412834" y="213714"/>
                      <a:pt x="417032" y="210041"/>
                    </a:cubicBezTo>
                    <a:cubicBezTo>
                      <a:pt x="433153" y="195935"/>
                      <a:pt x="436764" y="186250"/>
                      <a:pt x="454165" y="177549"/>
                    </a:cubicBezTo>
                    <a:cubicBezTo>
                      <a:pt x="458541" y="175361"/>
                      <a:pt x="463292" y="173867"/>
                      <a:pt x="468090" y="172908"/>
                    </a:cubicBezTo>
                    <a:cubicBezTo>
                      <a:pt x="478818" y="170762"/>
                      <a:pt x="489751" y="169813"/>
                      <a:pt x="500582" y="168266"/>
                    </a:cubicBezTo>
                    <a:cubicBezTo>
                      <a:pt x="505224" y="169813"/>
                      <a:pt x="509709" y="173868"/>
                      <a:pt x="514507" y="172908"/>
                    </a:cubicBezTo>
                    <a:cubicBezTo>
                      <a:pt x="518798" y="172050"/>
                      <a:pt x="520373" y="166358"/>
                      <a:pt x="523790" y="163624"/>
                    </a:cubicBezTo>
                    <a:cubicBezTo>
                      <a:pt x="528146" y="160139"/>
                      <a:pt x="532617" y="156607"/>
                      <a:pt x="537715" y="154341"/>
                    </a:cubicBezTo>
                    <a:cubicBezTo>
                      <a:pt x="552243" y="147884"/>
                      <a:pt x="568701" y="144274"/>
                      <a:pt x="584131" y="140416"/>
                    </a:cubicBezTo>
                    <a:cubicBezTo>
                      <a:pt x="601150" y="141963"/>
                      <a:pt x="619703" y="137831"/>
                      <a:pt x="635189" y="145058"/>
                    </a:cubicBezTo>
                    <a:cubicBezTo>
                      <a:pt x="667462" y="160119"/>
                      <a:pt x="642965" y="180681"/>
                      <a:pt x="663039" y="200757"/>
                    </a:cubicBezTo>
                    <a:cubicBezTo>
                      <a:pt x="666133" y="203852"/>
                      <a:pt x="669588" y="206624"/>
                      <a:pt x="672322" y="210041"/>
                    </a:cubicBezTo>
                    <a:cubicBezTo>
                      <a:pt x="675807" y="214397"/>
                      <a:pt x="676874" y="221009"/>
                      <a:pt x="681605" y="223966"/>
                    </a:cubicBezTo>
                    <a:cubicBezTo>
                      <a:pt x="689903" y="229152"/>
                      <a:pt x="700172" y="230155"/>
                      <a:pt x="709455" y="233249"/>
                    </a:cubicBezTo>
                    <a:lnTo>
                      <a:pt x="723380" y="237890"/>
                    </a:lnTo>
                    <a:cubicBezTo>
                      <a:pt x="726474" y="240985"/>
                      <a:pt x="729162" y="244548"/>
                      <a:pt x="732663" y="247174"/>
                    </a:cubicBezTo>
                    <a:cubicBezTo>
                      <a:pt x="741589" y="253868"/>
                      <a:pt x="760513" y="265740"/>
                      <a:pt x="760513" y="265740"/>
                    </a:cubicBezTo>
                    <a:cubicBezTo>
                      <a:pt x="763607" y="270382"/>
                      <a:pt x="765851" y="275720"/>
                      <a:pt x="769796" y="279665"/>
                    </a:cubicBezTo>
                    <a:cubicBezTo>
                      <a:pt x="773741" y="283610"/>
                      <a:pt x="779365" y="285463"/>
                      <a:pt x="783721" y="288948"/>
                    </a:cubicBezTo>
                    <a:cubicBezTo>
                      <a:pt x="816790" y="315404"/>
                      <a:pt x="764070" y="278943"/>
                      <a:pt x="806929" y="307515"/>
                    </a:cubicBezTo>
                    <a:cubicBezTo>
                      <a:pt x="819307" y="305968"/>
                      <a:pt x="831733" y="304770"/>
                      <a:pt x="844062" y="302873"/>
                    </a:cubicBezTo>
                    <a:cubicBezTo>
                      <a:pt x="851859" y="301673"/>
                      <a:pt x="859381" y="298232"/>
                      <a:pt x="867270" y="298232"/>
                    </a:cubicBezTo>
                    <a:cubicBezTo>
                      <a:pt x="896708" y="298232"/>
                      <a:pt x="926064" y="301326"/>
                      <a:pt x="955461" y="302873"/>
                    </a:cubicBezTo>
                    <a:lnTo>
                      <a:pt x="997236" y="316798"/>
                    </a:lnTo>
                    <a:lnTo>
                      <a:pt x="1011160" y="321440"/>
                    </a:lnTo>
                    <a:cubicBezTo>
                      <a:pt x="1042104" y="319893"/>
                      <a:pt x="1073117" y="319371"/>
                      <a:pt x="1103993" y="316798"/>
                    </a:cubicBezTo>
                    <a:cubicBezTo>
                      <a:pt x="1110350" y="316268"/>
                      <a:pt x="1116449" y="313989"/>
                      <a:pt x="1122559" y="312156"/>
                    </a:cubicBezTo>
                    <a:cubicBezTo>
                      <a:pt x="1136618" y="307938"/>
                      <a:pt x="1150409" y="302873"/>
                      <a:pt x="1164334" y="298232"/>
                    </a:cubicBezTo>
                    <a:lnTo>
                      <a:pt x="1178259" y="293590"/>
                    </a:lnTo>
                    <a:cubicBezTo>
                      <a:pt x="1182901" y="292043"/>
                      <a:pt x="1188113" y="291662"/>
                      <a:pt x="1192184" y="288948"/>
                    </a:cubicBezTo>
                    <a:cubicBezTo>
                      <a:pt x="1196826" y="285854"/>
                      <a:pt x="1201011" y="281931"/>
                      <a:pt x="1206109" y="279665"/>
                    </a:cubicBezTo>
                    <a:cubicBezTo>
                      <a:pt x="1215051" y="275691"/>
                      <a:pt x="1224675" y="273476"/>
                      <a:pt x="1233958" y="270382"/>
                    </a:cubicBezTo>
                    <a:cubicBezTo>
                      <a:pt x="1255370" y="263245"/>
                      <a:pt x="1243081" y="266700"/>
                      <a:pt x="1271091" y="261099"/>
                    </a:cubicBezTo>
                    <a:cubicBezTo>
                      <a:pt x="1278578" y="253612"/>
                      <a:pt x="1285266" y="248137"/>
                      <a:pt x="1289658" y="237890"/>
                    </a:cubicBezTo>
                    <a:cubicBezTo>
                      <a:pt x="1292171" y="232027"/>
                      <a:pt x="1315187" y="223192"/>
                      <a:pt x="1312866" y="21932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580E4321-90C0-AD46-BA09-989065D15779}"/>
                  </a:ext>
                </a:extLst>
              </p:cNvPr>
              <p:cNvSpPr/>
              <p:nvPr/>
            </p:nvSpPr>
            <p:spPr>
              <a:xfrm>
                <a:off x="2065594" y="501187"/>
                <a:ext cx="408392" cy="88299"/>
              </a:xfrm>
              <a:custGeom>
                <a:avLst/>
                <a:gdLst>
                  <a:gd name="connsiteX0" fmla="*/ 4570 w 408392"/>
                  <a:gd name="connsiteY0" fmla="*/ 60450 h 88299"/>
                  <a:gd name="connsiteX1" fmla="*/ 37062 w 408392"/>
                  <a:gd name="connsiteY1" fmla="*/ 79016 h 88299"/>
                  <a:gd name="connsiteX2" fmla="*/ 50987 w 408392"/>
                  <a:gd name="connsiteY2" fmla="*/ 83658 h 88299"/>
                  <a:gd name="connsiteX3" fmla="*/ 139178 w 408392"/>
                  <a:gd name="connsiteY3" fmla="*/ 88299 h 88299"/>
                  <a:gd name="connsiteX4" fmla="*/ 157744 w 408392"/>
                  <a:gd name="connsiteY4" fmla="*/ 83658 h 88299"/>
                  <a:gd name="connsiteX5" fmla="*/ 185594 w 408392"/>
                  <a:gd name="connsiteY5" fmla="*/ 74374 h 88299"/>
                  <a:gd name="connsiteX6" fmla="*/ 213444 w 408392"/>
                  <a:gd name="connsiteY6" fmla="*/ 65091 h 88299"/>
                  <a:gd name="connsiteX7" fmla="*/ 227368 w 408392"/>
                  <a:gd name="connsiteY7" fmla="*/ 60450 h 88299"/>
                  <a:gd name="connsiteX8" fmla="*/ 241293 w 408392"/>
                  <a:gd name="connsiteY8" fmla="*/ 55808 h 88299"/>
                  <a:gd name="connsiteX9" fmla="*/ 292351 w 408392"/>
                  <a:gd name="connsiteY9" fmla="*/ 46525 h 88299"/>
                  <a:gd name="connsiteX10" fmla="*/ 320201 w 408392"/>
                  <a:gd name="connsiteY10" fmla="*/ 37241 h 88299"/>
                  <a:gd name="connsiteX11" fmla="*/ 371259 w 408392"/>
                  <a:gd name="connsiteY11" fmla="*/ 27958 h 88299"/>
                  <a:gd name="connsiteX12" fmla="*/ 408392 w 408392"/>
                  <a:gd name="connsiteY12" fmla="*/ 18675 h 88299"/>
                  <a:gd name="connsiteX13" fmla="*/ 403750 w 408392"/>
                  <a:gd name="connsiteY13" fmla="*/ 4750 h 88299"/>
                  <a:gd name="connsiteX14" fmla="*/ 352692 w 408392"/>
                  <a:gd name="connsiteY14" fmla="*/ 4750 h 88299"/>
                  <a:gd name="connsiteX15" fmla="*/ 310918 w 408392"/>
                  <a:gd name="connsiteY15" fmla="*/ 18675 h 88299"/>
                  <a:gd name="connsiteX16" fmla="*/ 296993 w 408392"/>
                  <a:gd name="connsiteY16" fmla="*/ 23317 h 88299"/>
                  <a:gd name="connsiteX17" fmla="*/ 227368 w 408392"/>
                  <a:gd name="connsiteY17" fmla="*/ 32600 h 88299"/>
                  <a:gd name="connsiteX18" fmla="*/ 171669 w 408392"/>
                  <a:gd name="connsiteY18" fmla="*/ 37241 h 88299"/>
                  <a:gd name="connsiteX19" fmla="*/ 143819 w 408392"/>
                  <a:gd name="connsiteY19" fmla="*/ 41883 h 88299"/>
                  <a:gd name="connsiteX20" fmla="*/ 4570 w 408392"/>
                  <a:gd name="connsiteY20" fmla="*/ 60450 h 88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08392" h="88299">
                    <a:moveTo>
                      <a:pt x="4570" y="60450"/>
                    </a:moveTo>
                    <a:cubicBezTo>
                      <a:pt x="-13223" y="66639"/>
                      <a:pt x="25905" y="73438"/>
                      <a:pt x="37062" y="79016"/>
                    </a:cubicBezTo>
                    <a:cubicBezTo>
                      <a:pt x="41438" y="81204"/>
                      <a:pt x="46114" y="83215"/>
                      <a:pt x="50987" y="83658"/>
                    </a:cubicBezTo>
                    <a:cubicBezTo>
                      <a:pt x="80304" y="86323"/>
                      <a:pt x="109781" y="86752"/>
                      <a:pt x="139178" y="88299"/>
                    </a:cubicBezTo>
                    <a:cubicBezTo>
                      <a:pt x="145367" y="86752"/>
                      <a:pt x="151634" y="85491"/>
                      <a:pt x="157744" y="83658"/>
                    </a:cubicBezTo>
                    <a:cubicBezTo>
                      <a:pt x="167117" y="80846"/>
                      <a:pt x="176311" y="77468"/>
                      <a:pt x="185594" y="74374"/>
                    </a:cubicBezTo>
                    <a:lnTo>
                      <a:pt x="213444" y="65091"/>
                    </a:lnTo>
                    <a:lnTo>
                      <a:pt x="227368" y="60450"/>
                    </a:lnTo>
                    <a:cubicBezTo>
                      <a:pt x="232010" y="58903"/>
                      <a:pt x="236449" y="56500"/>
                      <a:pt x="241293" y="55808"/>
                    </a:cubicBezTo>
                    <a:cubicBezTo>
                      <a:pt x="264166" y="52540"/>
                      <a:pt x="272462" y="52492"/>
                      <a:pt x="292351" y="46525"/>
                    </a:cubicBezTo>
                    <a:cubicBezTo>
                      <a:pt x="301724" y="43713"/>
                      <a:pt x="310708" y="39614"/>
                      <a:pt x="320201" y="37241"/>
                    </a:cubicBezTo>
                    <a:cubicBezTo>
                      <a:pt x="375250" y="23480"/>
                      <a:pt x="288084" y="44593"/>
                      <a:pt x="371259" y="27958"/>
                    </a:cubicBezTo>
                    <a:cubicBezTo>
                      <a:pt x="383770" y="25456"/>
                      <a:pt x="408392" y="18675"/>
                      <a:pt x="408392" y="18675"/>
                    </a:cubicBezTo>
                    <a:cubicBezTo>
                      <a:pt x="406845" y="14033"/>
                      <a:pt x="407210" y="8210"/>
                      <a:pt x="403750" y="4750"/>
                    </a:cubicBezTo>
                    <a:cubicBezTo>
                      <a:pt x="393255" y="-5745"/>
                      <a:pt x="355765" y="4366"/>
                      <a:pt x="352692" y="4750"/>
                    </a:cubicBezTo>
                    <a:lnTo>
                      <a:pt x="310918" y="18675"/>
                    </a:lnTo>
                    <a:cubicBezTo>
                      <a:pt x="306276" y="20222"/>
                      <a:pt x="301837" y="22625"/>
                      <a:pt x="296993" y="23317"/>
                    </a:cubicBezTo>
                    <a:cubicBezTo>
                      <a:pt x="276728" y="26212"/>
                      <a:pt x="247337" y="30603"/>
                      <a:pt x="227368" y="32600"/>
                    </a:cubicBezTo>
                    <a:cubicBezTo>
                      <a:pt x="208830" y="34454"/>
                      <a:pt x="190235" y="35694"/>
                      <a:pt x="171669" y="37241"/>
                    </a:cubicBezTo>
                    <a:cubicBezTo>
                      <a:pt x="162386" y="38788"/>
                      <a:pt x="153180" y="40915"/>
                      <a:pt x="143819" y="41883"/>
                    </a:cubicBezTo>
                    <a:cubicBezTo>
                      <a:pt x="50197" y="51568"/>
                      <a:pt x="22363" y="54261"/>
                      <a:pt x="4570" y="6045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ECAB40C4-2D84-D747-A133-7FCA3C8F3DA5}"/>
                  </a:ext>
                </a:extLst>
              </p:cNvPr>
              <p:cNvSpPr/>
              <p:nvPr/>
            </p:nvSpPr>
            <p:spPr>
              <a:xfrm>
                <a:off x="914400" y="2218696"/>
                <a:ext cx="668394" cy="1438904"/>
              </a:xfrm>
              <a:custGeom>
                <a:avLst/>
                <a:gdLst>
                  <a:gd name="connsiteX0" fmla="*/ 204231 w 668394"/>
                  <a:gd name="connsiteY0" fmla="*/ 190307 h 1458216"/>
                  <a:gd name="connsiteX1" fmla="*/ 190306 w 668394"/>
                  <a:gd name="connsiteY1" fmla="*/ 102116 h 1458216"/>
                  <a:gd name="connsiteX2" fmla="*/ 181023 w 668394"/>
                  <a:gd name="connsiteY2" fmla="*/ 74266 h 1458216"/>
                  <a:gd name="connsiteX3" fmla="*/ 176381 w 668394"/>
                  <a:gd name="connsiteY3" fmla="*/ 60342 h 1458216"/>
                  <a:gd name="connsiteX4" fmla="*/ 167098 w 668394"/>
                  <a:gd name="connsiteY4" fmla="*/ 51058 h 1458216"/>
                  <a:gd name="connsiteX5" fmla="*/ 162456 w 668394"/>
                  <a:gd name="connsiteY5" fmla="*/ 37133 h 1458216"/>
                  <a:gd name="connsiteX6" fmla="*/ 148532 w 668394"/>
                  <a:gd name="connsiteY6" fmla="*/ 27850 h 1458216"/>
                  <a:gd name="connsiteX7" fmla="*/ 139248 w 668394"/>
                  <a:gd name="connsiteY7" fmla="*/ 18567 h 1458216"/>
                  <a:gd name="connsiteX8" fmla="*/ 111399 w 668394"/>
                  <a:gd name="connsiteY8" fmla="*/ 0 h 1458216"/>
                  <a:gd name="connsiteX9" fmla="*/ 60341 w 668394"/>
                  <a:gd name="connsiteY9" fmla="*/ 9284 h 1458216"/>
                  <a:gd name="connsiteX10" fmla="*/ 51057 w 668394"/>
                  <a:gd name="connsiteY10" fmla="*/ 18567 h 1458216"/>
                  <a:gd name="connsiteX11" fmla="*/ 37133 w 668394"/>
                  <a:gd name="connsiteY11" fmla="*/ 27850 h 1458216"/>
                  <a:gd name="connsiteX12" fmla="*/ 18566 w 668394"/>
                  <a:gd name="connsiteY12" fmla="*/ 69625 h 1458216"/>
                  <a:gd name="connsiteX13" fmla="*/ 13924 w 668394"/>
                  <a:gd name="connsiteY13" fmla="*/ 83550 h 1458216"/>
                  <a:gd name="connsiteX14" fmla="*/ 9283 w 668394"/>
                  <a:gd name="connsiteY14" fmla="*/ 97475 h 1458216"/>
                  <a:gd name="connsiteX15" fmla="*/ 4641 w 668394"/>
                  <a:gd name="connsiteY15" fmla="*/ 139249 h 1458216"/>
                  <a:gd name="connsiteX16" fmla="*/ 0 w 668394"/>
                  <a:gd name="connsiteY16" fmla="*/ 125324 h 1458216"/>
                  <a:gd name="connsiteX17" fmla="*/ 9283 w 668394"/>
                  <a:gd name="connsiteY17" fmla="*/ 199590 h 1458216"/>
                  <a:gd name="connsiteX18" fmla="*/ 18566 w 668394"/>
                  <a:gd name="connsiteY18" fmla="*/ 241365 h 1458216"/>
                  <a:gd name="connsiteX19" fmla="*/ 23208 w 668394"/>
                  <a:gd name="connsiteY19" fmla="*/ 255290 h 1458216"/>
                  <a:gd name="connsiteX20" fmla="*/ 27849 w 668394"/>
                  <a:gd name="connsiteY20" fmla="*/ 273856 h 1458216"/>
                  <a:gd name="connsiteX21" fmla="*/ 32491 w 668394"/>
                  <a:gd name="connsiteY21" fmla="*/ 287781 h 1458216"/>
                  <a:gd name="connsiteX22" fmla="*/ 41774 w 668394"/>
                  <a:gd name="connsiteY22" fmla="*/ 334197 h 1458216"/>
                  <a:gd name="connsiteX23" fmla="*/ 51057 w 668394"/>
                  <a:gd name="connsiteY23" fmla="*/ 362047 h 1458216"/>
                  <a:gd name="connsiteX24" fmla="*/ 60341 w 668394"/>
                  <a:gd name="connsiteY24" fmla="*/ 371330 h 1458216"/>
                  <a:gd name="connsiteX25" fmla="*/ 74266 w 668394"/>
                  <a:gd name="connsiteY25" fmla="*/ 394539 h 1458216"/>
                  <a:gd name="connsiteX26" fmla="*/ 88190 w 668394"/>
                  <a:gd name="connsiteY26" fmla="*/ 417747 h 1458216"/>
                  <a:gd name="connsiteX27" fmla="*/ 97474 w 668394"/>
                  <a:gd name="connsiteY27" fmla="*/ 445596 h 1458216"/>
                  <a:gd name="connsiteX28" fmla="*/ 116040 w 668394"/>
                  <a:gd name="connsiteY28" fmla="*/ 468805 h 1458216"/>
                  <a:gd name="connsiteX29" fmla="*/ 125323 w 668394"/>
                  <a:gd name="connsiteY29" fmla="*/ 482729 h 1458216"/>
                  <a:gd name="connsiteX30" fmla="*/ 148532 w 668394"/>
                  <a:gd name="connsiteY30" fmla="*/ 501296 h 1458216"/>
                  <a:gd name="connsiteX31" fmla="*/ 162456 w 668394"/>
                  <a:gd name="connsiteY31" fmla="*/ 529146 h 1458216"/>
                  <a:gd name="connsiteX32" fmla="*/ 171740 w 668394"/>
                  <a:gd name="connsiteY32" fmla="*/ 538429 h 1458216"/>
                  <a:gd name="connsiteX33" fmla="*/ 181023 w 668394"/>
                  <a:gd name="connsiteY33" fmla="*/ 552354 h 1458216"/>
                  <a:gd name="connsiteX34" fmla="*/ 208873 w 668394"/>
                  <a:gd name="connsiteY34" fmla="*/ 566279 h 1458216"/>
                  <a:gd name="connsiteX35" fmla="*/ 227439 w 668394"/>
                  <a:gd name="connsiteY35" fmla="*/ 561637 h 1458216"/>
                  <a:gd name="connsiteX36" fmla="*/ 250647 w 668394"/>
                  <a:gd name="connsiteY36" fmla="*/ 556995 h 1458216"/>
                  <a:gd name="connsiteX37" fmla="*/ 278497 w 668394"/>
                  <a:gd name="connsiteY37" fmla="*/ 547712 h 1458216"/>
                  <a:gd name="connsiteX38" fmla="*/ 297064 w 668394"/>
                  <a:gd name="connsiteY38" fmla="*/ 543070 h 1458216"/>
                  <a:gd name="connsiteX39" fmla="*/ 269214 w 668394"/>
                  <a:gd name="connsiteY39" fmla="*/ 547712 h 1458216"/>
                  <a:gd name="connsiteX40" fmla="*/ 255289 w 668394"/>
                  <a:gd name="connsiteY40" fmla="*/ 575562 h 1458216"/>
                  <a:gd name="connsiteX41" fmla="*/ 269214 w 668394"/>
                  <a:gd name="connsiteY41" fmla="*/ 584845 h 1458216"/>
                  <a:gd name="connsiteX42" fmla="*/ 297064 w 668394"/>
                  <a:gd name="connsiteY42" fmla="*/ 598770 h 1458216"/>
                  <a:gd name="connsiteX43" fmla="*/ 315630 w 668394"/>
                  <a:gd name="connsiteY43" fmla="*/ 621978 h 1458216"/>
                  <a:gd name="connsiteX44" fmla="*/ 320272 w 668394"/>
                  <a:gd name="connsiteY44" fmla="*/ 635903 h 1458216"/>
                  <a:gd name="connsiteX45" fmla="*/ 338838 w 668394"/>
                  <a:gd name="connsiteY45" fmla="*/ 663753 h 1458216"/>
                  <a:gd name="connsiteX46" fmla="*/ 352763 w 668394"/>
                  <a:gd name="connsiteY46" fmla="*/ 705527 h 1458216"/>
                  <a:gd name="connsiteX47" fmla="*/ 357405 w 668394"/>
                  <a:gd name="connsiteY47" fmla="*/ 719452 h 1458216"/>
                  <a:gd name="connsiteX48" fmla="*/ 366688 w 668394"/>
                  <a:gd name="connsiteY48" fmla="*/ 733377 h 1458216"/>
                  <a:gd name="connsiteX49" fmla="*/ 375971 w 668394"/>
                  <a:gd name="connsiteY49" fmla="*/ 761227 h 1458216"/>
                  <a:gd name="connsiteX50" fmla="*/ 380613 w 668394"/>
                  <a:gd name="connsiteY50" fmla="*/ 775152 h 1458216"/>
                  <a:gd name="connsiteX51" fmla="*/ 394538 w 668394"/>
                  <a:gd name="connsiteY51" fmla="*/ 803001 h 1458216"/>
                  <a:gd name="connsiteX52" fmla="*/ 403821 w 668394"/>
                  <a:gd name="connsiteY52" fmla="*/ 849418 h 1458216"/>
                  <a:gd name="connsiteX53" fmla="*/ 413104 w 668394"/>
                  <a:gd name="connsiteY53" fmla="*/ 863343 h 1458216"/>
                  <a:gd name="connsiteX54" fmla="*/ 417746 w 668394"/>
                  <a:gd name="connsiteY54" fmla="*/ 919042 h 1458216"/>
                  <a:gd name="connsiteX55" fmla="*/ 427029 w 668394"/>
                  <a:gd name="connsiteY55" fmla="*/ 946892 h 1458216"/>
                  <a:gd name="connsiteX56" fmla="*/ 436312 w 668394"/>
                  <a:gd name="connsiteY56" fmla="*/ 974742 h 1458216"/>
                  <a:gd name="connsiteX57" fmla="*/ 440954 w 668394"/>
                  <a:gd name="connsiteY57" fmla="*/ 988666 h 1458216"/>
                  <a:gd name="connsiteX58" fmla="*/ 445596 w 668394"/>
                  <a:gd name="connsiteY58" fmla="*/ 1002591 h 1458216"/>
                  <a:gd name="connsiteX59" fmla="*/ 454879 w 668394"/>
                  <a:gd name="connsiteY59" fmla="*/ 1011875 h 1458216"/>
                  <a:gd name="connsiteX60" fmla="*/ 459520 w 668394"/>
                  <a:gd name="connsiteY60" fmla="*/ 1025799 h 1458216"/>
                  <a:gd name="connsiteX61" fmla="*/ 468804 w 668394"/>
                  <a:gd name="connsiteY61" fmla="*/ 1058291 h 1458216"/>
                  <a:gd name="connsiteX62" fmla="*/ 478087 w 668394"/>
                  <a:gd name="connsiteY62" fmla="*/ 1072216 h 1458216"/>
                  <a:gd name="connsiteX63" fmla="*/ 487370 w 668394"/>
                  <a:gd name="connsiteY63" fmla="*/ 1100065 h 1458216"/>
                  <a:gd name="connsiteX64" fmla="*/ 492012 w 668394"/>
                  <a:gd name="connsiteY64" fmla="*/ 1113990 h 1458216"/>
                  <a:gd name="connsiteX65" fmla="*/ 501295 w 668394"/>
                  <a:gd name="connsiteY65" fmla="*/ 1123274 h 1458216"/>
                  <a:gd name="connsiteX66" fmla="*/ 496653 w 668394"/>
                  <a:gd name="connsiteY66" fmla="*/ 1137198 h 1458216"/>
                  <a:gd name="connsiteX67" fmla="*/ 505937 w 668394"/>
                  <a:gd name="connsiteY67" fmla="*/ 1165048 h 1458216"/>
                  <a:gd name="connsiteX68" fmla="*/ 510578 w 668394"/>
                  <a:gd name="connsiteY68" fmla="*/ 1178973 h 1458216"/>
                  <a:gd name="connsiteX69" fmla="*/ 515220 w 668394"/>
                  <a:gd name="connsiteY69" fmla="*/ 1192898 h 1458216"/>
                  <a:gd name="connsiteX70" fmla="*/ 519862 w 668394"/>
                  <a:gd name="connsiteY70" fmla="*/ 1211464 h 1458216"/>
                  <a:gd name="connsiteX71" fmla="*/ 529145 w 668394"/>
                  <a:gd name="connsiteY71" fmla="*/ 1225389 h 1458216"/>
                  <a:gd name="connsiteX72" fmla="*/ 533786 w 668394"/>
                  <a:gd name="connsiteY72" fmla="*/ 1239314 h 1458216"/>
                  <a:gd name="connsiteX73" fmla="*/ 543070 w 668394"/>
                  <a:gd name="connsiteY73" fmla="*/ 1248597 h 1458216"/>
                  <a:gd name="connsiteX74" fmla="*/ 552353 w 668394"/>
                  <a:gd name="connsiteY74" fmla="*/ 1276447 h 1458216"/>
                  <a:gd name="connsiteX75" fmla="*/ 556995 w 668394"/>
                  <a:gd name="connsiteY75" fmla="*/ 1290372 h 1458216"/>
                  <a:gd name="connsiteX76" fmla="*/ 570919 w 668394"/>
                  <a:gd name="connsiteY76" fmla="*/ 1299655 h 1458216"/>
                  <a:gd name="connsiteX77" fmla="*/ 566278 w 668394"/>
                  <a:gd name="connsiteY77" fmla="*/ 1336788 h 1458216"/>
                  <a:gd name="connsiteX78" fmla="*/ 575561 w 668394"/>
                  <a:gd name="connsiteY78" fmla="*/ 1364638 h 1458216"/>
                  <a:gd name="connsiteX79" fmla="*/ 580203 w 668394"/>
                  <a:gd name="connsiteY79" fmla="*/ 1378563 h 1458216"/>
                  <a:gd name="connsiteX80" fmla="*/ 589486 w 668394"/>
                  <a:gd name="connsiteY80" fmla="*/ 1392488 h 1458216"/>
                  <a:gd name="connsiteX81" fmla="*/ 594128 w 668394"/>
                  <a:gd name="connsiteY81" fmla="*/ 1406413 h 1458216"/>
                  <a:gd name="connsiteX82" fmla="*/ 617336 w 668394"/>
                  <a:gd name="connsiteY82" fmla="*/ 1429621 h 1458216"/>
                  <a:gd name="connsiteX83" fmla="*/ 640544 w 668394"/>
                  <a:gd name="connsiteY83" fmla="*/ 1448187 h 1458216"/>
                  <a:gd name="connsiteX84" fmla="*/ 654469 w 668394"/>
                  <a:gd name="connsiteY84" fmla="*/ 1457470 h 1458216"/>
                  <a:gd name="connsiteX85" fmla="*/ 668394 w 668394"/>
                  <a:gd name="connsiteY85" fmla="*/ 1411054 h 1458216"/>
                  <a:gd name="connsiteX86" fmla="*/ 663752 w 668394"/>
                  <a:gd name="connsiteY86" fmla="*/ 1369280 h 1458216"/>
                  <a:gd name="connsiteX87" fmla="*/ 654469 w 668394"/>
                  <a:gd name="connsiteY87" fmla="*/ 1327505 h 1458216"/>
                  <a:gd name="connsiteX88" fmla="*/ 645185 w 668394"/>
                  <a:gd name="connsiteY88" fmla="*/ 1276447 h 1458216"/>
                  <a:gd name="connsiteX89" fmla="*/ 621977 w 668394"/>
                  <a:gd name="connsiteY89" fmla="*/ 1216106 h 1458216"/>
                  <a:gd name="connsiteX90" fmla="*/ 612694 w 668394"/>
                  <a:gd name="connsiteY90" fmla="*/ 1178973 h 1458216"/>
                  <a:gd name="connsiteX91" fmla="*/ 608052 w 668394"/>
                  <a:gd name="connsiteY91" fmla="*/ 1160407 h 1458216"/>
                  <a:gd name="connsiteX92" fmla="*/ 598769 w 668394"/>
                  <a:gd name="connsiteY92" fmla="*/ 1132557 h 1458216"/>
                  <a:gd name="connsiteX93" fmla="*/ 603411 w 668394"/>
                  <a:gd name="connsiteY93" fmla="*/ 1021158 h 1458216"/>
                  <a:gd name="connsiteX94" fmla="*/ 608052 w 668394"/>
                  <a:gd name="connsiteY94" fmla="*/ 1002591 h 1458216"/>
                  <a:gd name="connsiteX95" fmla="*/ 594128 w 668394"/>
                  <a:gd name="connsiteY95" fmla="*/ 970100 h 1458216"/>
                  <a:gd name="connsiteX96" fmla="*/ 575561 w 668394"/>
                  <a:gd name="connsiteY96" fmla="*/ 928325 h 1458216"/>
                  <a:gd name="connsiteX97" fmla="*/ 566278 w 668394"/>
                  <a:gd name="connsiteY97" fmla="*/ 891192 h 1458216"/>
                  <a:gd name="connsiteX98" fmla="*/ 561636 w 668394"/>
                  <a:gd name="connsiteY98" fmla="*/ 844776 h 1458216"/>
                  <a:gd name="connsiteX99" fmla="*/ 556995 w 668394"/>
                  <a:gd name="connsiteY99" fmla="*/ 793718 h 1458216"/>
                  <a:gd name="connsiteX100" fmla="*/ 547711 w 668394"/>
                  <a:gd name="connsiteY100" fmla="*/ 756585 h 1458216"/>
                  <a:gd name="connsiteX101" fmla="*/ 529145 w 668394"/>
                  <a:gd name="connsiteY101" fmla="*/ 728735 h 1458216"/>
                  <a:gd name="connsiteX102" fmla="*/ 510578 w 668394"/>
                  <a:gd name="connsiteY102" fmla="*/ 696244 h 1458216"/>
                  <a:gd name="connsiteX103" fmla="*/ 501295 w 668394"/>
                  <a:gd name="connsiteY103" fmla="*/ 668394 h 1458216"/>
                  <a:gd name="connsiteX104" fmla="*/ 492012 w 668394"/>
                  <a:gd name="connsiteY104" fmla="*/ 654469 h 1458216"/>
                  <a:gd name="connsiteX105" fmla="*/ 478087 w 668394"/>
                  <a:gd name="connsiteY105" fmla="*/ 626620 h 1458216"/>
                  <a:gd name="connsiteX106" fmla="*/ 459520 w 668394"/>
                  <a:gd name="connsiteY106" fmla="*/ 608053 h 1458216"/>
                  <a:gd name="connsiteX107" fmla="*/ 427029 w 668394"/>
                  <a:gd name="connsiteY107" fmla="*/ 566279 h 1458216"/>
                  <a:gd name="connsiteX108" fmla="*/ 371330 w 668394"/>
                  <a:gd name="connsiteY108" fmla="*/ 538429 h 1458216"/>
                  <a:gd name="connsiteX109" fmla="*/ 362046 w 668394"/>
                  <a:gd name="connsiteY109" fmla="*/ 529146 h 1458216"/>
                  <a:gd name="connsiteX110" fmla="*/ 334197 w 668394"/>
                  <a:gd name="connsiteY110" fmla="*/ 510579 h 1458216"/>
                  <a:gd name="connsiteX111" fmla="*/ 324913 w 668394"/>
                  <a:gd name="connsiteY111" fmla="*/ 501296 h 1458216"/>
                  <a:gd name="connsiteX112" fmla="*/ 315630 w 668394"/>
                  <a:gd name="connsiteY112" fmla="*/ 487371 h 1458216"/>
                  <a:gd name="connsiteX113" fmla="*/ 301705 w 668394"/>
                  <a:gd name="connsiteY113" fmla="*/ 478088 h 1458216"/>
                  <a:gd name="connsiteX114" fmla="*/ 273855 w 668394"/>
                  <a:gd name="connsiteY114" fmla="*/ 440955 h 1458216"/>
                  <a:gd name="connsiteX115" fmla="*/ 269214 w 668394"/>
                  <a:gd name="connsiteY115" fmla="*/ 427030 h 1458216"/>
                  <a:gd name="connsiteX116" fmla="*/ 259931 w 668394"/>
                  <a:gd name="connsiteY116" fmla="*/ 413105 h 1458216"/>
                  <a:gd name="connsiteX117" fmla="*/ 250647 w 668394"/>
                  <a:gd name="connsiteY117" fmla="*/ 394539 h 1458216"/>
                  <a:gd name="connsiteX118" fmla="*/ 236722 w 668394"/>
                  <a:gd name="connsiteY118" fmla="*/ 348122 h 1458216"/>
                  <a:gd name="connsiteX119" fmla="*/ 232081 w 668394"/>
                  <a:gd name="connsiteY119" fmla="*/ 334197 h 1458216"/>
                  <a:gd name="connsiteX120" fmla="*/ 213514 w 668394"/>
                  <a:gd name="connsiteY120" fmla="*/ 287781 h 1458216"/>
                  <a:gd name="connsiteX121" fmla="*/ 208873 w 668394"/>
                  <a:gd name="connsiteY121" fmla="*/ 264573 h 1458216"/>
                  <a:gd name="connsiteX122" fmla="*/ 204231 w 668394"/>
                  <a:gd name="connsiteY122" fmla="*/ 190307 h 1458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</a:cxnLst>
                <a:rect l="l" t="t" r="r" b="b"/>
                <a:pathLst>
                  <a:path w="668394" h="1458216">
                    <a:moveTo>
                      <a:pt x="204231" y="190307"/>
                    </a:moveTo>
                    <a:cubicBezTo>
                      <a:pt x="201759" y="173002"/>
                      <a:pt x="193075" y="110422"/>
                      <a:pt x="190306" y="102116"/>
                    </a:cubicBezTo>
                    <a:lnTo>
                      <a:pt x="181023" y="74266"/>
                    </a:lnTo>
                    <a:cubicBezTo>
                      <a:pt x="179476" y="69625"/>
                      <a:pt x="179840" y="63802"/>
                      <a:pt x="176381" y="60342"/>
                    </a:cubicBezTo>
                    <a:lnTo>
                      <a:pt x="167098" y="51058"/>
                    </a:lnTo>
                    <a:cubicBezTo>
                      <a:pt x="165551" y="46416"/>
                      <a:pt x="165512" y="40954"/>
                      <a:pt x="162456" y="37133"/>
                    </a:cubicBezTo>
                    <a:cubicBezTo>
                      <a:pt x="158971" y="32777"/>
                      <a:pt x="152888" y="31335"/>
                      <a:pt x="148532" y="27850"/>
                    </a:cubicBezTo>
                    <a:cubicBezTo>
                      <a:pt x="145115" y="25116"/>
                      <a:pt x="142749" y="21193"/>
                      <a:pt x="139248" y="18567"/>
                    </a:cubicBezTo>
                    <a:cubicBezTo>
                      <a:pt x="130322" y="11873"/>
                      <a:pt x="111399" y="0"/>
                      <a:pt x="111399" y="0"/>
                    </a:cubicBezTo>
                    <a:cubicBezTo>
                      <a:pt x="106276" y="640"/>
                      <a:pt x="71640" y="2505"/>
                      <a:pt x="60341" y="9284"/>
                    </a:cubicBezTo>
                    <a:cubicBezTo>
                      <a:pt x="56588" y="11536"/>
                      <a:pt x="54474" y="15833"/>
                      <a:pt x="51057" y="18567"/>
                    </a:cubicBezTo>
                    <a:cubicBezTo>
                      <a:pt x="46701" y="22052"/>
                      <a:pt x="41774" y="24756"/>
                      <a:pt x="37133" y="27850"/>
                    </a:cubicBezTo>
                    <a:cubicBezTo>
                      <a:pt x="22420" y="49917"/>
                      <a:pt x="29614" y="36481"/>
                      <a:pt x="18566" y="69625"/>
                    </a:cubicBezTo>
                    <a:lnTo>
                      <a:pt x="13924" y="83550"/>
                    </a:lnTo>
                    <a:lnTo>
                      <a:pt x="9283" y="97475"/>
                    </a:lnTo>
                    <a:cubicBezTo>
                      <a:pt x="7736" y="111400"/>
                      <a:pt x="9071" y="125958"/>
                      <a:pt x="4641" y="139249"/>
                    </a:cubicBezTo>
                    <a:cubicBezTo>
                      <a:pt x="3094" y="143891"/>
                      <a:pt x="0" y="120431"/>
                      <a:pt x="0" y="125324"/>
                    </a:cubicBezTo>
                    <a:cubicBezTo>
                      <a:pt x="0" y="177504"/>
                      <a:pt x="1892" y="166331"/>
                      <a:pt x="9283" y="199590"/>
                    </a:cubicBezTo>
                    <a:cubicBezTo>
                      <a:pt x="14071" y="221138"/>
                      <a:pt x="12903" y="221546"/>
                      <a:pt x="18566" y="241365"/>
                    </a:cubicBezTo>
                    <a:cubicBezTo>
                      <a:pt x="19910" y="246070"/>
                      <a:pt x="21864" y="250585"/>
                      <a:pt x="23208" y="255290"/>
                    </a:cubicBezTo>
                    <a:cubicBezTo>
                      <a:pt x="24960" y="261424"/>
                      <a:pt x="26097" y="267722"/>
                      <a:pt x="27849" y="273856"/>
                    </a:cubicBezTo>
                    <a:cubicBezTo>
                      <a:pt x="29193" y="278561"/>
                      <a:pt x="31391" y="283014"/>
                      <a:pt x="32491" y="287781"/>
                    </a:cubicBezTo>
                    <a:cubicBezTo>
                      <a:pt x="36039" y="303155"/>
                      <a:pt x="36785" y="319228"/>
                      <a:pt x="41774" y="334197"/>
                    </a:cubicBezTo>
                    <a:cubicBezTo>
                      <a:pt x="44868" y="343480"/>
                      <a:pt x="44137" y="355128"/>
                      <a:pt x="51057" y="362047"/>
                    </a:cubicBezTo>
                    <a:lnTo>
                      <a:pt x="60341" y="371330"/>
                    </a:lnTo>
                    <a:cubicBezTo>
                      <a:pt x="73486" y="410772"/>
                      <a:pt x="55153" y="362684"/>
                      <a:pt x="74266" y="394539"/>
                    </a:cubicBezTo>
                    <a:cubicBezTo>
                      <a:pt x="92345" y="424670"/>
                      <a:pt x="64665" y="394220"/>
                      <a:pt x="88190" y="417747"/>
                    </a:cubicBezTo>
                    <a:cubicBezTo>
                      <a:pt x="91285" y="427030"/>
                      <a:pt x="92046" y="437454"/>
                      <a:pt x="97474" y="445596"/>
                    </a:cubicBezTo>
                    <a:cubicBezTo>
                      <a:pt x="126038" y="488444"/>
                      <a:pt x="89591" y="435743"/>
                      <a:pt x="116040" y="468805"/>
                    </a:cubicBezTo>
                    <a:cubicBezTo>
                      <a:pt x="119525" y="473161"/>
                      <a:pt x="121838" y="478373"/>
                      <a:pt x="125323" y="482729"/>
                    </a:cubicBezTo>
                    <a:cubicBezTo>
                      <a:pt x="132883" y="492179"/>
                      <a:pt x="138191" y="494402"/>
                      <a:pt x="148532" y="501296"/>
                    </a:cubicBezTo>
                    <a:cubicBezTo>
                      <a:pt x="153434" y="516003"/>
                      <a:pt x="152173" y="516293"/>
                      <a:pt x="162456" y="529146"/>
                    </a:cubicBezTo>
                    <a:cubicBezTo>
                      <a:pt x="165190" y="532563"/>
                      <a:pt x="169006" y="535012"/>
                      <a:pt x="171740" y="538429"/>
                    </a:cubicBezTo>
                    <a:cubicBezTo>
                      <a:pt x="175225" y="542785"/>
                      <a:pt x="177078" y="548409"/>
                      <a:pt x="181023" y="552354"/>
                    </a:cubicBezTo>
                    <a:cubicBezTo>
                      <a:pt x="190020" y="561351"/>
                      <a:pt x="197549" y="562504"/>
                      <a:pt x="208873" y="566279"/>
                    </a:cubicBezTo>
                    <a:cubicBezTo>
                      <a:pt x="215062" y="564732"/>
                      <a:pt x="221212" y="563021"/>
                      <a:pt x="227439" y="561637"/>
                    </a:cubicBezTo>
                    <a:cubicBezTo>
                      <a:pt x="235140" y="559925"/>
                      <a:pt x="243036" y="559071"/>
                      <a:pt x="250647" y="556995"/>
                    </a:cubicBezTo>
                    <a:cubicBezTo>
                      <a:pt x="260088" y="554420"/>
                      <a:pt x="269004" y="550085"/>
                      <a:pt x="278497" y="547712"/>
                    </a:cubicBezTo>
                    <a:cubicBezTo>
                      <a:pt x="284686" y="546165"/>
                      <a:pt x="303443" y="543070"/>
                      <a:pt x="297064" y="543070"/>
                    </a:cubicBezTo>
                    <a:cubicBezTo>
                      <a:pt x="287653" y="543070"/>
                      <a:pt x="278497" y="546165"/>
                      <a:pt x="269214" y="547712"/>
                    </a:cubicBezTo>
                    <a:cubicBezTo>
                      <a:pt x="267260" y="550644"/>
                      <a:pt x="252887" y="569557"/>
                      <a:pt x="255289" y="575562"/>
                    </a:cubicBezTo>
                    <a:cubicBezTo>
                      <a:pt x="257361" y="580742"/>
                      <a:pt x="264224" y="582350"/>
                      <a:pt x="269214" y="584845"/>
                    </a:cubicBezTo>
                    <a:cubicBezTo>
                      <a:pt x="307648" y="604062"/>
                      <a:pt x="257157" y="572166"/>
                      <a:pt x="297064" y="598770"/>
                    </a:cubicBezTo>
                    <a:cubicBezTo>
                      <a:pt x="308728" y="633768"/>
                      <a:pt x="291637" y="591988"/>
                      <a:pt x="315630" y="621978"/>
                    </a:cubicBezTo>
                    <a:cubicBezTo>
                      <a:pt x="318687" y="625799"/>
                      <a:pt x="317896" y="631626"/>
                      <a:pt x="320272" y="635903"/>
                    </a:cubicBezTo>
                    <a:cubicBezTo>
                      <a:pt x="325690" y="645656"/>
                      <a:pt x="335310" y="653168"/>
                      <a:pt x="338838" y="663753"/>
                    </a:cubicBezTo>
                    <a:lnTo>
                      <a:pt x="352763" y="705527"/>
                    </a:lnTo>
                    <a:cubicBezTo>
                      <a:pt x="354310" y="710169"/>
                      <a:pt x="354691" y="715381"/>
                      <a:pt x="357405" y="719452"/>
                    </a:cubicBezTo>
                    <a:cubicBezTo>
                      <a:pt x="360499" y="724094"/>
                      <a:pt x="364422" y="728279"/>
                      <a:pt x="366688" y="733377"/>
                    </a:cubicBezTo>
                    <a:cubicBezTo>
                      <a:pt x="370662" y="742319"/>
                      <a:pt x="372877" y="751944"/>
                      <a:pt x="375971" y="761227"/>
                    </a:cubicBezTo>
                    <a:cubicBezTo>
                      <a:pt x="377518" y="765869"/>
                      <a:pt x="377899" y="771081"/>
                      <a:pt x="380613" y="775152"/>
                    </a:cubicBezTo>
                    <a:cubicBezTo>
                      <a:pt x="392610" y="793148"/>
                      <a:pt x="388132" y="783785"/>
                      <a:pt x="394538" y="803001"/>
                    </a:cubicBezTo>
                    <a:cubicBezTo>
                      <a:pt x="396249" y="814981"/>
                      <a:pt x="397339" y="836453"/>
                      <a:pt x="403821" y="849418"/>
                    </a:cubicBezTo>
                    <a:cubicBezTo>
                      <a:pt x="406316" y="854408"/>
                      <a:pt x="410010" y="858701"/>
                      <a:pt x="413104" y="863343"/>
                    </a:cubicBezTo>
                    <a:cubicBezTo>
                      <a:pt x="414651" y="881909"/>
                      <a:pt x="414683" y="900665"/>
                      <a:pt x="417746" y="919042"/>
                    </a:cubicBezTo>
                    <a:cubicBezTo>
                      <a:pt x="419355" y="928694"/>
                      <a:pt x="423935" y="937609"/>
                      <a:pt x="427029" y="946892"/>
                    </a:cubicBezTo>
                    <a:lnTo>
                      <a:pt x="436312" y="974742"/>
                    </a:lnTo>
                    <a:lnTo>
                      <a:pt x="440954" y="988666"/>
                    </a:lnTo>
                    <a:cubicBezTo>
                      <a:pt x="442501" y="993308"/>
                      <a:pt x="442136" y="999131"/>
                      <a:pt x="445596" y="1002591"/>
                    </a:cubicBezTo>
                    <a:lnTo>
                      <a:pt x="454879" y="1011875"/>
                    </a:lnTo>
                    <a:cubicBezTo>
                      <a:pt x="456426" y="1016516"/>
                      <a:pt x="458176" y="1021095"/>
                      <a:pt x="459520" y="1025799"/>
                    </a:cubicBezTo>
                    <a:cubicBezTo>
                      <a:pt x="461503" y="1032741"/>
                      <a:pt x="465094" y="1050871"/>
                      <a:pt x="468804" y="1058291"/>
                    </a:cubicBezTo>
                    <a:cubicBezTo>
                      <a:pt x="471299" y="1063281"/>
                      <a:pt x="475821" y="1067118"/>
                      <a:pt x="478087" y="1072216"/>
                    </a:cubicBezTo>
                    <a:cubicBezTo>
                      <a:pt x="482061" y="1081158"/>
                      <a:pt x="484276" y="1090782"/>
                      <a:pt x="487370" y="1100065"/>
                    </a:cubicBezTo>
                    <a:cubicBezTo>
                      <a:pt x="488917" y="1104707"/>
                      <a:pt x="488552" y="1110530"/>
                      <a:pt x="492012" y="1113990"/>
                    </a:cubicBezTo>
                    <a:lnTo>
                      <a:pt x="501295" y="1123274"/>
                    </a:lnTo>
                    <a:cubicBezTo>
                      <a:pt x="499748" y="1127915"/>
                      <a:pt x="496113" y="1132335"/>
                      <a:pt x="496653" y="1137198"/>
                    </a:cubicBezTo>
                    <a:cubicBezTo>
                      <a:pt x="497734" y="1146924"/>
                      <a:pt x="502843" y="1155765"/>
                      <a:pt x="505937" y="1165048"/>
                    </a:cubicBezTo>
                    <a:lnTo>
                      <a:pt x="510578" y="1178973"/>
                    </a:lnTo>
                    <a:cubicBezTo>
                      <a:pt x="512125" y="1183615"/>
                      <a:pt x="514033" y="1188151"/>
                      <a:pt x="515220" y="1192898"/>
                    </a:cubicBezTo>
                    <a:cubicBezTo>
                      <a:pt x="516767" y="1199087"/>
                      <a:pt x="517349" y="1205601"/>
                      <a:pt x="519862" y="1211464"/>
                    </a:cubicBezTo>
                    <a:cubicBezTo>
                      <a:pt x="522060" y="1216591"/>
                      <a:pt x="526051" y="1220747"/>
                      <a:pt x="529145" y="1225389"/>
                    </a:cubicBezTo>
                    <a:cubicBezTo>
                      <a:pt x="530692" y="1230031"/>
                      <a:pt x="531269" y="1235119"/>
                      <a:pt x="533786" y="1239314"/>
                    </a:cubicBezTo>
                    <a:cubicBezTo>
                      <a:pt x="536038" y="1243067"/>
                      <a:pt x="541113" y="1244683"/>
                      <a:pt x="543070" y="1248597"/>
                    </a:cubicBezTo>
                    <a:cubicBezTo>
                      <a:pt x="547446" y="1257349"/>
                      <a:pt x="549259" y="1267164"/>
                      <a:pt x="552353" y="1276447"/>
                    </a:cubicBezTo>
                    <a:cubicBezTo>
                      <a:pt x="553900" y="1281089"/>
                      <a:pt x="552924" y="1287658"/>
                      <a:pt x="556995" y="1290372"/>
                    </a:cubicBezTo>
                    <a:lnTo>
                      <a:pt x="570919" y="1299655"/>
                    </a:lnTo>
                    <a:cubicBezTo>
                      <a:pt x="569372" y="1312033"/>
                      <a:pt x="565389" y="1324346"/>
                      <a:pt x="566278" y="1336788"/>
                    </a:cubicBezTo>
                    <a:cubicBezTo>
                      <a:pt x="566975" y="1346549"/>
                      <a:pt x="572467" y="1355355"/>
                      <a:pt x="575561" y="1364638"/>
                    </a:cubicBezTo>
                    <a:cubicBezTo>
                      <a:pt x="577108" y="1369280"/>
                      <a:pt x="577489" y="1374492"/>
                      <a:pt x="580203" y="1378563"/>
                    </a:cubicBezTo>
                    <a:cubicBezTo>
                      <a:pt x="583297" y="1383205"/>
                      <a:pt x="586991" y="1387498"/>
                      <a:pt x="589486" y="1392488"/>
                    </a:cubicBezTo>
                    <a:cubicBezTo>
                      <a:pt x="591674" y="1396864"/>
                      <a:pt x="591192" y="1402499"/>
                      <a:pt x="594128" y="1406413"/>
                    </a:cubicBezTo>
                    <a:cubicBezTo>
                      <a:pt x="600692" y="1415165"/>
                      <a:pt x="611268" y="1420518"/>
                      <a:pt x="617336" y="1429621"/>
                    </a:cubicBezTo>
                    <a:cubicBezTo>
                      <a:pt x="629333" y="1447617"/>
                      <a:pt x="621327" y="1441782"/>
                      <a:pt x="640544" y="1448187"/>
                    </a:cubicBezTo>
                    <a:cubicBezTo>
                      <a:pt x="645186" y="1451281"/>
                      <a:pt x="650113" y="1460955"/>
                      <a:pt x="654469" y="1457470"/>
                    </a:cubicBezTo>
                    <a:cubicBezTo>
                      <a:pt x="658000" y="1454645"/>
                      <a:pt x="666444" y="1418853"/>
                      <a:pt x="668394" y="1411054"/>
                    </a:cubicBezTo>
                    <a:cubicBezTo>
                      <a:pt x="666847" y="1397129"/>
                      <a:pt x="665734" y="1383150"/>
                      <a:pt x="663752" y="1369280"/>
                    </a:cubicBezTo>
                    <a:cubicBezTo>
                      <a:pt x="657613" y="1326309"/>
                      <a:pt x="661222" y="1364648"/>
                      <a:pt x="654469" y="1327505"/>
                    </a:cubicBezTo>
                    <a:cubicBezTo>
                      <a:pt x="651280" y="1309967"/>
                      <a:pt x="651107" y="1293226"/>
                      <a:pt x="645185" y="1276447"/>
                    </a:cubicBezTo>
                    <a:cubicBezTo>
                      <a:pt x="638013" y="1256126"/>
                      <a:pt x="621977" y="1216106"/>
                      <a:pt x="621977" y="1216106"/>
                    </a:cubicBezTo>
                    <a:cubicBezTo>
                      <a:pt x="612544" y="1168935"/>
                      <a:pt x="622208" y="1212268"/>
                      <a:pt x="612694" y="1178973"/>
                    </a:cubicBezTo>
                    <a:cubicBezTo>
                      <a:pt x="610941" y="1172839"/>
                      <a:pt x="609885" y="1166517"/>
                      <a:pt x="608052" y="1160407"/>
                    </a:cubicBezTo>
                    <a:cubicBezTo>
                      <a:pt x="605240" y="1151034"/>
                      <a:pt x="598769" y="1132557"/>
                      <a:pt x="598769" y="1132557"/>
                    </a:cubicBezTo>
                    <a:cubicBezTo>
                      <a:pt x="600316" y="1095424"/>
                      <a:pt x="600763" y="1058229"/>
                      <a:pt x="603411" y="1021158"/>
                    </a:cubicBezTo>
                    <a:cubicBezTo>
                      <a:pt x="603866" y="1014795"/>
                      <a:pt x="608052" y="1008970"/>
                      <a:pt x="608052" y="1002591"/>
                    </a:cubicBezTo>
                    <a:cubicBezTo>
                      <a:pt x="608052" y="985438"/>
                      <a:pt x="601708" y="983364"/>
                      <a:pt x="594128" y="970100"/>
                    </a:cubicBezTo>
                    <a:cubicBezTo>
                      <a:pt x="586454" y="956670"/>
                      <a:pt x="580989" y="942799"/>
                      <a:pt x="575561" y="928325"/>
                    </a:cubicBezTo>
                    <a:cubicBezTo>
                      <a:pt x="570712" y="915395"/>
                      <a:pt x="568189" y="905526"/>
                      <a:pt x="566278" y="891192"/>
                    </a:cubicBezTo>
                    <a:cubicBezTo>
                      <a:pt x="564223" y="875779"/>
                      <a:pt x="563110" y="860255"/>
                      <a:pt x="561636" y="844776"/>
                    </a:cubicBezTo>
                    <a:cubicBezTo>
                      <a:pt x="560016" y="827763"/>
                      <a:pt x="559660" y="810598"/>
                      <a:pt x="556995" y="793718"/>
                    </a:cubicBezTo>
                    <a:cubicBezTo>
                      <a:pt x="555005" y="781115"/>
                      <a:pt x="554788" y="767201"/>
                      <a:pt x="547711" y="756585"/>
                    </a:cubicBezTo>
                    <a:cubicBezTo>
                      <a:pt x="541522" y="747302"/>
                      <a:pt x="534135" y="738714"/>
                      <a:pt x="529145" y="728735"/>
                    </a:cubicBezTo>
                    <a:cubicBezTo>
                      <a:pt x="517367" y="705179"/>
                      <a:pt x="523700" y="715926"/>
                      <a:pt x="510578" y="696244"/>
                    </a:cubicBezTo>
                    <a:cubicBezTo>
                      <a:pt x="507484" y="686961"/>
                      <a:pt x="506723" y="676536"/>
                      <a:pt x="501295" y="668394"/>
                    </a:cubicBezTo>
                    <a:cubicBezTo>
                      <a:pt x="498201" y="663752"/>
                      <a:pt x="494507" y="659459"/>
                      <a:pt x="492012" y="654469"/>
                    </a:cubicBezTo>
                    <a:cubicBezTo>
                      <a:pt x="482130" y="634705"/>
                      <a:pt x="494047" y="645241"/>
                      <a:pt x="478087" y="626620"/>
                    </a:cubicBezTo>
                    <a:cubicBezTo>
                      <a:pt x="472391" y="619975"/>
                      <a:pt x="464375" y="615336"/>
                      <a:pt x="459520" y="608053"/>
                    </a:cubicBezTo>
                    <a:cubicBezTo>
                      <a:pt x="454758" y="600910"/>
                      <a:pt x="438580" y="572696"/>
                      <a:pt x="427029" y="566279"/>
                    </a:cubicBezTo>
                    <a:cubicBezTo>
                      <a:pt x="393050" y="547402"/>
                      <a:pt x="402242" y="569338"/>
                      <a:pt x="371330" y="538429"/>
                    </a:cubicBezTo>
                    <a:cubicBezTo>
                      <a:pt x="368235" y="535335"/>
                      <a:pt x="365547" y="531772"/>
                      <a:pt x="362046" y="529146"/>
                    </a:cubicBezTo>
                    <a:cubicBezTo>
                      <a:pt x="353120" y="522452"/>
                      <a:pt x="342087" y="518468"/>
                      <a:pt x="334197" y="510579"/>
                    </a:cubicBezTo>
                    <a:cubicBezTo>
                      <a:pt x="331102" y="507485"/>
                      <a:pt x="327647" y="504713"/>
                      <a:pt x="324913" y="501296"/>
                    </a:cubicBezTo>
                    <a:cubicBezTo>
                      <a:pt x="321428" y="496940"/>
                      <a:pt x="319575" y="491316"/>
                      <a:pt x="315630" y="487371"/>
                    </a:cubicBezTo>
                    <a:cubicBezTo>
                      <a:pt x="311685" y="483426"/>
                      <a:pt x="306347" y="481182"/>
                      <a:pt x="301705" y="478088"/>
                    </a:cubicBezTo>
                    <a:cubicBezTo>
                      <a:pt x="280712" y="446597"/>
                      <a:pt x="291029" y="458127"/>
                      <a:pt x="273855" y="440955"/>
                    </a:cubicBezTo>
                    <a:cubicBezTo>
                      <a:pt x="272308" y="436313"/>
                      <a:pt x="271402" y="431406"/>
                      <a:pt x="269214" y="427030"/>
                    </a:cubicBezTo>
                    <a:cubicBezTo>
                      <a:pt x="266719" y="422040"/>
                      <a:pt x="262699" y="417948"/>
                      <a:pt x="259931" y="413105"/>
                    </a:cubicBezTo>
                    <a:cubicBezTo>
                      <a:pt x="256498" y="407097"/>
                      <a:pt x="253742" y="400728"/>
                      <a:pt x="250647" y="394539"/>
                    </a:cubicBezTo>
                    <a:cubicBezTo>
                      <a:pt x="243631" y="366472"/>
                      <a:pt x="248026" y="382034"/>
                      <a:pt x="236722" y="348122"/>
                    </a:cubicBezTo>
                    <a:cubicBezTo>
                      <a:pt x="235175" y="343480"/>
                      <a:pt x="234269" y="338573"/>
                      <a:pt x="232081" y="334197"/>
                    </a:cubicBezTo>
                    <a:cubicBezTo>
                      <a:pt x="223831" y="317696"/>
                      <a:pt x="217336" y="306896"/>
                      <a:pt x="213514" y="287781"/>
                    </a:cubicBezTo>
                    <a:cubicBezTo>
                      <a:pt x="211967" y="280045"/>
                      <a:pt x="209267" y="272452"/>
                      <a:pt x="208873" y="264573"/>
                    </a:cubicBezTo>
                    <a:cubicBezTo>
                      <a:pt x="207714" y="241394"/>
                      <a:pt x="208873" y="218157"/>
                      <a:pt x="204231" y="19030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9F19DE69-E07C-8649-AFC8-D44787EA8382}"/>
                  </a:ext>
                </a:extLst>
              </p:cNvPr>
              <p:cNvSpPr/>
              <p:nvPr/>
            </p:nvSpPr>
            <p:spPr>
              <a:xfrm>
                <a:off x="1128553" y="2726204"/>
                <a:ext cx="224609" cy="381099"/>
              </a:xfrm>
              <a:custGeom>
                <a:avLst/>
                <a:gdLst>
                  <a:gd name="connsiteX0" fmla="*/ 101978 w 224609"/>
                  <a:gd name="connsiteY0" fmla="*/ 0 h 381099"/>
                  <a:gd name="connsiteX1" fmla="*/ 78183 w 224609"/>
                  <a:gd name="connsiteY1" fmla="*/ 3399 h 381099"/>
                  <a:gd name="connsiteX2" fmla="*/ 23795 w 224609"/>
                  <a:gd name="connsiteY2" fmla="*/ 10197 h 381099"/>
                  <a:gd name="connsiteX3" fmla="*/ 16996 w 224609"/>
                  <a:gd name="connsiteY3" fmla="*/ 20395 h 381099"/>
                  <a:gd name="connsiteX4" fmla="*/ 0 w 224609"/>
                  <a:gd name="connsiteY4" fmla="*/ 33992 h 381099"/>
                  <a:gd name="connsiteX5" fmla="*/ 3399 w 224609"/>
                  <a:gd name="connsiteY5" fmla="*/ 47589 h 381099"/>
                  <a:gd name="connsiteX6" fmla="*/ 57788 w 224609"/>
                  <a:gd name="connsiteY6" fmla="*/ 64586 h 381099"/>
                  <a:gd name="connsiteX7" fmla="*/ 78183 w 224609"/>
                  <a:gd name="connsiteY7" fmla="*/ 71384 h 381099"/>
                  <a:gd name="connsiteX8" fmla="*/ 95179 w 224609"/>
                  <a:gd name="connsiteY8" fmla="*/ 91780 h 381099"/>
                  <a:gd name="connsiteX9" fmla="*/ 118974 w 224609"/>
                  <a:gd name="connsiteY9" fmla="*/ 118974 h 381099"/>
                  <a:gd name="connsiteX10" fmla="*/ 125773 w 224609"/>
                  <a:gd name="connsiteY10" fmla="*/ 139369 h 381099"/>
                  <a:gd name="connsiteX11" fmla="*/ 132571 w 224609"/>
                  <a:gd name="connsiteY11" fmla="*/ 149567 h 381099"/>
                  <a:gd name="connsiteX12" fmla="*/ 139370 w 224609"/>
                  <a:gd name="connsiteY12" fmla="*/ 173362 h 381099"/>
                  <a:gd name="connsiteX13" fmla="*/ 149567 w 224609"/>
                  <a:gd name="connsiteY13" fmla="*/ 203955 h 381099"/>
                  <a:gd name="connsiteX14" fmla="*/ 159765 w 224609"/>
                  <a:gd name="connsiteY14" fmla="*/ 234548 h 381099"/>
                  <a:gd name="connsiteX15" fmla="*/ 163164 w 224609"/>
                  <a:gd name="connsiteY15" fmla="*/ 244746 h 381099"/>
                  <a:gd name="connsiteX16" fmla="*/ 176761 w 224609"/>
                  <a:gd name="connsiteY16" fmla="*/ 265142 h 381099"/>
                  <a:gd name="connsiteX17" fmla="*/ 183560 w 224609"/>
                  <a:gd name="connsiteY17" fmla="*/ 285537 h 381099"/>
                  <a:gd name="connsiteX18" fmla="*/ 186959 w 224609"/>
                  <a:gd name="connsiteY18" fmla="*/ 295735 h 381099"/>
                  <a:gd name="connsiteX19" fmla="*/ 193758 w 224609"/>
                  <a:gd name="connsiteY19" fmla="*/ 305933 h 381099"/>
                  <a:gd name="connsiteX20" fmla="*/ 197157 w 224609"/>
                  <a:gd name="connsiteY20" fmla="*/ 343325 h 381099"/>
                  <a:gd name="connsiteX21" fmla="*/ 200556 w 224609"/>
                  <a:gd name="connsiteY21" fmla="*/ 370519 h 381099"/>
                  <a:gd name="connsiteX22" fmla="*/ 203956 w 224609"/>
                  <a:gd name="connsiteY22" fmla="*/ 380716 h 381099"/>
                  <a:gd name="connsiteX23" fmla="*/ 214153 w 224609"/>
                  <a:gd name="connsiteY23" fmla="*/ 377317 h 381099"/>
                  <a:gd name="connsiteX24" fmla="*/ 217553 w 224609"/>
                  <a:gd name="connsiteY24" fmla="*/ 312731 h 381099"/>
                  <a:gd name="connsiteX25" fmla="*/ 210754 w 224609"/>
                  <a:gd name="connsiteY25" fmla="*/ 292336 h 381099"/>
                  <a:gd name="connsiteX26" fmla="*/ 203956 w 224609"/>
                  <a:gd name="connsiteY26" fmla="*/ 282138 h 381099"/>
                  <a:gd name="connsiteX27" fmla="*/ 197157 w 224609"/>
                  <a:gd name="connsiteY27" fmla="*/ 261742 h 381099"/>
                  <a:gd name="connsiteX28" fmla="*/ 193758 w 224609"/>
                  <a:gd name="connsiteY28" fmla="*/ 251545 h 381099"/>
                  <a:gd name="connsiteX29" fmla="*/ 186959 w 224609"/>
                  <a:gd name="connsiteY29" fmla="*/ 241347 h 381099"/>
                  <a:gd name="connsiteX30" fmla="*/ 176761 w 224609"/>
                  <a:gd name="connsiteY30" fmla="*/ 220951 h 381099"/>
                  <a:gd name="connsiteX31" fmla="*/ 169963 w 224609"/>
                  <a:gd name="connsiteY31" fmla="*/ 200556 h 381099"/>
                  <a:gd name="connsiteX32" fmla="*/ 156366 w 224609"/>
                  <a:gd name="connsiteY32" fmla="*/ 159765 h 381099"/>
                  <a:gd name="connsiteX33" fmla="*/ 149567 w 224609"/>
                  <a:gd name="connsiteY33" fmla="*/ 139369 h 381099"/>
                  <a:gd name="connsiteX34" fmla="*/ 146168 w 224609"/>
                  <a:gd name="connsiteY34" fmla="*/ 129171 h 381099"/>
                  <a:gd name="connsiteX35" fmla="*/ 139370 w 224609"/>
                  <a:gd name="connsiteY35" fmla="*/ 115574 h 381099"/>
                  <a:gd name="connsiteX36" fmla="*/ 129172 w 224609"/>
                  <a:gd name="connsiteY36" fmla="*/ 84981 h 381099"/>
                  <a:gd name="connsiteX37" fmla="*/ 115575 w 224609"/>
                  <a:gd name="connsiteY37" fmla="*/ 44190 h 381099"/>
                  <a:gd name="connsiteX38" fmla="*/ 108776 w 224609"/>
                  <a:gd name="connsiteY38" fmla="*/ 23795 h 381099"/>
                  <a:gd name="connsiteX39" fmla="*/ 101978 w 224609"/>
                  <a:gd name="connsiteY39" fmla="*/ 0 h 381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224609" h="381099">
                    <a:moveTo>
                      <a:pt x="101978" y="0"/>
                    </a:moveTo>
                    <a:cubicBezTo>
                      <a:pt x="94046" y="1133"/>
                      <a:pt x="86155" y="2602"/>
                      <a:pt x="78183" y="3399"/>
                    </a:cubicBezTo>
                    <a:cubicBezTo>
                      <a:pt x="25697" y="8647"/>
                      <a:pt x="49154" y="1745"/>
                      <a:pt x="23795" y="10197"/>
                    </a:cubicBezTo>
                    <a:cubicBezTo>
                      <a:pt x="21529" y="13596"/>
                      <a:pt x="20186" y="17843"/>
                      <a:pt x="16996" y="20395"/>
                    </a:cubicBezTo>
                    <a:cubicBezTo>
                      <a:pt x="-6462" y="39163"/>
                      <a:pt x="19487" y="4765"/>
                      <a:pt x="0" y="33992"/>
                    </a:cubicBezTo>
                    <a:cubicBezTo>
                      <a:pt x="1133" y="38524"/>
                      <a:pt x="323" y="44073"/>
                      <a:pt x="3399" y="47589"/>
                    </a:cubicBezTo>
                    <a:cubicBezTo>
                      <a:pt x="19630" y="66138"/>
                      <a:pt x="34675" y="62274"/>
                      <a:pt x="57788" y="64586"/>
                    </a:cubicBezTo>
                    <a:cubicBezTo>
                      <a:pt x="64586" y="66852"/>
                      <a:pt x="74208" y="65422"/>
                      <a:pt x="78183" y="71384"/>
                    </a:cubicBezTo>
                    <a:cubicBezTo>
                      <a:pt x="102481" y="107829"/>
                      <a:pt x="64641" y="52516"/>
                      <a:pt x="95179" y="91780"/>
                    </a:cubicBezTo>
                    <a:cubicBezTo>
                      <a:pt x="116532" y="119234"/>
                      <a:pt x="99233" y="105813"/>
                      <a:pt x="118974" y="118974"/>
                    </a:cubicBezTo>
                    <a:cubicBezTo>
                      <a:pt x="121240" y="125772"/>
                      <a:pt x="121798" y="133406"/>
                      <a:pt x="125773" y="139369"/>
                    </a:cubicBezTo>
                    <a:cubicBezTo>
                      <a:pt x="128039" y="142768"/>
                      <a:pt x="130744" y="145913"/>
                      <a:pt x="132571" y="149567"/>
                    </a:cubicBezTo>
                    <a:cubicBezTo>
                      <a:pt x="135425" y="155275"/>
                      <a:pt x="137738" y="167922"/>
                      <a:pt x="139370" y="173362"/>
                    </a:cubicBezTo>
                    <a:cubicBezTo>
                      <a:pt x="142459" y="183658"/>
                      <a:pt x="146168" y="193757"/>
                      <a:pt x="149567" y="203955"/>
                    </a:cubicBezTo>
                    <a:lnTo>
                      <a:pt x="159765" y="234548"/>
                    </a:lnTo>
                    <a:cubicBezTo>
                      <a:pt x="160898" y="237947"/>
                      <a:pt x="161176" y="241765"/>
                      <a:pt x="163164" y="244746"/>
                    </a:cubicBezTo>
                    <a:cubicBezTo>
                      <a:pt x="167696" y="251545"/>
                      <a:pt x="174177" y="257390"/>
                      <a:pt x="176761" y="265142"/>
                    </a:cubicBezTo>
                    <a:lnTo>
                      <a:pt x="183560" y="285537"/>
                    </a:lnTo>
                    <a:cubicBezTo>
                      <a:pt x="184693" y="288936"/>
                      <a:pt x="184971" y="292754"/>
                      <a:pt x="186959" y="295735"/>
                    </a:cubicBezTo>
                    <a:lnTo>
                      <a:pt x="193758" y="305933"/>
                    </a:lnTo>
                    <a:cubicBezTo>
                      <a:pt x="202383" y="331809"/>
                      <a:pt x="201961" y="319301"/>
                      <a:pt x="197157" y="343325"/>
                    </a:cubicBezTo>
                    <a:cubicBezTo>
                      <a:pt x="198290" y="352390"/>
                      <a:pt x="198922" y="361531"/>
                      <a:pt x="200556" y="370519"/>
                    </a:cubicBezTo>
                    <a:cubicBezTo>
                      <a:pt x="201197" y="374044"/>
                      <a:pt x="200751" y="379114"/>
                      <a:pt x="203956" y="380716"/>
                    </a:cubicBezTo>
                    <a:cubicBezTo>
                      <a:pt x="207161" y="382318"/>
                      <a:pt x="210754" y="378450"/>
                      <a:pt x="214153" y="377317"/>
                    </a:cubicBezTo>
                    <a:cubicBezTo>
                      <a:pt x="230222" y="353215"/>
                      <a:pt x="224792" y="365818"/>
                      <a:pt x="217553" y="312731"/>
                    </a:cubicBezTo>
                    <a:cubicBezTo>
                      <a:pt x="216585" y="305631"/>
                      <a:pt x="214729" y="298299"/>
                      <a:pt x="210754" y="292336"/>
                    </a:cubicBezTo>
                    <a:cubicBezTo>
                      <a:pt x="208488" y="288937"/>
                      <a:pt x="205615" y="285871"/>
                      <a:pt x="203956" y="282138"/>
                    </a:cubicBezTo>
                    <a:cubicBezTo>
                      <a:pt x="201045" y="275589"/>
                      <a:pt x="199423" y="268541"/>
                      <a:pt x="197157" y="261742"/>
                    </a:cubicBezTo>
                    <a:cubicBezTo>
                      <a:pt x="196024" y="258343"/>
                      <a:pt x="195745" y="254526"/>
                      <a:pt x="193758" y="251545"/>
                    </a:cubicBezTo>
                    <a:lnTo>
                      <a:pt x="186959" y="241347"/>
                    </a:lnTo>
                    <a:cubicBezTo>
                      <a:pt x="174565" y="204160"/>
                      <a:pt x="194331" y="260484"/>
                      <a:pt x="176761" y="220951"/>
                    </a:cubicBezTo>
                    <a:cubicBezTo>
                      <a:pt x="173851" y="214403"/>
                      <a:pt x="172229" y="207354"/>
                      <a:pt x="169963" y="200556"/>
                    </a:cubicBezTo>
                    <a:lnTo>
                      <a:pt x="156366" y="159765"/>
                    </a:lnTo>
                    <a:lnTo>
                      <a:pt x="149567" y="139369"/>
                    </a:lnTo>
                    <a:cubicBezTo>
                      <a:pt x="148434" y="135970"/>
                      <a:pt x="147770" y="132376"/>
                      <a:pt x="146168" y="129171"/>
                    </a:cubicBezTo>
                    <a:cubicBezTo>
                      <a:pt x="143902" y="124639"/>
                      <a:pt x="141252" y="120279"/>
                      <a:pt x="139370" y="115574"/>
                    </a:cubicBezTo>
                    <a:cubicBezTo>
                      <a:pt x="139361" y="115551"/>
                      <a:pt x="130875" y="90092"/>
                      <a:pt x="129172" y="84981"/>
                    </a:cubicBezTo>
                    <a:lnTo>
                      <a:pt x="115575" y="44190"/>
                    </a:lnTo>
                    <a:lnTo>
                      <a:pt x="108776" y="23795"/>
                    </a:lnTo>
                    <a:lnTo>
                      <a:pt x="101978" y="0"/>
                    </a:lnTo>
                    <a:close/>
                  </a:path>
                </a:pathLst>
              </a:custGeom>
              <a:solidFill>
                <a:schemeClr val="bg1"/>
              </a:solidFill>
              <a:ln w="222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E7798B3F-2F8E-9E4E-AB77-A214D3483E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7400" y="3810000"/>
                <a:ext cx="4780" cy="762000"/>
              </a:xfrm>
              <a:prstGeom prst="line">
                <a:avLst/>
              </a:prstGeom>
              <a:ln w="136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D8241AE-879A-4942-AB5C-046C02A2A5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0230" y="3774141"/>
                <a:ext cx="22433" cy="1483659"/>
              </a:xfrm>
              <a:prstGeom prst="line">
                <a:avLst/>
              </a:prstGeom>
              <a:ln w="136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ABEB6243-D31D-8541-8CD5-47D63BDD5D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57400" y="3738282"/>
                <a:ext cx="55210" cy="208430"/>
              </a:xfrm>
              <a:prstGeom prst="line">
                <a:avLst/>
              </a:prstGeom>
              <a:ln w="136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B309FCE3-0362-0B49-802D-57B2800A3E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36150" y="5943600"/>
                <a:ext cx="197450" cy="51107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C49FCE85-7F62-4747-AE7C-3DE7A81D0C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6430" y="5296459"/>
                <a:ext cx="7170" cy="66347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C386EB79-9BFB-A640-B8CD-CBE627FDD1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2610" y="4343400"/>
                <a:ext cx="17003" cy="104447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BE8F63C-0DCC-3C4D-B042-38224C2079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7688" y="3957154"/>
                <a:ext cx="4780" cy="45720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5F879198-2D6B-9149-A715-289C9865BE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7688" y="3774141"/>
                <a:ext cx="0" cy="303252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92EDBAE3-12C5-DF45-AE51-B65EA8B11CFA}"/>
                </a:ext>
              </a:extLst>
            </p:cNvPr>
            <p:cNvGrpSpPr/>
            <p:nvPr/>
          </p:nvGrpSpPr>
          <p:grpSpPr>
            <a:xfrm>
              <a:off x="364435" y="315787"/>
              <a:ext cx="3149684" cy="1910547"/>
              <a:chOff x="315760" y="315818"/>
              <a:chExt cx="3149684" cy="1910547"/>
            </a:xfrm>
          </p:grpSpPr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E6710193-089D-CE40-A716-C4F926204094}"/>
                  </a:ext>
                </a:extLst>
              </p:cNvPr>
              <p:cNvSpPr/>
              <p:nvPr/>
            </p:nvSpPr>
            <p:spPr>
              <a:xfrm>
                <a:off x="315760" y="330935"/>
                <a:ext cx="3140765" cy="1895430"/>
              </a:xfrm>
              <a:custGeom>
                <a:avLst/>
                <a:gdLst>
                  <a:gd name="connsiteX0" fmla="*/ 331305 w 3140765"/>
                  <a:gd name="connsiteY0" fmla="*/ 1855674 h 1895430"/>
                  <a:gd name="connsiteX1" fmla="*/ 238539 w 3140765"/>
                  <a:gd name="connsiteY1" fmla="*/ 1802665 h 1895430"/>
                  <a:gd name="connsiteX2" fmla="*/ 225287 w 3140765"/>
                  <a:gd name="connsiteY2" fmla="*/ 1762908 h 1895430"/>
                  <a:gd name="connsiteX3" fmla="*/ 185531 w 3140765"/>
                  <a:gd name="connsiteY3" fmla="*/ 1736404 h 1895430"/>
                  <a:gd name="connsiteX4" fmla="*/ 132522 w 3140765"/>
                  <a:gd name="connsiteY4" fmla="*/ 1617135 h 1895430"/>
                  <a:gd name="connsiteX5" fmla="*/ 106018 w 3140765"/>
                  <a:gd name="connsiteY5" fmla="*/ 1537622 h 1895430"/>
                  <a:gd name="connsiteX6" fmla="*/ 79513 w 3140765"/>
                  <a:gd name="connsiteY6" fmla="*/ 1378595 h 1895430"/>
                  <a:gd name="connsiteX7" fmla="*/ 53009 w 3140765"/>
                  <a:gd name="connsiteY7" fmla="*/ 1285830 h 1895430"/>
                  <a:gd name="connsiteX8" fmla="*/ 26505 w 3140765"/>
                  <a:gd name="connsiteY8" fmla="*/ 1126804 h 1895430"/>
                  <a:gd name="connsiteX9" fmla="*/ 13252 w 3140765"/>
                  <a:gd name="connsiteY9" fmla="*/ 1047291 h 1895430"/>
                  <a:gd name="connsiteX10" fmla="*/ 0 w 3140765"/>
                  <a:gd name="connsiteY10" fmla="*/ 994282 h 1895430"/>
                  <a:gd name="connsiteX11" fmla="*/ 13252 w 3140765"/>
                  <a:gd name="connsiteY11" fmla="*/ 742491 h 1895430"/>
                  <a:gd name="connsiteX12" fmla="*/ 39757 w 3140765"/>
                  <a:gd name="connsiteY12" fmla="*/ 636474 h 1895430"/>
                  <a:gd name="connsiteX13" fmla="*/ 79513 w 3140765"/>
                  <a:gd name="connsiteY13" fmla="*/ 490700 h 1895430"/>
                  <a:gd name="connsiteX14" fmla="*/ 106018 w 3140765"/>
                  <a:gd name="connsiteY14" fmla="*/ 464195 h 1895430"/>
                  <a:gd name="connsiteX15" fmla="*/ 132522 w 3140765"/>
                  <a:gd name="connsiteY15" fmla="*/ 384682 h 1895430"/>
                  <a:gd name="connsiteX16" fmla="*/ 172278 w 3140765"/>
                  <a:gd name="connsiteY16" fmla="*/ 305169 h 1895430"/>
                  <a:gd name="connsiteX17" fmla="*/ 238539 w 3140765"/>
                  <a:gd name="connsiteY17" fmla="*/ 252161 h 1895430"/>
                  <a:gd name="connsiteX18" fmla="*/ 265044 w 3140765"/>
                  <a:gd name="connsiteY18" fmla="*/ 225656 h 1895430"/>
                  <a:gd name="connsiteX19" fmla="*/ 304800 w 3140765"/>
                  <a:gd name="connsiteY19" fmla="*/ 199152 h 1895430"/>
                  <a:gd name="connsiteX20" fmla="*/ 397565 w 3140765"/>
                  <a:gd name="connsiteY20" fmla="*/ 132891 h 1895430"/>
                  <a:gd name="connsiteX21" fmla="*/ 530087 w 3140765"/>
                  <a:gd name="connsiteY21" fmla="*/ 53378 h 1895430"/>
                  <a:gd name="connsiteX22" fmla="*/ 569844 w 3140765"/>
                  <a:gd name="connsiteY22" fmla="*/ 40126 h 1895430"/>
                  <a:gd name="connsiteX23" fmla="*/ 609600 w 3140765"/>
                  <a:gd name="connsiteY23" fmla="*/ 26874 h 1895430"/>
                  <a:gd name="connsiteX24" fmla="*/ 649357 w 3140765"/>
                  <a:gd name="connsiteY24" fmla="*/ 40126 h 1895430"/>
                  <a:gd name="connsiteX25" fmla="*/ 689113 w 3140765"/>
                  <a:gd name="connsiteY25" fmla="*/ 26874 h 1895430"/>
                  <a:gd name="connsiteX26" fmla="*/ 834887 w 3140765"/>
                  <a:gd name="connsiteY26" fmla="*/ 369 h 1895430"/>
                  <a:gd name="connsiteX27" fmla="*/ 1258957 w 3140765"/>
                  <a:gd name="connsiteY27" fmla="*/ 26874 h 1895430"/>
                  <a:gd name="connsiteX28" fmla="*/ 1378226 w 3140765"/>
                  <a:gd name="connsiteY28" fmla="*/ 66630 h 1895430"/>
                  <a:gd name="connsiteX29" fmla="*/ 1417983 w 3140765"/>
                  <a:gd name="connsiteY29" fmla="*/ 79882 h 1895430"/>
                  <a:gd name="connsiteX30" fmla="*/ 1457739 w 3140765"/>
                  <a:gd name="connsiteY30" fmla="*/ 93135 h 1895430"/>
                  <a:gd name="connsiteX31" fmla="*/ 1696278 w 3140765"/>
                  <a:gd name="connsiteY31" fmla="*/ 79882 h 1895430"/>
                  <a:gd name="connsiteX32" fmla="*/ 1749287 w 3140765"/>
                  <a:gd name="connsiteY32" fmla="*/ 66630 h 1895430"/>
                  <a:gd name="connsiteX33" fmla="*/ 1828800 w 3140765"/>
                  <a:gd name="connsiteY33" fmla="*/ 40126 h 1895430"/>
                  <a:gd name="connsiteX34" fmla="*/ 2623931 w 3140765"/>
                  <a:gd name="connsiteY34" fmla="*/ 79882 h 1895430"/>
                  <a:gd name="connsiteX35" fmla="*/ 2623931 w 3140765"/>
                  <a:gd name="connsiteY35" fmla="*/ 79882 h 1895430"/>
                  <a:gd name="connsiteX36" fmla="*/ 2743200 w 3140765"/>
                  <a:gd name="connsiteY36" fmla="*/ 106387 h 1895430"/>
                  <a:gd name="connsiteX37" fmla="*/ 2769705 w 3140765"/>
                  <a:gd name="connsiteY37" fmla="*/ 132891 h 1895430"/>
                  <a:gd name="connsiteX38" fmla="*/ 2809461 w 3140765"/>
                  <a:gd name="connsiteY38" fmla="*/ 159395 h 1895430"/>
                  <a:gd name="connsiteX39" fmla="*/ 2835965 w 3140765"/>
                  <a:gd name="connsiteY39" fmla="*/ 199152 h 1895430"/>
                  <a:gd name="connsiteX40" fmla="*/ 2928731 w 3140765"/>
                  <a:gd name="connsiteY40" fmla="*/ 278665 h 1895430"/>
                  <a:gd name="connsiteX41" fmla="*/ 2981739 w 3140765"/>
                  <a:gd name="connsiteY41" fmla="*/ 358178 h 1895430"/>
                  <a:gd name="connsiteX42" fmla="*/ 3021496 w 3140765"/>
                  <a:gd name="connsiteY42" fmla="*/ 424439 h 1895430"/>
                  <a:gd name="connsiteX43" fmla="*/ 3048000 w 3140765"/>
                  <a:gd name="connsiteY43" fmla="*/ 503952 h 1895430"/>
                  <a:gd name="connsiteX44" fmla="*/ 3061252 w 3140765"/>
                  <a:gd name="connsiteY44" fmla="*/ 543708 h 1895430"/>
                  <a:gd name="connsiteX45" fmla="*/ 3087757 w 3140765"/>
                  <a:gd name="connsiteY45" fmla="*/ 570213 h 1895430"/>
                  <a:gd name="connsiteX46" fmla="*/ 3101009 w 3140765"/>
                  <a:gd name="connsiteY46" fmla="*/ 689482 h 1895430"/>
                  <a:gd name="connsiteX47" fmla="*/ 3127513 w 3140765"/>
                  <a:gd name="connsiteY47" fmla="*/ 782248 h 1895430"/>
                  <a:gd name="connsiteX48" fmla="*/ 3140765 w 3140765"/>
                  <a:gd name="connsiteY48" fmla="*/ 835256 h 1895430"/>
                  <a:gd name="connsiteX49" fmla="*/ 3127513 w 3140765"/>
                  <a:gd name="connsiteY49" fmla="*/ 1325587 h 1895430"/>
                  <a:gd name="connsiteX50" fmla="*/ 3101009 w 3140765"/>
                  <a:gd name="connsiteY50" fmla="*/ 1405100 h 1895430"/>
                  <a:gd name="connsiteX51" fmla="*/ 3074505 w 3140765"/>
                  <a:gd name="connsiteY51" fmla="*/ 1524369 h 1895430"/>
                  <a:gd name="connsiteX52" fmla="*/ 2994991 w 3140765"/>
                  <a:gd name="connsiteY52" fmla="*/ 1630387 h 1895430"/>
                  <a:gd name="connsiteX53" fmla="*/ 2941983 w 3140765"/>
                  <a:gd name="connsiteY53" fmla="*/ 1696648 h 1895430"/>
                  <a:gd name="connsiteX54" fmla="*/ 2915478 w 3140765"/>
                  <a:gd name="connsiteY54" fmla="*/ 1776161 h 1895430"/>
                  <a:gd name="connsiteX55" fmla="*/ 2902226 w 3140765"/>
                  <a:gd name="connsiteY55" fmla="*/ 1815917 h 1895430"/>
                  <a:gd name="connsiteX56" fmla="*/ 2849218 w 3140765"/>
                  <a:gd name="connsiteY56" fmla="*/ 1882178 h 1895430"/>
                  <a:gd name="connsiteX57" fmla="*/ 2849218 w 3140765"/>
                  <a:gd name="connsiteY57" fmla="*/ 1895430 h 1895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3140765" h="1895430">
                    <a:moveTo>
                      <a:pt x="331305" y="1855674"/>
                    </a:moveTo>
                    <a:cubicBezTo>
                      <a:pt x="300383" y="1838004"/>
                      <a:pt x="265342" y="1826117"/>
                      <a:pt x="238539" y="1802665"/>
                    </a:cubicBezTo>
                    <a:cubicBezTo>
                      <a:pt x="228026" y="1793466"/>
                      <a:pt x="234013" y="1773816"/>
                      <a:pt x="225287" y="1762908"/>
                    </a:cubicBezTo>
                    <a:cubicBezTo>
                      <a:pt x="215338" y="1750471"/>
                      <a:pt x="198783" y="1745239"/>
                      <a:pt x="185531" y="1736404"/>
                    </a:cubicBezTo>
                    <a:cubicBezTo>
                      <a:pt x="153989" y="1641781"/>
                      <a:pt x="174523" y="1680137"/>
                      <a:pt x="132522" y="1617135"/>
                    </a:cubicBezTo>
                    <a:cubicBezTo>
                      <a:pt x="123687" y="1590631"/>
                      <a:pt x="110611" y="1565180"/>
                      <a:pt x="106018" y="1537622"/>
                    </a:cubicBezTo>
                    <a:cubicBezTo>
                      <a:pt x="97183" y="1484613"/>
                      <a:pt x="96507" y="1429577"/>
                      <a:pt x="79513" y="1378595"/>
                    </a:cubicBezTo>
                    <a:cubicBezTo>
                      <a:pt x="67794" y="1343437"/>
                      <a:pt x="60141" y="1323866"/>
                      <a:pt x="53009" y="1285830"/>
                    </a:cubicBezTo>
                    <a:cubicBezTo>
                      <a:pt x="43105" y="1233011"/>
                      <a:pt x="35340" y="1179813"/>
                      <a:pt x="26505" y="1126804"/>
                    </a:cubicBezTo>
                    <a:cubicBezTo>
                      <a:pt x="22088" y="1100300"/>
                      <a:pt x="19769" y="1073359"/>
                      <a:pt x="13252" y="1047291"/>
                    </a:cubicBezTo>
                    <a:lnTo>
                      <a:pt x="0" y="994282"/>
                    </a:lnTo>
                    <a:cubicBezTo>
                      <a:pt x="4417" y="910352"/>
                      <a:pt x="6272" y="826247"/>
                      <a:pt x="13252" y="742491"/>
                    </a:cubicBezTo>
                    <a:cubicBezTo>
                      <a:pt x="19358" y="669226"/>
                      <a:pt x="25514" y="693448"/>
                      <a:pt x="39757" y="636474"/>
                    </a:cubicBezTo>
                    <a:cubicBezTo>
                      <a:pt x="46658" y="608870"/>
                      <a:pt x="60560" y="509653"/>
                      <a:pt x="79513" y="490700"/>
                    </a:cubicBezTo>
                    <a:lnTo>
                      <a:pt x="106018" y="464195"/>
                    </a:lnTo>
                    <a:lnTo>
                      <a:pt x="132522" y="384682"/>
                    </a:lnTo>
                    <a:cubicBezTo>
                      <a:pt x="146518" y="342693"/>
                      <a:pt x="142920" y="341867"/>
                      <a:pt x="172278" y="305169"/>
                    </a:cubicBezTo>
                    <a:cubicBezTo>
                      <a:pt x="200718" y="269619"/>
                      <a:pt x="200277" y="282771"/>
                      <a:pt x="238539" y="252161"/>
                    </a:cubicBezTo>
                    <a:cubicBezTo>
                      <a:pt x="248296" y="244356"/>
                      <a:pt x="255287" y="233461"/>
                      <a:pt x="265044" y="225656"/>
                    </a:cubicBezTo>
                    <a:cubicBezTo>
                      <a:pt x="277481" y="215707"/>
                      <a:pt x="292707" y="209517"/>
                      <a:pt x="304800" y="199152"/>
                    </a:cubicBezTo>
                    <a:cubicBezTo>
                      <a:pt x="384837" y="130549"/>
                      <a:pt x="324515" y="157241"/>
                      <a:pt x="397565" y="132891"/>
                    </a:cubicBezTo>
                    <a:cubicBezTo>
                      <a:pt x="470329" y="60127"/>
                      <a:pt x="426868" y="87784"/>
                      <a:pt x="530087" y="53378"/>
                    </a:cubicBezTo>
                    <a:lnTo>
                      <a:pt x="569844" y="40126"/>
                    </a:lnTo>
                    <a:lnTo>
                      <a:pt x="609600" y="26874"/>
                    </a:lnTo>
                    <a:cubicBezTo>
                      <a:pt x="622852" y="31291"/>
                      <a:pt x="635388" y="40126"/>
                      <a:pt x="649357" y="40126"/>
                    </a:cubicBezTo>
                    <a:cubicBezTo>
                      <a:pt x="663326" y="40126"/>
                      <a:pt x="675561" y="30262"/>
                      <a:pt x="689113" y="26874"/>
                    </a:cubicBezTo>
                    <a:cubicBezTo>
                      <a:pt x="726147" y="17615"/>
                      <a:pt x="799453" y="6275"/>
                      <a:pt x="834887" y="369"/>
                    </a:cubicBezTo>
                    <a:cubicBezTo>
                      <a:pt x="1001633" y="6325"/>
                      <a:pt x="1118623" y="-15226"/>
                      <a:pt x="1258957" y="26874"/>
                    </a:cubicBezTo>
                    <a:cubicBezTo>
                      <a:pt x="1258974" y="26879"/>
                      <a:pt x="1358339" y="60001"/>
                      <a:pt x="1378226" y="66630"/>
                    </a:cubicBezTo>
                    <a:lnTo>
                      <a:pt x="1417983" y="79882"/>
                    </a:lnTo>
                    <a:lnTo>
                      <a:pt x="1457739" y="93135"/>
                    </a:lnTo>
                    <a:cubicBezTo>
                      <a:pt x="1537252" y="88717"/>
                      <a:pt x="1616969" y="87092"/>
                      <a:pt x="1696278" y="79882"/>
                    </a:cubicBezTo>
                    <a:cubicBezTo>
                      <a:pt x="1714417" y="78233"/>
                      <a:pt x="1731842" y="71864"/>
                      <a:pt x="1749287" y="66630"/>
                    </a:cubicBezTo>
                    <a:cubicBezTo>
                      <a:pt x="1776047" y="58602"/>
                      <a:pt x="1828800" y="40126"/>
                      <a:pt x="1828800" y="40126"/>
                    </a:cubicBezTo>
                    <a:cubicBezTo>
                      <a:pt x="2572351" y="53895"/>
                      <a:pt x="2318081" y="-22067"/>
                      <a:pt x="2623931" y="79882"/>
                    </a:cubicBezTo>
                    <a:lnTo>
                      <a:pt x="2623931" y="79882"/>
                    </a:lnTo>
                    <a:cubicBezTo>
                      <a:pt x="2717223" y="95432"/>
                      <a:pt x="2677953" y="84638"/>
                      <a:pt x="2743200" y="106387"/>
                    </a:cubicBezTo>
                    <a:cubicBezTo>
                      <a:pt x="2752035" y="115222"/>
                      <a:pt x="2759949" y="125086"/>
                      <a:pt x="2769705" y="132891"/>
                    </a:cubicBezTo>
                    <a:cubicBezTo>
                      <a:pt x="2782142" y="142840"/>
                      <a:pt x="2798199" y="148133"/>
                      <a:pt x="2809461" y="159395"/>
                    </a:cubicBezTo>
                    <a:cubicBezTo>
                      <a:pt x="2820723" y="170657"/>
                      <a:pt x="2825600" y="187059"/>
                      <a:pt x="2835965" y="199152"/>
                    </a:cubicBezTo>
                    <a:cubicBezTo>
                      <a:pt x="2878812" y="249141"/>
                      <a:pt x="2881837" y="247403"/>
                      <a:pt x="2928731" y="278665"/>
                    </a:cubicBezTo>
                    <a:cubicBezTo>
                      <a:pt x="2946400" y="305169"/>
                      <a:pt x="2971666" y="327958"/>
                      <a:pt x="2981739" y="358178"/>
                    </a:cubicBezTo>
                    <a:cubicBezTo>
                      <a:pt x="2998942" y="409788"/>
                      <a:pt x="2985113" y="388058"/>
                      <a:pt x="3021496" y="424439"/>
                    </a:cubicBezTo>
                    <a:lnTo>
                      <a:pt x="3048000" y="503952"/>
                    </a:lnTo>
                    <a:cubicBezTo>
                      <a:pt x="3052417" y="517204"/>
                      <a:pt x="3051375" y="533831"/>
                      <a:pt x="3061252" y="543708"/>
                    </a:cubicBezTo>
                    <a:lnTo>
                      <a:pt x="3087757" y="570213"/>
                    </a:lnTo>
                    <a:cubicBezTo>
                      <a:pt x="3092174" y="609969"/>
                      <a:pt x="3094927" y="649946"/>
                      <a:pt x="3101009" y="689482"/>
                    </a:cubicBezTo>
                    <a:cubicBezTo>
                      <a:pt x="3107913" y="734361"/>
                      <a:pt x="3115968" y="741841"/>
                      <a:pt x="3127513" y="782248"/>
                    </a:cubicBezTo>
                    <a:cubicBezTo>
                      <a:pt x="3132516" y="799760"/>
                      <a:pt x="3136348" y="817587"/>
                      <a:pt x="3140765" y="835256"/>
                    </a:cubicBezTo>
                    <a:cubicBezTo>
                      <a:pt x="3136348" y="998700"/>
                      <a:pt x="3138892" y="1162480"/>
                      <a:pt x="3127513" y="1325587"/>
                    </a:cubicBezTo>
                    <a:cubicBezTo>
                      <a:pt x="3125569" y="1353457"/>
                      <a:pt x="3105602" y="1377542"/>
                      <a:pt x="3101009" y="1405100"/>
                    </a:cubicBezTo>
                    <a:cubicBezTo>
                      <a:pt x="3097413" y="1426674"/>
                      <a:pt x="3090040" y="1496406"/>
                      <a:pt x="3074505" y="1524369"/>
                    </a:cubicBezTo>
                    <a:cubicBezTo>
                      <a:pt x="2990443" y="1675680"/>
                      <a:pt x="3053482" y="1557273"/>
                      <a:pt x="2994991" y="1630387"/>
                    </a:cubicBezTo>
                    <a:cubicBezTo>
                      <a:pt x="2928115" y="1713981"/>
                      <a:pt x="3005983" y="1632646"/>
                      <a:pt x="2941983" y="1696648"/>
                    </a:cubicBezTo>
                    <a:lnTo>
                      <a:pt x="2915478" y="1776161"/>
                    </a:lnTo>
                    <a:cubicBezTo>
                      <a:pt x="2911061" y="1789413"/>
                      <a:pt x="2912103" y="1806039"/>
                      <a:pt x="2902226" y="1815917"/>
                    </a:cubicBezTo>
                    <a:cubicBezTo>
                      <a:pt x="2877575" y="1840569"/>
                      <a:pt x="2865935" y="1848745"/>
                      <a:pt x="2849218" y="1882178"/>
                    </a:cubicBezTo>
                    <a:cubicBezTo>
                      <a:pt x="2847243" y="1886129"/>
                      <a:pt x="2849218" y="1891013"/>
                      <a:pt x="2849218" y="1895430"/>
                    </a:cubicBez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264125EE-C663-6641-9C5D-03B064328B20}"/>
                  </a:ext>
                </a:extLst>
              </p:cNvPr>
              <p:cNvCxnSpPr>
                <a:stCxn id="6" idx="21"/>
                <a:endCxn id="48" idx="51"/>
              </p:cNvCxnSpPr>
              <p:nvPr/>
            </p:nvCxnSpPr>
            <p:spPr>
              <a:xfrm flipV="1">
                <a:off x="2959630" y="1855304"/>
                <a:ext cx="479310" cy="26015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53FC6DF6-F5A4-374F-9FBB-9D24ABCD020C}"/>
                  </a:ext>
                </a:extLst>
              </p:cNvPr>
              <p:cNvCxnSpPr>
                <a:cxnSpLocks/>
                <a:endCxn id="48" idx="49"/>
              </p:cNvCxnSpPr>
              <p:nvPr/>
            </p:nvCxnSpPr>
            <p:spPr>
              <a:xfrm flipV="1">
                <a:off x="3092607" y="1656522"/>
                <a:ext cx="350666" cy="19878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60403D44-B46B-0F49-ADBC-30A715B9FA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78841" y="1457739"/>
                <a:ext cx="278622" cy="179011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F197439D-A072-984A-9534-59240DC2F378}"/>
                  </a:ext>
                </a:extLst>
              </p:cNvPr>
              <p:cNvCxnSpPr>
                <a:cxnSpLocks/>
                <a:endCxn id="48" idx="48"/>
              </p:cNvCxnSpPr>
              <p:nvPr/>
            </p:nvCxnSpPr>
            <p:spPr>
              <a:xfrm flipV="1">
                <a:off x="3194417" y="1166191"/>
                <a:ext cx="262108" cy="28715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8106D2D0-704D-5C42-A914-3F1E9187E96A}"/>
                  </a:ext>
                </a:extLst>
              </p:cNvPr>
              <p:cNvCxnSpPr>
                <a:cxnSpLocks/>
                <a:stCxn id="6" idx="15"/>
                <a:endCxn id="48" idx="46"/>
              </p:cNvCxnSpPr>
              <p:nvPr/>
            </p:nvCxnSpPr>
            <p:spPr>
              <a:xfrm flipV="1">
                <a:off x="3199116" y="1020417"/>
                <a:ext cx="266328" cy="21389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F0B97163-0F0F-C64D-95BB-30756838E08B}"/>
                  </a:ext>
                </a:extLst>
              </p:cNvPr>
              <p:cNvCxnSpPr>
                <a:cxnSpLocks/>
                <a:stCxn id="6" idx="14"/>
                <a:endCxn id="48" idx="44"/>
              </p:cNvCxnSpPr>
              <p:nvPr/>
            </p:nvCxnSpPr>
            <p:spPr>
              <a:xfrm flipV="1">
                <a:off x="3182009" y="874643"/>
                <a:ext cx="243678" cy="176786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2157AF91-FCF8-8747-B491-54B5660942E1}"/>
                  </a:ext>
                </a:extLst>
              </p:cNvPr>
              <p:cNvCxnSpPr>
                <a:cxnSpLocks/>
                <a:endCxn id="48" idx="41"/>
              </p:cNvCxnSpPr>
              <p:nvPr/>
            </p:nvCxnSpPr>
            <p:spPr>
              <a:xfrm flipV="1">
                <a:off x="3118472" y="689113"/>
                <a:ext cx="179027" cy="20102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576B40DF-B985-9449-96B4-52FFD8C12D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11373" y="562096"/>
                <a:ext cx="179027" cy="20102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4853B56D-32DF-6A44-A07A-E9A7046C4D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00112" y="468748"/>
                <a:ext cx="179027" cy="20102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934B543A-A4A1-7846-989B-4EB13CE3D2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43200" y="408578"/>
                <a:ext cx="179027" cy="20102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053EB476-1ABF-5847-9661-E34E78CF65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90036" y="359447"/>
                <a:ext cx="179027" cy="20102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1DA01220-8021-4E40-8C56-BCC000D909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98168" y="369028"/>
                <a:ext cx="179027" cy="20102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2BDD1709-69C2-504D-9B62-8C7E5256D938}"/>
                  </a:ext>
                </a:extLst>
              </p:cNvPr>
              <p:cNvCxnSpPr>
                <a:cxnSpLocks/>
                <a:stCxn id="6" idx="4"/>
              </p:cNvCxnSpPr>
              <p:nvPr/>
            </p:nvCxnSpPr>
            <p:spPr>
              <a:xfrm flipV="1">
                <a:off x="2241173" y="378747"/>
                <a:ext cx="169959" cy="25701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C2DFF97C-5BB8-9148-AEFC-8F3B1C535C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1740" y="377815"/>
                <a:ext cx="177452" cy="311161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52FC1B29-0A07-A84E-8740-AA35B0846B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7948" y="381000"/>
                <a:ext cx="165652" cy="353776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B47D4AEC-384A-884F-9D20-E1FB01A9CC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28800" y="410817"/>
                <a:ext cx="133736" cy="31328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5A389631-AE4E-1A4C-B1F7-349223D79336}"/>
                  </a:ext>
                </a:extLst>
              </p:cNvPr>
              <p:cNvCxnSpPr>
                <a:cxnSpLocks/>
                <a:endCxn id="48" idx="30"/>
              </p:cNvCxnSpPr>
              <p:nvPr/>
            </p:nvCxnSpPr>
            <p:spPr>
              <a:xfrm flipV="1">
                <a:off x="1692032" y="424070"/>
                <a:ext cx="81467" cy="24436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58FFB070-601A-FD47-B267-A0ADCCBDC938}"/>
                  </a:ext>
                </a:extLst>
              </p:cNvPr>
              <p:cNvCxnSpPr>
                <a:cxnSpLocks/>
                <a:stCxn id="6" idx="96"/>
              </p:cNvCxnSpPr>
              <p:nvPr/>
            </p:nvCxnSpPr>
            <p:spPr>
              <a:xfrm flipV="1">
                <a:off x="1591140" y="383624"/>
                <a:ext cx="58421" cy="23551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1DF6F6C7-6D5F-3246-B5D7-CFF800289E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62538" y="333179"/>
                <a:ext cx="58421" cy="23551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391AB7AC-9290-224F-9944-E8E16F7DF8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38073" y="315818"/>
                <a:ext cx="58421" cy="23551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919E5337-F49B-9E4F-9080-EE17569910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06297" y="339444"/>
                <a:ext cx="65242" cy="207327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B494A54F-0C7E-5A4A-B6D9-69B46F20CE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66800" y="345929"/>
                <a:ext cx="58421" cy="23551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2CF236A8-DA24-3942-BA01-B01A9D278B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5735" y="367825"/>
                <a:ext cx="58421" cy="23551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9A3D3EC3-857B-434C-86BB-78E61422D2DE}"/>
                  </a:ext>
                </a:extLst>
              </p:cNvPr>
              <p:cNvCxnSpPr>
                <a:cxnSpLocks/>
                <a:stCxn id="4" idx="10"/>
              </p:cNvCxnSpPr>
              <p:nvPr/>
            </p:nvCxnSpPr>
            <p:spPr>
              <a:xfrm flipV="1">
                <a:off x="783393" y="383624"/>
                <a:ext cx="78343" cy="332656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B303BC58-E0EE-8947-877A-8B14878E4810}"/>
                  </a:ext>
                </a:extLst>
              </p:cNvPr>
              <p:cNvCxnSpPr>
                <a:cxnSpLocks/>
                <a:stCxn id="4" idx="12"/>
              </p:cNvCxnSpPr>
              <p:nvPr/>
            </p:nvCxnSpPr>
            <p:spPr>
              <a:xfrm flipV="1">
                <a:off x="679894" y="467825"/>
                <a:ext cx="34812" cy="39808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764416E2-8196-0E47-A7F8-4E6B6FD825A9}"/>
                  </a:ext>
                </a:extLst>
              </p:cNvPr>
              <p:cNvCxnSpPr>
                <a:cxnSpLocks/>
                <a:stCxn id="4" idx="14"/>
              </p:cNvCxnSpPr>
              <p:nvPr/>
            </p:nvCxnSpPr>
            <p:spPr>
              <a:xfrm flipH="1" flipV="1">
                <a:off x="582139" y="554251"/>
                <a:ext cx="46006" cy="46128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92B67B19-2B5D-BB49-BFE3-F3B3B5D2485D}"/>
                  </a:ext>
                </a:extLst>
              </p:cNvPr>
              <p:cNvCxnSpPr>
                <a:cxnSpLocks/>
                <a:stCxn id="4" idx="15"/>
              </p:cNvCxnSpPr>
              <p:nvPr/>
            </p:nvCxnSpPr>
            <p:spPr>
              <a:xfrm flipH="1" flipV="1">
                <a:off x="467621" y="679441"/>
                <a:ext cx="143274" cy="51897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10BE234C-D7A2-684D-BA88-9EE7034DA0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1001" y="851382"/>
                <a:ext cx="219380" cy="55909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95E382C0-31B0-CA4E-BD50-F770F73E21DD}"/>
                  </a:ext>
                </a:extLst>
              </p:cNvPr>
              <p:cNvCxnSpPr>
                <a:cxnSpLocks/>
                <a:stCxn id="4" idx="16"/>
              </p:cNvCxnSpPr>
              <p:nvPr/>
            </p:nvCxnSpPr>
            <p:spPr>
              <a:xfrm flipH="1" flipV="1">
                <a:off x="333339" y="1070462"/>
                <a:ext cx="312056" cy="57684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81F2416E-40D3-4246-BD24-A8CDC9BB2B89}"/>
                  </a:ext>
                </a:extLst>
              </p:cNvPr>
              <p:cNvCxnSpPr>
                <a:cxnSpLocks/>
                <a:stCxn id="4" idx="17"/>
              </p:cNvCxnSpPr>
              <p:nvPr/>
            </p:nvCxnSpPr>
            <p:spPr>
              <a:xfrm flipH="1" flipV="1">
                <a:off x="316132" y="1307749"/>
                <a:ext cx="363762" cy="43931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98546170-8E72-BB4B-99E7-416C3787ACBD}"/>
                  </a:ext>
                </a:extLst>
              </p:cNvPr>
              <p:cNvCxnSpPr>
                <a:cxnSpLocks/>
                <a:stCxn id="4" idx="18"/>
              </p:cNvCxnSpPr>
              <p:nvPr/>
            </p:nvCxnSpPr>
            <p:spPr>
              <a:xfrm flipH="1" flipV="1">
                <a:off x="365787" y="1560257"/>
                <a:ext cx="331358" cy="23667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3ACB39D5-F744-134F-BFB0-A58B35961673}"/>
                  </a:ext>
                </a:extLst>
              </p:cNvPr>
              <p:cNvCxnSpPr>
                <a:cxnSpLocks/>
                <a:stCxn id="4" idx="19"/>
              </p:cNvCxnSpPr>
              <p:nvPr/>
            </p:nvCxnSpPr>
            <p:spPr>
              <a:xfrm flipH="1" flipV="1">
                <a:off x="401925" y="1751870"/>
                <a:ext cx="381468" cy="19469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943F0730-9074-224D-B132-41EE8DD90B76}"/>
                  </a:ext>
                </a:extLst>
              </p:cNvPr>
              <p:cNvCxnSpPr>
                <a:cxnSpLocks/>
                <a:stCxn id="4" idx="21"/>
                <a:endCxn id="48" idx="4"/>
              </p:cNvCxnSpPr>
              <p:nvPr/>
            </p:nvCxnSpPr>
            <p:spPr>
              <a:xfrm flipH="1" flipV="1">
                <a:off x="448282" y="1948070"/>
                <a:ext cx="355436" cy="131529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CE29BB8C-E352-4949-AC35-5B732C1E753F}"/>
                </a:ext>
              </a:extLst>
            </p:cNvPr>
            <p:cNvSpPr/>
            <p:nvPr/>
          </p:nvSpPr>
          <p:spPr>
            <a:xfrm>
              <a:off x="1295400" y="1202450"/>
              <a:ext cx="427803" cy="473950"/>
            </a:xfrm>
            <a:prstGeom prst="ellipse">
              <a:avLst/>
            </a:prstGeom>
            <a:noFill/>
            <a:ln w="952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65B8DDA9-742C-E044-9DB1-51E2938FB36A}"/>
                </a:ext>
              </a:extLst>
            </p:cNvPr>
            <p:cNvSpPr/>
            <p:nvPr/>
          </p:nvSpPr>
          <p:spPr>
            <a:xfrm>
              <a:off x="2162997" y="1202450"/>
              <a:ext cx="427803" cy="473950"/>
            </a:xfrm>
            <a:prstGeom prst="ellipse">
              <a:avLst/>
            </a:prstGeom>
            <a:noFill/>
            <a:ln w="952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3AE638C-E3D5-894D-8060-E82653F25D22}"/>
                </a:ext>
              </a:extLst>
            </p:cNvPr>
            <p:cNvCxnSpPr>
              <a:cxnSpLocks/>
              <a:stCxn id="128" idx="6"/>
              <a:endCxn id="129" idx="2"/>
            </p:cNvCxnSpPr>
            <p:nvPr/>
          </p:nvCxnSpPr>
          <p:spPr>
            <a:xfrm>
              <a:off x="1723203" y="1439425"/>
              <a:ext cx="439794" cy="0"/>
            </a:xfrm>
            <a:prstGeom prst="line">
              <a:avLst/>
            </a:prstGeom>
            <a:ln w="952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56E5249A-1761-904A-9062-319D283528CB}"/>
                </a:ext>
              </a:extLst>
            </p:cNvPr>
            <p:cNvGrpSpPr/>
            <p:nvPr/>
          </p:nvGrpSpPr>
          <p:grpSpPr>
            <a:xfrm>
              <a:off x="2138832" y="4214191"/>
              <a:ext cx="2250218" cy="1550505"/>
              <a:chOff x="2138832" y="4214191"/>
              <a:chExt cx="2250218" cy="1550505"/>
            </a:xfrm>
          </p:grpSpPr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255C5AC2-C72E-C24C-9DAD-33BB37EB7354}"/>
                  </a:ext>
                </a:extLst>
              </p:cNvPr>
              <p:cNvSpPr/>
              <p:nvPr/>
            </p:nvSpPr>
            <p:spPr>
              <a:xfrm>
                <a:off x="2173358" y="4214191"/>
                <a:ext cx="2215692" cy="730563"/>
              </a:xfrm>
              <a:custGeom>
                <a:avLst/>
                <a:gdLst>
                  <a:gd name="connsiteX0" fmla="*/ 0 w 2703443"/>
                  <a:gd name="connsiteY0" fmla="*/ 106018 h 730563"/>
                  <a:gd name="connsiteX1" fmla="*/ 503582 w 2703443"/>
                  <a:gd name="connsiteY1" fmla="*/ 106018 h 730563"/>
                  <a:gd name="connsiteX2" fmla="*/ 583095 w 2703443"/>
                  <a:gd name="connsiteY2" fmla="*/ 132522 h 730563"/>
                  <a:gd name="connsiteX3" fmla="*/ 622852 w 2703443"/>
                  <a:gd name="connsiteY3" fmla="*/ 145774 h 730563"/>
                  <a:gd name="connsiteX4" fmla="*/ 702365 w 2703443"/>
                  <a:gd name="connsiteY4" fmla="*/ 53009 h 730563"/>
                  <a:gd name="connsiteX5" fmla="*/ 742121 w 2703443"/>
                  <a:gd name="connsiteY5" fmla="*/ 26505 h 730563"/>
                  <a:gd name="connsiteX6" fmla="*/ 821634 w 2703443"/>
                  <a:gd name="connsiteY6" fmla="*/ 0 h 730563"/>
                  <a:gd name="connsiteX7" fmla="*/ 914400 w 2703443"/>
                  <a:gd name="connsiteY7" fmla="*/ 13252 h 730563"/>
                  <a:gd name="connsiteX8" fmla="*/ 954156 w 2703443"/>
                  <a:gd name="connsiteY8" fmla="*/ 79513 h 730563"/>
                  <a:gd name="connsiteX9" fmla="*/ 980660 w 2703443"/>
                  <a:gd name="connsiteY9" fmla="*/ 106018 h 730563"/>
                  <a:gd name="connsiteX10" fmla="*/ 993913 w 2703443"/>
                  <a:gd name="connsiteY10" fmla="*/ 145774 h 730563"/>
                  <a:gd name="connsiteX11" fmla="*/ 954156 w 2703443"/>
                  <a:gd name="connsiteY11" fmla="*/ 225287 h 730563"/>
                  <a:gd name="connsiteX12" fmla="*/ 980660 w 2703443"/>
                  <a:gd name="connsiteY12" fmla="*/ 251792 h 730563"/>
                  <a:gd name="connsiteX13" fmla="*/ 1060173 w 2703443"/>
                  <a:gd name="connsiteY13" fmla="*/ 291548 h 730563"/>
                  <a:gd name="connsiteX14" fmla="*/ 1113182 w 2703443"/>
                  <a:gd name="connsiteY14" fmla="*/ 344557 h 730563"/>
                  <a:gd name="connsiteX15" fmla="*/ 1179443 w 2703443"/>
                  <a:gd name="connsiteY15" fmla="*/ 397566 h 730563"/>
                  <a:gd name="connsiteX16" fmla="*/ 1219200 w 2703443"/>
                  <a:gd name="connsiteY16" fmla="*/ 424070 h 730563"/>
                  <a:gd name="connsiteX17" fmla="*/ 1245704 w 2703443"/>
                  <a:gd name="connsiteY17" fmla="*/ 463826 h 730563"/>
                  <a:gd name="connsiteX18" fmla="*/ 1298713 w 2703443"/>
                  <a:gd name="connsiteY18" fmla="*/ 516835 h 730563"/>
                  <a:gd name="connsiteX19" fmla="*/ 1351721 w 2703443"/>
                  <a:gd name="connsiteY19" fmla="*/ 583096 h 730563"/>
                  <a:gd name="connsiteX20" fmla="*/ 1364973 w 2703443"/>
                  <a:gd name="connsiteY20" fmla="*/ 622852 h 730563"/>
                  <a:gd name="connsiteX21" fmla="*/ 1391478 w 2703443"/>
                  <a:gd name="connsiteY21" fmla="*/ 649357 h 730563"/>
                  <a:gd name="connsiteX22" fmla="*/ 1404730 w 2703443"/>
                  <a:gd name="connsiteY22" fmla="*/ 689113 h 730563"/>
                  <a:gd name="connsiteX23" fmla="*/ 1563756 w 2703443"/>
                  <a:gd name="connsiteY23" fmla="*/ 702366 h 730563"/>
                  <a:gd name="connsiteX24" fmla="*/ 1603513 w 2703443"/>
                  <a:gd name="connsiteY24" fmla="*/ 715618 h 730563"/>
                  <a:gd name="connsiteX25" fmla="*/ 2040834 w 2703443"/>
                  <a:gd name="connsiteY25" fmla="*/ 702366 h 730563"/>
                  <a:gd name="connsiteX26" fmla="*/ 2411895 w 2703443"/>
                  <a:gd name="connsiteY26" fmla="*/ 715618 h 730563"/>
                  <a:gd name="connsiteX27" fmla="*/ 2451652 w 2703443"/>
                  <a:gd name="connsiteY27" fmla="*/ 728870 h 730563"/>
                  <a:gd name="connsiteX28" fmla="*/ 2703443 w 2703443"/>
                  <a:gd name="connsiteY28" fmla="*/ 728870 h 730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703443" h="730563">
                    <a:moveTo>
                      <a:pt x="0" y="106018"/>
                    </a:moveTo>
                    <a:cubicBezTo>
                      <a:pt x="206427" y="76529"/>
                      <a:pt x="157918" y="77992"/>
                      <a:pt x="503582" y="106018"/>
                    </a:cubicBezTo>
                    <a:cubicBezTo>
                      <a:pt x="531429" y="108276"/>
                      <a:pt x="556591" y="123687"/>
                      <a:pt x="583095" y="132522"/>
                    </a:cubicBezTo>
                    <a:lnTo>
                      <a:pt x="622852" y="145774"/>
                    </a:lnTo>
                    <a:cubicBezTo>
                      <a:pt x="646832" y="109805"/>
                      <a:pt x="663802" y="78717"/>
                      <a:pt x="702365" y="53009"/>
                    </a:cubicBezTo>
                    <a:cubicBezTo>
                      <a:pt x="715617" y="44174"/>
                      <a:pt x="727567" y="32974"/>
                      <a:pt x="742121" y="26505"/>
                    </a:cubicBezTo>
                    <a:cubicBezTo>
                      <a:pt x="767651" y="15158"/>
                      <a:pt x="821634" y="0"/>
                      <a:pt x="821634" y="0"/>
                    </a:cubicBezTo>
                    <a:cubicBezTo>
                      <a:pt x="852556" y="4417"/>
                      <a:pt x="884767" y="3374"/>
                      <a:pt x="914400" y="13252"/>
                    </a:cubicBezTo>
                    <a:cubicBezTo>
                      <a:pt x="947977" y="24444"/>
                      <a:pt x="940089" y="56067"/>
                      <a:pt x="954156" y="79513"/>
                    </a:cubicBezTo>
                    <a:cubicBezTo>
                      <a:pt x="960584" y="90227"/>
                      <a:pt x="971825" y="97183"/>
                      <a:pt x="980660" y="106018"/>
                    </a:cubicBezTo>
                    <a:cubicBezTo>
                      <a:pt x="985078" y="119270"/>
                      <a:pt x="993913" y="131805"/>
                      <a:pt x="993913" y="145774"/>
                    </a:cubicBezTo>
                    <a:cubicBezTo>
                      <a:pt x="993913" y="173206"/>
                      <a:pt x="967556" y="205187"/>
                      <a:pt x="954156" y="225287"/>
                    </a:cubicBezTo>
                    <a:cubicBezTo>
                      <a:pt x="962991" y="234122"/>
                      <a:pt x="969946" y="245364"/>
                      <a:pt x="980660" y="251792"/>
                    </a:cubicBezTo>
                    <a:cubicBezTo>
                      <a:pt x="1059048" y="298825"/>
                      <a:pt x="981976" y="224522"/>
                      <a:pt x="1060173" y="291548"/>
                    </a:cubicBezTo>
                    <a:cubicBezTo>
                      <a:pt x="1079146" y="307810"/>
                      <a:pt x="1092390" y="330696"/>
                      <a:pt x="1113182" y="344557"/>
                    </a:cubicBezTo>
                    <a:cubicBezTo>
                      <a:pt x="1235550" y="426134"/>
                      <a:pt x="1085027" y="322033"/>
                      <a:pt x="1179443" y="397566"/>
                    </a:cubicBezTo>
                    <a:cubicBezTo>
                      <a:pt x="1191880" y="407516"/>
                      <a:pt x="1205948" y="415235"/>
                      <a:pt x="1219200" y="424070"/>
                    </a:cubicBezTo>
                    <a:cubicBezTo>
                      <a:pt x="1228035" y="437322"/>
                      <a:pt x="1235339" y="451733"/>
                      <a:pt x="1245704" y="463826"/>
                    </a:cubicBezTo>
                    <a:cubicBezTo>
                      <a:pt x="1261966" y="482799"/>
                      <a:pt x="1298713" y="516835"/>
                      <a:pt x="1298713" y="516835"/>
                    </a:cubicBezTo>
                    <a:cubicBezTo>
                      <a:pt x="1332022" y="616764"/>
                      <a:pt x="1283216" y="497465"/>
                      <a:pt x="1351721" y="583096"/>
                    </a:cubicBezTo>
                    <a:cubicBezTo>
                      <a:pt x="1360447" y="594004"/>
                      <a:pt x="1357786" y="610874"/>
                      <a:pt x="1364973" y="622852"/>
                    </a:cubicBezTo>
                    <a:cubicBezTo>
                      <a:pt x="1371401" y="633566"/>
                      <a:pt x="1382643" y="640522"/>
                      <a:pt x="1391478" y="649357"/>
                    </a:cubicBezTo>
                    <a:cubicBezTo>
                      <a:pt x="1395895" y="662609"/>
                      <a:pt x="1391379" y="685005"/>
                      <a:pt x="1404730" y="689113"/>
                    </a:cubicBezTo>
                    <a:cubicBezTo>
                      <a:pt x="1455570" y="704756"/>
                      <a:pt x="1511030" y="695336"/>
                      <a:pt x="1563756" y="702366"/>
                    </a:cubicBezTo>
                    <a:cubicBezTo>
                      <a:pt x="1577603" y="704212"/>
                      <a:pt x="1590261" y="711201"/>
                      <a:pt x="1603513" y="715618"/>
                    </a:cubicBezTo>
                    <a:cubicBezTo>
                      <a:pt x="1749287" y="711201"/>
                      <a:pt x="1894993" y="702366"/>
                      <a:pt x="2040834" y="702366"/>
                    </a:cubicBezTo>
                    <a:cubicBezTo>
                      <a:pt x="2164600" y="702366"/>
                      <a:pt x="2288386" y="707650"/>
                      <a:pt x="2411895" y="715618"/>
                    </a:cubicBezTo>
                    <a:cubicBezTo>
                      <a:pt x="2425835" y="716517"/>
                      <a:pt x="2437697" y="728236"/>
                      <a:pt x="2451652" y="728870"/>
                    </a:cubicBezTo>
                    <a:cubicBezTo>
                      <a:pt x="2535496" y="732681"/>
                      <a:pt x="2619513" y="728870"/>
                      <a:pt x="2703443" y="728870"/>
                    </a:cubicBez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B159B8C3-3A19-5648-AF2C-430E003B7196}"/>
                  </a:ext>
                </a:extLst>
              </p:cNvPr>
              <p:cNvSpPr/>
              <p:nvPr/>
            </p:nvSpPr>
            <p:spPr>
              <a:xfrm>
                <a:off x="2199861" y="4651513"/>
                <a:ext cx="834887" cy="702841"/>
              </a:xfrm>
              <a:custGeom>
                <a:avLst/>
                <a:gdLst>
                  <a:gd name="connsiteX0" fmla="*/ 0 w 834887"/>
                  <a:gd name="connsiteY0" fmla="*/ 0 h 702841"/>
                  <a:gd name="connsiteX1" fmla="*/ 92765 w 834887"/>
                  <a:gd name="connsiteY1" fmla="*/ 13252 h 702841"/>
                  <a:gd name="connsiteX2" fmla="*/ 410817 w 834887"/>
                  <a:gd name="connsiteY2" fmla="*/ 26504 h 702841"/>
                  <a:gd name="connsiteX3" fmla="*/ 516835 w 834887"/>
                  <a:gd name="connsiteY3" fmla="*/ 53009 h 702841"/>
                  <a:gd name="connsiteX4" fmla="*/ 596348 w 834887"/>
                  <a:gd name="connsiteY4" fmla="*/ 79513 h 702841"/>
                  <a:gd name="connsiteX5" fmla="*/ 622852 w 834887"/>
                  <a:gd name="connsiteY5" fmla="*/ 119270 h 702841"/>
                  <a:gd name="connsiteX6" fmla="*/ 662609 w 834887"/>
                  <a:gd name="connsiteY6" fmla="*/ 145774 h 702841"/>
                  <a:gd name="connsiteX7" fmla="*/ 675861 w 834887"/>
                  <a:gd name="connsiteY7" fmla="*/ 185530 h 702841"/>
                  <a:gd name="connsiteX8" fmla="*/ 702365 w 834887"/>
                  <a:gd name="connsiteY8" fmla="*/ 212035 h 702841"/>
                  <a:gd name="connsiteX9" fmla="*/ 755374 w 834887"/>
                  <a:gd name="connsiteY9" fmla="*/ 291548 h 702841"/>
                  <a:gd name="connsiteX10" fmla="*/ 781878 w 834887"/>
                  <a:gd name="connsiteY10" fmla="*/ 331304 h 702841"/>
                  <a:gd name="connsiteX11" fmla="*/ 834887 w 834887"/>
                  <a:gd name="connsiteY11" fmla="*/ 384313 h 702841"/>
                  <a:gd name="connsiteX12" fmla="*/ 808382 w 834887"/>
                  <a:gd name="connsiteY12" fmla="*/ 463826 h 702841"/>
                  <a:gd name="connsiteX13" fmla="*/ 768626 w 834887"/>
                  <a:gd name="connsiteY13" fmla="*/ 490330 h 702841"/>
                  <a:gd name="connsiteX14" fmla="*/ 742122 w 834887"/>
                  <a:gd name="connsiteY14" fmla="*/ 516835 h 702841"/>
                  <a:gd name="connsiteX15" fmla="*/ 702365 w 834887"/>
                  <a:gd name="connsiteY15" fmla="*/ 530087 h 702841"/>
                  <a:gd name="connsiteX16" fmla="*/ 596348 w 834887"/>
                  <a:gd name="connsiteY16" fmla="*/ 596348 h 702841"/>
                  <a:gd name="connsiteX17" fmla="*/ 516835 w 834887"/>
                  <a:gd name="connsiteY17" fmla="*/ 622852 h 702841"/>
                  <a:gd name="connsiteX18" fmla="*/ 477078 w 834887"/>
                  <a:gd name="connsiteY18" fmla="*/ 636104 h 702841"/>
                  <a:gd name="connsiteX19" fmla="*/ 331304 w 834887"/>
                  <a:gd name="connsiteY19" fmla="*/ 649357 h 702841"/>
                  <a:gd name="connsiteX20" fmla="*/ 106017 w 834887"/>
                  <a:gd name="connsiteY20" fmla="*/ 662609 h 702841"/>
                  <a:gd name="connsiteX21" fmla="*/ 66261 w 834887"/>
                  <a:gd name="connsiteY21" fmla="*/ 675861 h 702841"/>
                  <a:gd name="connsiteX22" fmla="*/ 13252 w 834887"/>
                  <a:gd name="connsiteY22" fmla="*/ 702365 h 702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34887" h="702841">
                    <a:moveTo>
                      <a:pt x="0" y="0"/>
                    </a:moveTo>
                    <a:cubicBezTo>
                      <a:pt x="30922" y="4417"/>
                      <a:pt x="61594" y="11241"/>
                      <a:pt x="92765" y="13252"/>
                    </a:cubicBezTo>
                    <a:cubicBezTo>
                      <a:pt x="198654" y="20083"/>
                      <a:pt x="305171" y="16600"/>
                      <a:pt x="410817" y="26504"/>
                    </a:cubicBezTo>
                    <a:cubicBezTo>
                      <a:pt x="447085" y="29904"/>
                      <a:pt x="482277" y="41490"/>
                      <a:pt x="516835" y="53009"/>
                    </a:cubicBezTo>
                    <a:lnTo>
                      <a:pt x="596348" y="79513"/>
                    </a:lnTo>
                    <a:cubicBezTo>
                      <a:pt x="605183" y="92765"/>
                      <a:pt x="611590" y="108008"/>
                      <a:pt x="622852" y="119270"/>
                    </a:cubicBezTo>
                    <a:cubicBezTo>
                      <a:pt x="634114" y="130532"/>
                      <a:pt x="652659" y="133337"/>
                      <a:pt x="662609" y="145774"/>
                    </a:cubicBezTo>
                    <a:cubicBezTo>
                      <a:pt x="671335" y="156682"/>
                      <a:pt x="668674" y="173552"/>
                      <a:pt x="675861" y="185530"/>
                    </a:cubicBezTo>
                    <a:cubicBezTo>
                      <a:pt x="682289" y="196244"/>
                      <a:pt x="694868" y="202040"/>
                      <a:pt x="702365" y="212035"/>
                    </a:cubicBezTo>
                    <a:cubicBezTo>
                      <a:pt x="721478" y="237519"/>
                      <a:pt x="737704" y="265044"/>
                      <a:pt x="755374" y="291548"/>
                    </a:cubicBezTo>
                    <a:cubicBezTo>
                      <a:pt x="764209" y="304800"/>
                      <a:pt x="770616" y="320042"/>
                      <a:pt x="781878" y="331304"/>
                    </a:cubicBezTo>
                    <a:lnTo>
                      <a:pt x="834887" y="384313"/>
                    </a:lnTo>
                    <a:cubicBezTo>
                      <a:pt x="826052" y="410817"/>
                      <a:pt x="831628" y="448329"/>
                      <a:pt x="808382" y="463826"/>
                    </a:cubicBezTo>
                    <a:cubicBezTo>
                      <a:pt x="795130" y="472661"/>
                      <a:pt x="781063" y="480380"/>
                      <a:pt x="768626" y="490330"/>
                    </a:cubicBezTo>
                    <a:cubicBezTo>
                      <a:pt x="758870" y="498135"/>
                      <a:pt x="752836" y="510407"/>
                      <a:pt x="742122" y="516835"/>
                    </a:cubicBezTo>
                    <a:cubicBezTo>
                      <a:pt x="730144" y="524022"/>
                      <a:pt x="715617" y="525670"/>
                      <a:pt x="702365" y="530087"/>
                    </a:cubicBezTo>
                    <a:cubicBezTo>
                      <a:pt x="660364" y="593090"/>
                      <a:pt x="690971" y="564808"/>
                      <a:pt x="596348" y="596348"/>
                    </a:cubicBezTo>
                    <a:lnTo>
                      <a:pt x="516835" y="622852"/>
                    </a:lnTo>
                    <a:cubicBezTo>
                      <a:pt x="503583" y="627269"/>
                      <a:pt x="490990" y="634839"/>
                      <a:pt x="477078" y="636104"/>
                    </a:cubicBezTo>
                    <a:lnTo>
                      <a:pt x="331304" y="649357"/>
                    </a:lnTo>
                    <a:cubicBezTo>
                      <a:pt x="205503" y="691290"/>
                      <a:pt x="279614" y="678390"/>
                      <a:pt x="106017" y="662609"/>
                    </a:cubicBezTo>
                    <a:cubicBezTo>
                      <a:pt x="92765" y="667026"/>
                      <a:pt x="78239" y="668674"/>
                      <a:pt x="66261" y="675861"/>
                    </a:cubicBezTo>
                    <a:cubicBezTo>
                      <a:pt x="11675" y="708612"/>
                      <a:pt x="67689" y="702365"/>
                      <a:pt x="13252" y="702365"/>
                    </a:cubicBez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64BC9374-25FC-F24C-B96F-98B64DE81442}"/>
                  </a:ext>
                </a:extLst>
              </p:cNvPr>
              <p:cNvSpPr/>
              <p:nvPr/>
            </p:nvSpPr>
            <p:spPr>
              <a:xfrm>
                <a:off x="2213113" y="5234423"/>
                <a:ext cx="2160104" cy="530273"/>
              </a:xfrm>
              <a:custGeom>
                <a:avLst/>
                <a:gdLst>
                  <a:gd name="connsiteX0" fmla="*/ 0 w 2160104"/>
                  <a:gd name="connsiteY0" fmla="*/ 530273 h 530273"/>
                  <a:gd name="connsiteX1" fmla="*/ 92765 w 2160104"/>
                  <a:gd name="connsiteY1" fmla="*/ 517020 h 530273"/>
                  <a:gd name="connsiteX2" fmla="*/ 159026 w 2160104"/>
                  <a:gd name="connsiteY2" fmla="*/ 503768 h 530273"/>
                  <a:gd name="connsiteX3" fmla="*/ 265044 w 2160104"/>
                  <a:gd name="connsiteY3" fmla="*/ 490516 h 530273"/>
                  <a:gd name="connsiteX4" fmla="*/ 318052 w 2160104"/>
                  <a:gd name="connsiteY4" fmla="*/ 477264 h 530273"/>
                  <a:gd name="connsiteX5" fmla="*/ 450574 w 2160104"/>
                  <a:gd name="connsiteY5" fmla="*/ 437507 h 530273"/>
                  <a:gd name="connsiteX6" fmla="*/ 543339 w 2160104"/>
                  <a:gd name="connsiteY6" fmla="*/ 424255 h 530273"/>
                  <a:gd name="connsiteX7" fmla="*/ 622852 w 2160104"/>
                  <a:gd name="connsiteY7" fmla="*/ 397751 h 530273"/>
                  <a:gd name="connsiteX8" fmla="*/ 649357 w 2160104"/>
                  <a:gd name="connsiteY8" fmla="*/ 371247 h 530273"/>
                  <a:gd name="connsiteX9" fmla="*/ 768626 w 2160104"/>
                  <a:gd name="connsiteY9" fmla="*/ 304986 h 530273"/>
                  <a:gd name="connsiteX10" fmla="*/ 861391 w 2160104"/>
                  <a:gd name="connsiteY10" fmla="*/ 225473 h 530273"/>
                  <a:gd name="connsiteX11" fmla="*/ 914400 w 2160104"/>
                  <a:gd name="connsiteY11" fmla="*/ 159212 h 530273"/>
                  <a:gd name="connsiteX12" fmla="*/ 967409 w 2160104"/>
                  <a:gd name="connsiteY12" fmla="*/ 106203 h 530273"/>
                  <a:gd name="connsiteX13" fmla="*/ 1007165 w 2160104"/>
                  <a:gd name="connsiteY13" fmla="*/ 92951 h 530273"/>
                  <a:gd name="connsiteX14" fmla="*/ 1325217 w 2160104"/>
                  <a:gd name="connsiteY14" fmla="*/ 53194 h 530273"/>
                  <a:gd name="connsiteX15" fmla="*/ 1842052 w 2160104"/>
                  <a:gd name="connsiteY15" fmla="*/ 39942 h 530273"/>
                  <a:gd name="connsiteX16" fmla="*/ 1895061 w 2160104"/>
                  <a:gd name="connsiteY16" fmla="*/ 26690 h 530273"/>
                  <a:gd name="connsiteX17" fmla="*/ 2093844 w 2160104"/>
                  <a:gd name="connsiteY17" fmla="*/ 13438 h 530273"/>
                  <a:gd name="connsiteX18" fmla="*/ 2160104 w 2160104"/>
                  <a:gd name="connsiteY18" fmla="*/ 186 h 530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160104" h="530273">
                    <a:moveTo>
                      <a:pt x="0" y="530273"/>
                    </a:moveTo>
                    <a:cubicBezTo>
                      <a:pt x="30922" y="525855"/>
                      <a:pt x="61954" y="522155"/>
                      <a:pt x="92765" y="517020"/>
                    </a:cubicBezTo>
                    <a:cubicBezTo>
                      <a:pt x="114983" y="513317"/>
                      <a:pt x="136764" y="507193"/>
                      <a:pt x="159026" y="503768"/>
                    </a:cubicBezTo>
                    <a:cubicBezTo>
                      <a:pt x="194226" y="498353"/>
                      <a:pt x="229705" y="494933"/>
                      <a:pt x="265044" y="490516"/>
                    </a:cubicBezTo>
                    <a:cubicBezTo>
                      <a:pt x="282713" y="486099"/>
                      <a:pt x="300607" y="482497"/>
                      <a:pt x="318052" y="477264"/>
                    </a:cubicBezTo>
                    <a:cubicBezTo>
                      <a:pt x="371234" y="461309"/>
                      <a:pt x="398892" y="446904"/>
                      <a:pt x="450574" y="437507"/>
                    </a:cubicBezTo>
                    <a:cubicBezTo>
                      <a:pt x="481306" y="431919"/>
                      <a:pt x="512417" y="428672"/>
                      <a:pt x="543339" y="424255"/>
                    </a:cubicBezTo>
                    <a:cubicBezTo>
                      <a:pt x="569843" y="415420"/>
                      <a:pt x="603096" y="417506"/>
                      <a:pt x="622852" y="397751"/>
                    </a:cubicBezTo>
                    <a:cubicBezTo>
                      <a:pt x="631687" y="388916"/>
                      <a:pt x="638643" y="377675"/>
                      <a:pt x="649357" y="371247"/>
                    </a:cubicBezTo>
                    <a:cubicBezTo>
                      <a:pt x="732674" y="321256"/>
                      <a:pt x="647067" y="426545"/>
                      <a:pt x="768626" y="304986"/>
                    </a:cubicBezTo>
                    <a:cubicBezTo>
                      <a:pt x="896231" y="177381"/>
                      <a:pt x="760476" y="306205"/>
                      <a:pt x="861391" y="225473"/>
                    </a:cubicBezTo>
                    <a:cubicBezTo>
                      <a:pt x="902403" y="192663"/>
                      <a:pt x="876829" y="203045"/>
                      <a:pt x="914400" y="159212"/>
                    </a:cubicBezTo>
                    <a:cubicBezTo>
                      <a:pt x="930662" y="140239"/>
                      <a:pt x="943703" y="114105"/>
                      <a:pt x="967409" y="106203"/>
                    </a:cubicBezTo>
                    <a:lnTo>
                      <a:pt x="1007165" y="92951"/>
                    </a:lnTo>
                    <a:cubicBezTo>
                      <a:pt x="1122723" y="-22607"/>
                      <a:pt x="1035216" y="38694"/>
                      <a:pt x="1325217" y="53194"/>
                    </a:cubicBezTo>
                    <a:cubicBezTo>
                      <a:pt x="1497495" y="48777"/>
                      <a:pt x="1669903" y="47949"/>
                      <a:pt x="1842052" y="39942"/>
                    </a:cubicBezTo>
                    <a:cubicBezTo>
                      <a:pt x="1860246" y="39096"/>
                      <a:pt x="1876948" y="28597"/>
                      <a:pt x="1895061" y="26690"/>
                    </a:cubicBezTo>
                    <a:cubicBezTo>
                      <a:pt x="1961104" y="19738"/>
                      <a:pt x="2027583" y="17855"/>
                      <a:pt x="2093844" y="13438"/>
                    </a:cubicBezTo>
                    <a:cubicBezTo>
                      <a:pt x="2141981" y="-2608"/>
                      <a:pt x="2119631" y="186"/>
                      <a:pt x="2160104" y="186"/>
                    </a:cubicBez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759EAECC-D22E-2E4A-BEC4-BAC8FC34F399}"/>
                  </a:ext>
                </a:extLst>
              </p:cNvPr>
              <p:cNvSpPr/>
              <p:nvPr/>
            </p:nvSpPr>
            <p:spPr>
              <a:xfrm>
                <a:off x="2138832" y="4343401"/>
                <a:ext cx="131023" cy="2722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4106F13A-ECAA-0E44-877E-7F06CFB1B368}"/>
                  </a:ext>
                </a:extLst>
              </p:cNvPr>
              <p:cNvSpPr/>
              <p:nvPr/>
            </p:nvSpPr>
            <p:spPr>
              <a:xfrm>
                <a:off x="2155819" y="5361517"/>
                <a:ext cx="132820" cy="35348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C0F76389-60F7-7D4A-8B21-16EE72BE8CFD}"/>
                </a:ext>
              </a:extLst>
            </p:cNvPr>
            <p:cNvGrpSpPr/>
            <p:nvPr/>
          </p:nvGrpSpPr>
          <p:grpSpPr>
            <a:xfrm flipH="1">
              <a:off x="-414600" y="4240695"/>
              <a:ext cx="2111867" cy="1550505"/>
              <a:chOff x="2138832" y="4214191"/>
              <a:chExt cx="2250218" cy="1550505"/>
            </a:xfrm>
          </p:grpSpPr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EBE02AA6-633A-5940-B9F0-CA80B6AECE45}"/>
                  </a:ext>
                </a:extLst>
              </p:cNvPr>
              <p:cNvSpPr/>
              <p:nvPr/>
            </p:nvSpPr>
            <p:spPr>
              <a:xfrm>
                <a:off x="2173358" y="4214191"/>
                <a:ext cx="2215692" cy="730563"/>
              </a:xfrm>
              <a:custGeom>
                <a:avLst/>
                <a:gdLst>
                  <a:gd name="connsiteX0" fmla="*/ 0 w 2703443"/>
                  <a:gd name="connsiteY0" fmla="*/ 106018 h 730563"/>
                  <a:gd name="connsiteX1" fmla="*/ 503582 w 2703443"/>
                  <a:gd name="connsiteY1" fmla="*/ 106018 h 730563"/>
                  <a:gd name="connsiteX2" fmla="*/ 583095 w 2703443"/>
                  <a:gd name="connsiteY2" fmla="*/ 132522 h 730563"/>
                  <a:gd name="connsiteX3" fmla="*/ 622852 w 2703443"/>
                  <a:gd name="connsiteY3" fmla="*/ 145774 h 730563"/>
                  <a:gd name="connsiteX4" fmla="*/ 702365 w 2703443"/>
                  <a:gd name="connsiteY4" fmla="*/ 53009 h 730563"/>
                  <a:gd name="connsiteX5" fmla="*/ 742121 w 2703443"/>
                  <a:gd name="connsiteY5" fmla="*/ 26505 h 730563"/>
                  <a:gd name="connsiteX6" fmla="*/ 821634 w 2703443"/>
                  <a:gd name="connsiteY6" fmla="*/ 0 h 730563"/>
                  <a:gd name="connsiteX7" fmla="*/ 914400 w 2703443"/>
                  <a:gd name="connsiteY7" fmla="*/ 13252 h 730563"/>
                  <a:gd name="connsiteX8" fmla="*/ 954156 w 2703443"/>
                  <a:gd name="connsiteY8" fmla="*/ 79513 h 730563"/>
                  <a:gd name="connsiteX9" fmla="*/ 980660 w 2703443"/>
                  <a:gd name="connsiteY9" fmla="*/ 106018 h 730563"/>
                  <a:gd name="connsiteX10" fmla="*/ 993913 w 2703443"/>
                  <a:gd name="connsiteY10" fmla="*/ 145774 h 730563"/>
                  <a:gd name="connsiteX11" fmla="*/ 954156 w 2703443"/>
                  <a:gd name="connsiteY11" fmla="*/ 225287 h 730563"/>
                  <a:gd name="connsiteX12" fmla="*/ 980660 w 2703443"/>
                  <a:gd name="connsiteY12" fmla="*/ 251792 h 730563"/>
                  <a:gd name="connsiteX13" fmla="*/ 1060173 w 2703443"/>
                  <a:gd name="connsiteY13" fmla="*/ 291548 h 730563"/>
                  <a:gd name="connsiteX14" fmla="*/ 1113182 w 2703443"/>
                  <a:gd name="connsiteY14" fmla="*/ 344557 h 730563"/>
                  <a:gd name="connsiteX15" fmla="*/ 1179443 w 2703443"/>
                  <a:gd name="connsiteY15" fmla="*/ 397566 h 730563"/>
                  <a:gd name="connsiteX16" fmla="*/ 1219200 w 2703443"/>
                  <a:gd name="connsiteY16" fmla="*/ 424070 h 730563"/>
                  <a:gd name="connsiteX17" fmla="*/ 1245704 w 2703443"/>
                  <a:gd name="connsiteY17" fmla="*/ 463826 h 730563"/>
                  <a:gd name="connsiteX18" fmla="*/ 1298713 w 2703443"/>
                  <a:gd name="connsiteY18" fmla="*/ 516835 h 730563"/>
                  <a:gd name="connsiteX19" fmla="*/ 1351721 w 2703443"/>
                  <a:gd name="connsiteY19" fmla="*/ 583096 h 730563"/>
                  <a:gd name="connsiteX20" fmla="*/ 1364973 w 2703443"/>
                  <a:gd name="connsiteY20" fmla="*/ 622852 h 730563"/>
                  <a:gd name="connsiteX21" fmla="*/ 1391478 w 2703443"/>
                  <a:gd name="connsiteY21" fmla="*/ 649357 h 730563"/>
                  <a:gd name="connsiteX22" fmla="*/ 1404730 w 2703443"/>
                  <a:gd name="connsiteY22" fmla="*/ 689113 h 730563"/>
                  <a:gd name="connsiteX23" fmla="*/ 1563756 w 2703443"/>
                  <a:gd name="connsiteY23" fmla="*/ 702366 h 730563"/>
                  <a:gd name="connsiteX24" fmla="*/ 1603513 w 2703443"/>
                  <a:gd name="connsiteY24" fmla="*/ 715618 h 730563"/>
                  <a:gd name="connsiteX25" fmla="*/ 2040834 w 2703443"/>
                  <a:gd name="connsiteY25" fmla="*/ 702366 h 730563"/>
                  <a:gd name="connsiteX26" fmla="*/ 2411895 w 2703443"/>
                  <a:gd name="connsiteY26" fmla="*/ 715618 h 730563"/>
                  <a:gd name="connsiteX27" fmla="*/ 2451652 w 2703443"/>
                  <a:gd name="connsiteY27" fmla="*/ 728870 h 730563"/>
                  <a:gd name="connsiteX28" fmla="*/ 2703443 w 2703443"/>
                  <a:gd name="connsiteY28" fmla="*/ 728870 h 730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703443" h="730563">
                    <a:moveTo>
                      <a:pt x="0" y="106018"/>
                    </a:moveTo>
                    <a:cubicBezTo>
                      <a:pt x="206427" y="76529"/>
                      <a:pt x="157918" y="77992"/>
                      <a:pt x="503582" y="106018"/>
                    </a:cubicBezTo>
                    <a:cubicBezTo>
                      <a:pt x="531429" y="108276"/>
                      <a:pt x="556591" y="123687"/>
                      <a:pt x="583095" y="132522"/>
                    </a:cubicBezTo>
                    <a:lnTo>
                      <a:pt x="622852" y="145774"/>
                    </a:lnTo>
                    <a:cubicBezTo>
                      <a:pt x="646832" y="109805"/>
                      <a:pt x="663802" y="78717"/>
                      <a:pt x="702365" y="53009"/>
                    </a:cubicBezTo>
                    <a:cubicBezTo>
                      <a:pt x="715617" y="44174"/>
                      <a:pt x="727567" y="32974"/>
                      <a:pt x="742121" y="26505"/>
                    </a:cubicBezTo>
                    <a:cubicBezTo>
                      <a:pt x="767651" y="15158"/>
                      <a:pt x="821634" y="0"/>
                      <a:pt x="821634" y="0"/>
                    </a:cubicBezTo>
                    <a:cubicBezTo>
                      <a:pt x="852556" y="4417"/>
                      <a:pt x="884767" y="3374"/>
                      <a:pt x="914400" y="13252"/>
                    </a:cubicBezTo>
                    <a:cubicBezTo>
                      <a:pt x="947977" y="24444"/>
                      <a:pt x="940089" y="56067"/>
                      <a:pt x="954156" y="79513"/>
                    </a:cubicBezTo>
                    <a:cubicBezTo>
                      <a:pt x="960584" y="90227"/>
                      <a:pt x="971825" y="97183"/>
                      <a:pt x="980660" y="106018"/>
                    </a:cubicBezTo>
                    <a:cubicBezTo>
                      <a:pt x="985078" y="119270"/>
                      <a:pt x="993913" y="131805"/>
                      <a:pt x="993913" y="145774"/>
                    </a:cubicBezTo>
                    <a:cubicBezTo>
                      <a:pt x="993913" y="173206"/>
                      <a:pt x="967556" y="205187"/>
                      <a:pt x="954156" y="225287"/>
                    </a:cubicBezTo>
                    <a:cubicBezTo>
                      <a:pt x="962991" y="234122"/>
                      <a:pt x="969946" y="245364"/>
                      <a:pt x="980660" y="251792"/>
                    </a:cubicBezTo>
                    <a:cubicBezTo>
                      <a:pt x="1059048" y="298825"/>
                      <a:pt x="981976" y="224522"/>
                      <a:pt x="1060173" y="291548"/>
                    </a:cubicBezTo>
                    <a:cubicBezTo>
                      <a:pt x="1079146" y="307810"/>
                      <a:pt x="1092390" y="330696"/>
                      <a:pt x="1113182" y="344557"/>
                    </a:cubicBezTo>
                    <a:cubicBezTo>
                      <a:pt x="1235550" y="426134"/>
                      <a:pt x="1085027" y="322033"/>
                      <a:pt x="1179443" y="397566"/>
                    </a:cubicBezTo>
                    <a:cubicBezTo>
                      <a:pt x="1191880" y="407516"/>
                      <a:pt x="1205948" y="415235"/>
                      <a:pt x="1219200" y="424070"/>
                    </a:cubicBezTo>
                    <a:cubicBezTo>
                      <a:pt x="1228035" y="437322"/>
                      <a:pt x="1235339" y="451733"/>
                      <a:pt x="1245704" y="463826"/>
                    </a:cubicBezTo>
                    <a:cubicBezTo>
                      <a:pt x="1261966" y="482799"/>
                      <a:pt x="1298713" y="516835"/>
                      <a:pt x="1298713" y="516835"/>
                    </a:cubicBezTo>
                    <a:cubicBezTo>
                      <a:pt x="1332022" y="616764"/>
                      <a:pt x="1283216" y="497465"/>
                      <a:pt x="1351721" y="583096"/>
                    </a:cubicBezTo>
                    <a:cubicBezTo>
                      <a:pt x="1360447" y="594004"/>
                      <a:pt x="1357786" y="610874"/>
                      <a:pt x="1364973" y="622852"/>
                    </a:cubicBezTo>
                    <a:cubicBezTo>
                      <a:pt x="1371401" y="633566"/>
                      <a:pt x="1382643" y="640522"/>
                      <a:pt x="1391478" y="649357"/>
                    </a:cubicBezTo>
                    <a:cubicBezTo>
                      <a:pt x="1395895" y="662609"/>
                      <a:pt x="1391379" y="685005"/>
                      <a:pt x="1404730" y="689113"/>
                    </a:cubicBezTo>
                    <a:cubicBezTo>
                      <a:pt x="1455570" y="704756"/>
                      <a:pt x="1511030" y="695336"/>
                      <a:pt x="1563756" y="702366"/>
                    </a:cubicBezTo>
                    <a:cubicBezTo>
                      <a:pt x="1577603" y="704212"/>
                      <a:pt x="1590261" y="711201"/>
                      <a:pt x="1603513" y="715618"/>
                    </a:cubicBezTo>
                    <a:cubicBezTo>
                      <a:pt x="1749287" y="711201"/>
                      <a:pt x="1894993" y="702366"/>
                      <a:pt x="2040834" y="702366"/>
                    </a:cubicBezTo>
                    <a:cubicBezTo>
                      <a:pt x="2164600" y="702366"/>
                      <a:pt x="2288386" y="707650"/>
                      <a:pt x="2411895" y="715618"/>
                    </a:cubicBezTo>
                    <a:cubicBezTo>
                      <a:pt x="2425835" y="716517"/>
                      <a:pt x="2437697" y="728236"/>
                      <a:pt x="2451652" y="728870"/>
                    </a:cubicBezTo>
                    <a:cubicBezTo>
                      <a:pt x="2535496" y="732681"/>
                      <a:pt x="2619513" y="728870"/>
                      <a:pt x="2703443" y="728870"/>
                    </a:cubicBez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0B19DE4F-6CA8-FE46-A1C5-AFCC6BAD2D06}"/>
                  </a:ext>
                </a:extLst>
              </p:cNvPr>
              <p:cNvSpPr/>
              <p:nvPr/>
            </p:nvSpPr>
            <p:spPr>
              <a:xfrm>
                <a:off x="2199861" y="4651513"/>
                <a:ext cx="834887" cy="702841"/>
              </a:xfrm>
              <a:custGeom>
                <a:avLst/>
                <a:gdLst>
                  <a:gd name="connsiteX0" fmla="*/ 0 w 834887"/>
                  <a:gd name="connsiteY0" fmla="*/ 0 h 702841"/>
                  <a:gd name="connsiteX1" fmla="*/ 92765 w 834887"/>
                  <a:gd name="connsiteY1" fmla="*/ 13252 h 702841"/>
                  <a:gd name="connsiteX2" fmla="*/ 410817 w 834887"/>
                  <a:gd name="connsiteY2" fmla="*/ 26504 h 702841"/>
                  <a:gd name="connsiteX3" fmla="*/ 516835 w 834887"/>
                  <a:gd name="connsiteY3" fmla="*/ 53009 h 702841"/>
                  <a:gd name="connsiteX4" fmla="*/ 596348 w 834887"/>
                  <a:gd name="connsiteY4" fmla="*/ 79513 h 702841"/>
                  <a:gd name="connsiteX5" fmla="*/ 622852 w 834887"/>
                  <a:gd name="connsiteY5" fmla="*/ 119270 h 702841"/>
                  <a:gd name="connsiteX6" fmla="*/ 662609 w 834887"/>
                  <a:gd name="connsiteY6" fmla="*/ 145774 h 702841"/>
                  <a:gd name="connsiteX7" fmla="*/ 675861 w 834887"/>
                  <a:gd name="connsiteY7" fmla="*/ 185530 h 702841"/>
                  <a:gd name="connsiteX8" fmla="*/ 702365 w 834887"/>
                  <a:gd name="connsiteY8" fmla="*/ 212035 h 702841"/>
                  <a:gd name="connsiteX9" fmla="*/ 755374 w 834887"/>
                  <a:gd name="connsiteY9" fmla="*/ 291548 h 702841"/>
                  <a:gd name="connsiteX10" fmla="*/ 781878 w 834887"/>
                  <a:gd name="connsiteY10" fmla="*/ 331304 h 702841"/>
                  <a:gd name="connsiteX11" fmla="*/ 834887 w 834887"/>
                  <a:gd name="connsiteY11" fmla="*/ 384313 h 702841"/>
                  <a:gd name="connsiteX12" fmla="*/ 808382 w 834887"/>
                  <a:gd name="connsiteY12" fmla="*/ 463826 h 702841"/>
                  <a:gd name="connsiteX13" fmla="*/ 768626 w 834887"/>
                  <a:gd name="connsiteY13" fmla="*/ 490330 h 702841"/>
                  <a:gd name="connsiteX14" fmla="*/ 742122 w 834887"/>
                  <a:gd name="connsiteY14" fmla="*/ 516835 h 702841"/>
                  <a:gd name="connsiteX15" fmla="*/ 702365 w 834887"/>
                  <a:gd name="connsiteY15" fmla="*/ 530087 h 702841"/>
                  <a:gd name="connsiteX16" fmla="*/ 596348 w 834887"/>
                  <a:gd name="connsiteY16" fmla="*/ 596348 h 702841"/>
                  <a:gd name="connsiteX17" fmla="*/ 516835 w 834887"/>
                  <a:gd name="connsiteY17" fmla="*/ 622852 h 702841"/>
                  <a:gd name="connsiteX18" fmla="*/ 477078 w 834887"/>
                  <a:gd name="connsiteY18" fmla="*/ 636104 h 702841"/>
                  <a:gd name="connsiteX19" fmla="*/ 331304 w 834887"/>
                  <a:gd name="connsiteY19" fmla="*/ 649357 h 702841"/>
                  <a:gd name="connsiteX20" fmla="*/ 106017 w 834887"/>
                  <a:gd name="connsiteY20" fmla="*/ 662609 h 702841"/>
                  <a:gd name="connsiteX21" fmla="*/ 66261 w 834887"/>
                  <a:gd name="connsiteY21" fmla="*/ 675861 h 702841"/>
                  <a:gd name="connsiteX22" fmla="*/ 13252 w 834887"/>
                  <a:gd name="connsiteY22" fmla="*/ 702365 h 702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34887" h="702841">
                    <a:moveTo>
                      <a:pt x="0" y="0"/>
                    </a:moveTo>
                    <a:cubicBezTo>
                      <a:pt x="30922" y="4417"/>
                      <a:pt x="61594" y="11241"/>
                      <a:pt x="92765" y="13252"/>
                    </a:cubicBezTo>
                    <a:cubicBezTo>
                      <a:pt x="198654" y="20083"/>
                      <a:pt x="305171" y="16600"/>
                      <a:pt x="410817" y="26504"/>
                    </a:cubicBezTo>
                    <a:cubicBezTo>
                      <a:pt x="447085" y="29904"/>
                      <a:pt x="482277" y="41490"/>
                      <a:pt x="516835" y="53009"/>
                    </a:cubicBezTo>
                    <a:lnTo>
                      <a:pt x="596348" y="79513"/>
                    </a:lnTo>
                    <a:cubicBezTo>
                      <a:pt x="605183" y="92765"/>
                      <a:pt x="611590" y="108008"/>
                      <a:pt x="622852" y="119270"/>
                    </a:cubicBezTo>
                    <a:cubicBezTo>
                      <a:pt x="634114" y="130532"/>
                      <a:pt x="652659" y="133337"/>
                      <a:pt x="662609" y="145774"/>
                    </a:cubicBezTo>
                    <a:cubicBezTo>
                      <a:pt x="671335" y="156682"/>
                      <a:pt x="668674" y="173552"/>
                      <a:pt x="675861" y="185530"/>
                    </a:cubicBezTo>
                    <a:cubicBezTo>
                      <a:pt x="682289" y="196244"/>
                      <a:pt x="694868" y="202040"/>
                      <a:pt x="702365" y="212035"/>
                    </a:cubicBezTo>
                    <a:cubicBezTo>
                      <a:pt x="721478" y="237519"/>
                      <a:pt x="737704" y="265044"/>
                      <a:pt x="755374" y="291548"/>
                    </a:cubicBezTo>
                    <a:cubicBezTo>
                      <a:pt x="764209" y="304800"/>
                      <a:pt x="770616" y="320042"/>
                      <a:pt x="781878" y="331304"/>
                    </a:cubicBezTo>
                    <a:lnTo>
                      <a:pt x="834887" y="384313"/>
                    </a:lnTo>
                    <a:cubicBezTo>
                      <a:pt x="826052" y="410817"/>
                      <a:pt x="831628" y="448329"/>
                      <a:pt x="808382" y="463826"/>
                    </a:cubicBezTo>
                    <a:cubicBezTo>
                      <a:pt x="795130" y="472661"/>
                      <a:pt x="781063" y="480380"/>
                      <a:pt x="768626" y="490330"/>
                    </a:cubicBezTo>
                    <a:cubicBezTo>
                      <a:pt x="758870" y="498135"/>
                      <a:pt x="752836" y="510407"/>
                      <a:pt x="742122" y="516835"/>
                    </a:cubicBezTo>
                    <a:cubicBezTo>
                      <a:pt x="730144" y="524022"/>
                      <a:pt x="715617" y="525670"/>
                      <a:pt x="702365" y="530087"/>
                    </a:cubicBezTo>
                    <a:cubicBezTo>
                      <a:pt x="660364" y="593090"/>
                      <a:pt x="690971" y="564808"/>
                      <a:pt x="596348" y="596348"/>
                    </a:cubicBezTo>
                    <a:lnTo>
                      <a:pt x="516835" y="622852"/>
                    </a:lnTo>
                    <a:cubicBezTo>
                      <a:pt x="503583" y="627269"/>
                      <a:pt x="490990" y="634839"/>
                      <a:pt x="477078" y="636104"/>
                    </a:cubicBezTo>
                    <a:lnTo>
                      <a:pt x="331304" y="649357"/>
                    </a:lnTo>
                    <a:cubicBezTo>
                      <a:pt x="205503" y="691290"/>
                      <a:pt x="279614" y="678390"/>
                      <a:pt x="106017" y="662609"/>
                    </a:cubicBezTo>
                    <a:cubicBezTo>
                      <a:pt x="92765" y="667026"/>
                      <a:pt x="78239" y="668674"/>
                      <a:pt x="66261" y="675861"/>
                    </a:cubicBezTo>
                    <a:cubicBezTo>
                      <a:pt x="11675" y="708612"/>
                      <a:pt x="67689" y="702365"/>
                      <a:pt x="13252" y="702365"/>
                    </a:cubicBez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1D7C1118-7523-6B4B-BCA1-37A35568F7A0}"/>
                  </a:ext>
                </a:extLst>
              </p:cNvPr>
              <p:cNvSpPr/>
              <p:nvPr/>
            </p:nvSpPr>
            <p:spPr>
              <a:xfrm>
                <a:off x="2213113" y="5234423"/>
                <a:ext cx="2160104" cy="530273"/>
              </a:xfrm>
              <a:custGeom>
                <a:avLst/>
                <a:gdLst>
                  <a:gd name="connsiteX0" fmla="*/ 0 w 2160104"/>
                  <a:gd name="connsiteY0" fmla="*/ 530273 h 530273"/>
                  <a:gd name="connsiteX1" fmla="*/ 92765 w 2160104"/>
                  <a:gd name="connsiteY1" fmla="*/ 517020 h 530273"/>
                  <a:gd name="connsiteX2" fmla="*/ 159026 w 2160104"/>
                  <a:gd name="connsiteY2" fmla="*/ 503768 h 530273"/>
                  <a:gd name="connsiteX3" fmla="*/ 265044 w 2160104"/>
                  <a:gd name="connsiteY3" fmla="*/ 490516 h 530273"/>
                  <a:gd name="connsiteX4" fmla="*/ 318052 w 2160104"/>
                  <a:gd name="connsiteY4" fmla="*/ 477264 h 530273"/>
                  <a:gd name="connsiteX5" fmla="*/ 450574 w 2160104"/>
                  <a:gd name="connsiteY5" fmla="*/ 437507 h 530273"/>
                  <a:gd name="connsiteX6" fmla="*/ 543339 w 2160104"/>
                  <a:gd name="connsiteY6" fmla="*/ 424255 h 530273"/>
                  <a:gd name="connsiteX7" fmla="*/ 622852 w 2160104"/>
                  <a:gd name="connsiteY7" fmla="*/ 397751 h 530273"/>
                  <a:gd name="connsiteX8" fmla="*/ 649357 w 2160104"/>
                  <a:gd name="connsiteY8" fmla="*/ 371247 h 530273"/>
                  <a:gd name="connsiteX9" fmla="*/ 768626 w 2160104"/>
                  <a:gd name="connsiteY9" fmla="*/ 304986 h 530273"/>
                  <a:gd name="connsiteX10" fmla="*/ 861391 w 2160104"/>
                  <a:gd name="connsiteY10" fmla="*/ 225473 h 530273"/>
                  <a:gd name="connsiteX11" fmla="*/ 914400 w 2160104"/>
                  <a:gd name="connsiteY11" fmla="*/ 159212 h 530273"/>
                  <a:gd name="connsiteX12" fmla="*/ 967409 w 2160104"/>
                  <a:gd name="connsiteY12" fmla="*/ 106203 h 530273"/>
                  <a:gd name="connsiteX13" fmla="*/ 1007165 w 2160104"/>
                  <a:gd name="connsiteY13" fmla="*/ 92951 h 530273"/>
                  <a:gd name="connsiteX14" fmla="*/ 1325217 w 2160104"/>
                  <a:gd name="connsiteY14" fmla="*/ 53194 h 530273"/>
                  <a:gd name="connsiteX15" fmla="*/ 1842052 w 2160104"/>
                  <a:gd name="connsiteY15" fmla="*/ 39942 h 530273"/>
                  <a:gd name="connsiteX16" fmla="*/ 1895061 w 2160104"/>
                  <a:gd name="connsiteY16" fmla="*/ 26690 h 530273"/>
                  <a:gd name="connsiteX17" fmla="*/ 2093844 w 2160104"/>
                  <a:gd name="connsiteY17" fmla="*/ 13438 h 530273"/>
                  <a:gd name="connsiteX18" fmla="*/ 2160104 w 2160104"/>
                  <a:gd name="connsiteY18" fmla="*/ 186 h 530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160104" h="530273">
                    <a:moveTo>
                      <a:pt x="0" y="530273"/>
                    </a:moveTo>
                    <a:cubicBezTo>
                      <a:pt x="30922" y="525855"/>
                      <a:pt x="61954" y="522155"/>
                      <a:pt x="92765" y="517020"/>
                    </a:cubicBezTo>
                    <a:cubicBezTo>
                      <a:pt x="114983" y="513317"/>
                      <a:pt x="136764" y="507193"/>
                      <a:pt x="159026" y="503768"/>
                    </a:cubicBezTo>
                    <a:cubicBezTo>
                      <a:pt x="194226" y="498353"/>
                      <a:pt x="229705" y="494933"/>
                      <a:pt x="265044" y="490516"/>
                    </a:cubicBezTo>
                    <a:cubicBezTo>
                      <a:pt x="282713" y="486099"/>
                      <a:pt x="300607" y="482497"/>
                      <a:pt x="318052" y="477264"/>
                    </a:cubicBezTo>
                    <a:cubicBezTo>
                      <a:pt x="371234" y="461309"/>
                      <a:pt x="398892" y="446904"/>
                      <a:pt x="450574" y="437507"/>
                    </a:cubicBezTo>
                    <a:cubicBezTo>
                      <a:pt x="481306" y="431919"/>
                      <a:pt x="512417" y="428672"/>
                      <a:pt x="543339" y="424255"/>
                    </a:cubicBezTo>
                    <a:cubicBezTo>
                      <a:pt x="569843" y="415420"/>
                      <a:pt x="603096" y="417506"/>
                      <a:pt x="622852" y="397751"/>
                    </a:cubicBezTo>
                    <a:cubicBezTo>
                      <a:pt x="631687" y="388916"/>
                      <a:pt x="638643" y="377675"/>
                      <a:pt x="649357" y="371247"/>
                    </a:cubicBezTo>
                    <a:cubicBezTo>
                      <a:pt x="732674" y="321256"/>
                      <a:pt x="647067" y="426545"/>
                      <a:pt x="768626" y="304986"/>
                    </a:cubicBezTo>
                    <a:cubicBezTo>
                      <a:pt x="896231" y="177381"/>
                      <a:pt x="760476" y="306205"/>
                      <a:pt x="861391" y="225473"/>
                    </a:cubicBezTo>
                    <a:cubicBezTo>
                      <a:pt x="902403" y="192663"/>
                      <a:pt x="876829" y="203045"/>
                      <a:pt x="914400" y="159212"/>
                    </a:cubicBezTo>
                    <a:cubicBezTo>
                      <a:pt x="930662" y="140239"/>
                      <a:pt x="943703" y="114105"/>
                      <a:pt x="967409" y="106203"/>
                    </a:cubicBezTo>
                    <a:lnTo>
                      <a:pt x="1007165" y="92951"/>
                    </a:lnTo>
                    <a:cubicBezTo>
                      <a:pt x="1122723" y="-22607"/>
                      <a:pt x="1035216" y="38694"/>
                      <a:pt x="1325217" y="53194"/>
                    </a:cubicBezTo>
                    <a:cubicBezTo>
                      <a:pt x="1497495" y="48777"/>
                      <a:pt x="1669903" y="47949"/>
                      <a:pt x="1842052" y="39942"/>
                    </a:cubicBezTo>
                    <a:cubicBezTo>
                      <a:pt x="1860246" y="39096"/>
                      <a:pt x="1876948" y="28597"/>
                      <a:pt x="1895061" y="26690"/>
                    </a:cubicBezTo>
                    <a:cubicBezTo>
                      <a:pt x="1961104" y="19738"/>
                      <a:pt x="2027583" y="17855"/>
                      <a:pt x="2093844" y="13438"/>
                    </a:cubicBezTo>
                    <a:cubicBezTo>
                      <a:pt x="2141981" y="-2608"/>
                      <a:pt x="2119631" y="186"/>
                      <a:pt x="2160104" y="186"/>
                    </a:cubicBez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21BABA57-9BA6-854E-B0FB-DDE77EB671E9}"/>
                  </a:ext>
                </a:extLst>
              </p:cNvPr>
              <p:cNvSpPr/>
              <p:nvPr/>
            </p:nvSpPr>
            <p:spPr>
              <a:xfrm>
                <a:off x="2138832" y="4343401"/>
                <a:ext cx="131023" cy="2722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2A0C9774-C192-564B-AAB5-BDAE85A55523}"/>
                  </a:ext>
                </a:extLst>
              </p:cNvPr>
              <p:cNvSpPr/>
              <p:nvPr/>
            </p:nvSpPr>
            <p:spPr>
              <a:xfrm>
                <a:off x="2155819" y="5361517"/>
                <a:ext cx="132820" cy="35348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823E301-B44E-D44D-ADC5-3943CEAB8283}"/>
              </a:ext>
            </a:extLst>
          </p:cNvPr>
          <p:cNvCxnSpPr>
            <a:cxnSpLocks/>
          </p:cNvCxnSpPr>
          <p:nvPr/>
        </p:nvCxnSpPr>
        <p:spPr>
          <a:xfrm>
            <a:off x="4259355" y="3961657"/>
            <a:ext cx="15533" cy="2225167"/>
          </a:xfrm>
          <a:prstGeom prst="line">
            <a:avLst/>
          </a:prstGeom>
          <a:ln w="444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7EBA9F3A-C2E4-1B4B-8036-C75358A5D812}"/>
              </a:ext>
            </a:extLst>
          </p:cNvPr>
          <p:cNvCxnSpPr>
            <a:cxnSpLocks/>
          </p:cNvCxnSpPr>
          <p:nvPr/>
        </p:nvCxnSpPr>
        <p:spPr>
          <a:xfrm>
            <a:off x="4480267" y="3962400"/>
            <a:ext cx="15533" cy="2225167"/>
          </a:xfrm>
          <a:prstGeom prst="line">
            <a:avLst/>
          </a:prstGeom>
          <a:ln w="444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Right Bracket 150">
            <a:extLst>
              <a:ext uri="{FF2B5EF4-FFF2-40B4-BE49-F238E27FC236}">
                <a16:creationId xmlns:a16="http://schemas.microsoft.com/office/drawing/2014/main" id="{2D8E3DAC-447C-684E-B8CE-6D4CCBABE67B}"/>
              </a:ext>
            </a:extLst>
          </p:cNvPr>
          <p:cNvSpPr/>
          <p:nvPr/>
        </p:nvSpPr>
        <p:spPr>
          <a:xfrm>
            <a:off x="5867400" y="228600"/>
            <a:ext cx="270919" cy="2065532"/>
          </a:xfrm>
          <a:prstGeom prst="rightBracket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ight Bracket 151">
            <a:extLst>
              <a:ext uri="{FF2B5EF4-FFF2-40B4-BE49-F238E27FC236}">
                <a16:creationId xmlns:a16="http://schemas.microsoft.com/office/drawing/2014/main" id="{53EBAF62-CCC9-1844-9D15-4C2C822DA11F}"/>
              </a:ext>
            </a:extLst>
          </p:cNvPr>
          <p:cNvSpPr/>
          <p:nvPr/>
        </p:nvSpPr>
        <p:spPr>
          <a:xfrm>
            <a:off x="5152710" y="2971800"/>
            <a:ext cx="224452" cy="834373"/>
          </a:xfrm>
          <a:prstGeom prst="rightBracket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ight Bracket 152">
            <a:extLst>
              <a:ext uri="{FF2B5EF4-FFF2-40B4-BE49-F238E27FC236}">
                <a16:creationId xmlns:a16="http://schemas.microsoft.com/office/drawing/2014/main" id="{3DDE5952-050A-CC4E-B69F-A8460D6042B9}"/>
              </a:ext>
            </a:extLst>
          </p:cNvPr>
          <p:cNvSpPr/>
          <p:nvPr/>
        </p:nvSpPr>
        <p:spPr>
          <a:xfrm>
            <a:off x="4734552" y="3950513"/>
            <a:ext cx="252468" cy="2526487"/>
          </a:xfrm>
          <a:prstGeom prst="rightBracket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E64EC774-635D-D048-9840-9CEABEB7465B}"/>
              </a:ext>
            </a:extLst>
          </p:cNvPr>
          <p:cNvSpPr txBox="1"/>
          <p:nvPr/>
        </p:nvSpPr>
        <p:spPr>
          <a:xfrm>
            <a:off x="6214795" y="990600"/>
            <a:ext cx="2134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CEREBRUM</a:t>
            </a:r>
            <a:endParaRPr lang="en-US" sz="4400" b="1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28463DC8-AD53-624D-8FFC-B74F06EE3476}"/>
              </a:ext>
            </a:extLst>
          </p:cNvPr>
          <p:cNvSpPr txBox="1"/>
          <p:nvPr/>
        </p:nvSpPr>
        <p:spPr>
          <a:xfrm>
            <a:off x="5377160" y="3048000"/>
            <a:ext cx="33858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BRAINSTEM</a:t>
            </a:r>
          </a:p>
          <a:p>
            <a:r>
              <a:rPr lang="en-US" sz="2000" b="1" i="1" dirty="0"/>
              <a:t>Medulla Oblongata</a:t>
            </a:r>
            <a:endParaRPr lang="en-US" sz="4000" b="1" i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69408E1-924C-C041-B733-0875D1D5AFC5}"/>
              </a:ext>
            </a:extLst>
          </p:cNvPr>
          <p:cNvSpPr txBox="1"/>
          <p:nvPr/>
        </p:nvSpPr>
        <p:spPr>
          <a:xfrm>
            <a:off x="5027559" y="5862935"/>
            <a:ext cx="2401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SPINAL CORD</a:t>
            </a:r>
            <a:endParaRPr lang="en-US" sz="4400" b="1" dirty="0"/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610AD278-8689-4940-B902-7BBA0BEEA195}"/>
              </a:ext>
            </a:extLst>
          </p:cNvPr>
          <p:cNvCxnSpPr>
            <a:cxnSpLocks/>
          </p:cNvCxnSpPr>
          <p:nvPr/>
        </p:nvCxnSpPr>
        <p:spPr>
          <a:xfrm>
            <a:off x="2133600" y="1695928"/>
            <a:ext cx="785870" cy="1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DE9A3C3A-9419-9D43-880D-DB48BF71BE80}"/>
              </a:ext>
            </a:extLst>
          </p:cNvPr>
          <p:cNvSpPr txBox="1"/>
          <p:nvPr/>
        </p:nvSpPr>
        <p:spPr>
          <a:xfrm>
            <a:off x="403718" y="1219200"/>
            <a:ext cx="21870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Cerebral cortex (</a:t>
            </a:r>
            <a:r>
              <a:rPr lang="en-US" sz="2000" b="1" i="1" dirty="0"/>
              <a:t>gray matter</a:t>
            </a:r>
            <a:r>
              <a:rPr lang="en-US" sz="2000" b="1" dirty="0"/>
              <a:t>)</a:t>
            </a:r>
            <a:endParaRPr lang="en-US" sz="4000" b="1" dirty="0"/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88CCA7E3-D373-7C49-BE2E-5433D70504C5}"/>
              </a:ext>
            </a:extLst>
          </p:cNvPr>
          <p:cNvCxnSpPr>
            <a:cxnSpLocks/>
          </p:cNvCxnSpPr>
          <p:nvPr/>
        </p:nvCxnSpPr>
        <p:spPr>
          <a:xfrm>
            <a:off x="2420822" y="623458"/>
            <a:ext cx="1704546" cy="864586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CE969539-04B5-A240-81AE-3A3417992911}"/>
              </a:ext>
            </a:extLst>
          </p:cNvPr>
          <p:cNvSpPr txBox="1"/>
          <p:nvPr/>
        </p:nvSpPr>
        <p:spPr>
          <a:xfrm>
            <a:off x="708518" y="-29699"/>
            <a:ext cx="21870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Thalamus   (</a:t>
            </a:r>
            <a:r>
              <a:rPr lang="en-US" sz="2000" b="1" i="1" dirty="0"/>
              <a:t>gray matter</a:t>
            </a:r>
            <a:r>
              <a:rPr lang="en-US" sz="2000" b="1" dirty="0"/>
              <a:t>)</a:t>
            </a:r>
            <a:endParaRPr lang="en-US" sz="4000" b="1" dirty="0"/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D74E511C-C22F-5C42-845F-45FA18A0AAB2}"/>
              </a:ext>
            </a:extLst>
          </p:cNvPr>
          <p:cNvCxnSpPr>
            <a:cxnSpLocks/>
            <a:endCxn id="12" idx="121"/>
          </p:cNvCxnSpPr>
          <p:nvPr/>
        </p:nvCxnSpPr>
        <p:spPr>
          <a:xfrm>
            <a:off x="1621244" y="2284998"/>
            <a:ext cx="1974029" cy="193544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28FE62AE-C87C-4D4A-86BF-4AF511CE462C}"/>
              </a:ext>
            </a:extLst>
          </p:cNvPr>
          <p:cNvSpPr txBox="1"/>
          <p:nvPr/>
        </p:nvSpPr>
        <p:spPr>
          <a:xfrm>
            <a:off x="54116" y="2041884"/>
            <a:ext cx="218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Cerebellum</a:t>
            </a:r>
            <a:endParaRPr lang="en-US" sz="4000" b="1" dirty="0"/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BA05CF54-8DBE-6745-AB79-8DC19A870DFF}"/>
              </a:ext>
            </a:extLst>
          </p:cNvPr>
          <p:cNvCxnSpPr>
            <a:cxnSpLocks/>
          </p:cNvCxnSpPr>
          <p:nvPr/>
        </p:nvCxnSpPr>
        <p:spPr>
          <a:xfrm>
            <a:off x="2492382" y="4283718"/>
            <a:ext cx="1923450" cy="21208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0E244EBC-3470-8244-80FF-A45F26101AC0}"/>
              </a:ext>
            </a:extLst>
          </p:cNvPr>
          <p:cNvSpPr txBox="1"/>
          <p:nvPr/>
        </p:nvSpPr>
        <p:spPr>
          <a:xfrm>
            <a:off x="675580" y="3787914"/>
            <a:ext cx="30582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Gray matter of spinal cord (</a:t>
            </a:r>
            <a:r>
              <a:rPr lang="en-US" sz="2000" b="1" i="1" dirty="0"/>
              <a:t>inside</a:t>
            </a:r>
            <a:r>
              <a:rPr lang="en-US" sz="2000" b="1" dirty="0"/>
              <a:t>)</a:t>
            </a:r>
            <a:endParaRPr lang="en-US" sz="4000" b="1" dirty="0"/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BFA341BF-9AE5-4F4E-AF0A-7E78A546906B}"/>
              </a:ext>
            </a:extLst>
          </p:cNvPr>
          <p:cNvCxnSpPr>
            <a:cxnSpLocks/>
          </p:cNvCxnSpPr>
          <p:nvPr/>
        </p:nvCxnSpPr>
        <p:spPr>
          <a:xfrm>
            <a:off x="2133600" y="4800600"/>
            <a:ext cx="2474843" cy="38100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01DE157A-5FD8-3B42-A41B-BA35A2643FED}"/>
              </a:ext>
            </a:extLst>
          </p:cNvPr>
          <p:cNvSpPr txBox="1"/>
          <p:nvPr/>
        </p:nvSpPr>
        <p:spPr>
          <a:xfrm>
            <a:off x="228600" y="4397514"/>
            <a:ext cx="30582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White matter of spinal cord (</a:t>
            </a:r>
            <a:r>
              <a:rPr lang="en-US" sz="2000" b="1" i="1" dirty="0"/>
              <a:t>outside</a:t>
            </a:r>
            <a:r>
              <a:rPr lang="en-US" sz="2000" b="1" dirty="0"/>
              <a:t>)</a:t>
            </a:r>
            <a:endParaRPr lang="en-US" sz="4000" b="1" dirty="0"/>
          </a:p>
        </p:txBody>
      </p: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1D343375-A366-254C-80F5-61BD654336F7}"/>
              </a:ext>
            </a:extLst>
          </p:cNvPr>
          <p:cNvCxnSpPr>
            <a:cxnSpLocks/>
          </p:cNvCxnSpPr>
          <p:nvPr/>
        </p:nvCxnSpPr>
        <p:spPr>
          <a:xfrm flipV="1">
            <a:off x="1754266" y="5100669"/>
            <a:ext cx="1001502" cy="418771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EEA40D7D-AFBA-A04A-8FE3-6C111DC5832D}"/>
              </a:ext>
            </a:extLst>
          </p:cNvPr>
          <p:cNvSpPr txBox="1"/>
          <p:nvPr/>
        </p:nvSpPr>
        <p:spPr>
          <a:xfrm>
            <a:off x="124007" y="5262448"/>
            <a:ext cx="3058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Spinal nerve</a:t>
            </a:r>
            <a:endParaRPr lang="en-US" b="1" dirty="0"/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56539F8E-A860-EB46-A054-515C818ED59B}"/>
              </a:ext>
            </a:extLst>
          </p:cNvPr>
          <p:cNvCxnSpPr>
            <a:cxnSpLocks/>
            <a:stCxn id="180" idx="1"/>
          </p:cNvCxnSpPr>
          <p:nvPr/>
        </p:nvCxnSpPr>
        <p:spPr>
          <a:xfrm flipH="1" flipV="1">
            <a:off x="6480403" y="5067604"/>
            <a:ext cx="817386" cy="366676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04426CD9-8051-0940-8F87-A632880ACE19}"/>
              </a:ext>
            </a:extLst>
          </p:cNvPr>
          <p:cNvSpPr txBox="1"/>
          <p:nvPr/>
        </p:nvSpPr>
        <p:spPr>
          <a:xfrm>
            <a:off x="7297789" y="5234225"/>
            <a:ext cx="3058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Spinal nerve</a:t>
            </a:r>
            <a:endParaRPr lang="en-US" b="1" dirty="0"/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0EE9A46B-5D37-144E-A773-3971EB1E4062}"/>
              </a:ext>
            </a:extLst>
          </p:cNvPr>
          <p:cNvCxnSpPr>
            <a:cxnSpLocks/>
          </p:cNvCxnSpPr>
          <p:nvPr/>
        </p:nvCxnSpPr>
        <p:spPr>
          <a:xfrm flipH="1" flipV="1">
            <a:off x="5384351" y="5271228"/>
            <a:ext cx="787849" cy="44254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65942FE2-92DE-694B-BFC9-333E185302B9}"/>
              </a:ext>
            </a:extLst>
          </p:cNvPr>
          <p:cNvSpPr txBox="1"/>
          <p:nvPr/>
        </p:nvSpPr>
        <p:spPr>
          <a:xfrm>
            <a:off x="6128958" y="5513722"/>
            <a:ext cx="3058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Anterior root</a:t>
            </a:r>
            <a:endParaRPr lang="en-US" sz="4000" b="1" dirty="0"/>
          </a:p>
        </p:txBody>
      </p: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A06C5F36-2D1F-8940-B7C2-647CF9A799EC}"/>
              </a:ext>
            </a:extLst>
          </p:cNvPr>
          <p:cNvCxnSpPr>
            <a:cxnSpLocks/>
          </p:cNvCxnSpPr>
          <p:nvPr/>
        </p:nvCxnSpPr>
        <p:spPr>
          <a:xfrm flipH="1">
            <a:off x="5446591" y="4564687"/>
            <a:ext cx="878009" cy="235913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8E89EC8C-E8B5-734D-A62B-060FA596B743}"/>
              </a:ext>
            </a:extLst>
          </p:cNvPr>
          <p:cNvSpPr txBox="1"/>
          <p:nvPr/>
        </p:nvSpPr>
        <p:spPr>
          <a:xfrm>
            <a:off x="6279453" y="4343400"/>
            <a:ext cx="3058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Posterior root</a:t>
            </a:r>
            <a:endParaRPr lang="en-US" sz="4000" b="1" dirty="0"/>
          </a:p>
        </p:txBody>
      </p: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4BF7AD0C-0F63-E24D-B15E-6C44E62188DE}"/>
              </a:ext>
            </a:extLst>
          </p:cNvPr>
          <p:cNvCxnSpPr>
            <a:cxnSpLocks/>
            <a:stCxn id="194" idx="1"/>
          </p:cNvCxnSpPr>
          <p:nvPr/>
        </p:nvCxnSpPr>
        <p:spPr>
          <a:xfrm flipH="1">
            <a:off x="5294192" y="4109838"/>
            <a:ext cx="747306" cy="23356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TextBox 193">
            <a:extLst>
              <a:ext uri="{FF2B5EF4-FFF2-40B4-BE49-F238E27FC236}">
                <a16:creationId xmlns:a16="http://schemas.microsoft.com/office/drawing/2014/main" id="{2D401C22-3CCC-8E42-8C79-9F58B4017894}"/>
              </a:ext>
            </a:extLst>
          </p:cNvPr>
          <p:cNvSpPr txBox="1"/>
          <p:nvPr/>
        </p:nvSpPr>
        <p:spPr>
          <a:xfrm>
            <a:off x="6041498" y="3909783"/>
            <a:ext cx="3058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Posterior root ganglion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653296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 animBg="1"/>
      <p:bldP spid="152" grpId="0" animBg="1"/>
      <p:bldP spid="153" grpId="0" animBg="1"/>
      <p:bldP spid="154" grpId="0"/>
      <p:bldP spid="155" grpId="0"/>
      <p:bldP spid="156" grpId="0"/>
      <p:bldP spid="159" grpId="0"/>
      <p:bldP spid="159" grpId="1"/>
      <p:bldP spid="161" grpId="0"/>
      <p:bldP spid="161" grpId="1"/>
      <p:bldP spid="165" grpId="0"/>
      <p:bldP spid="165" grpId="1"/>
      <p:bldP spid="168" grpId="0"/>
      <p:bldP spid="168" grpId="1"/>
      <p:bldP spid="170" grpId="0"/>
      <p:bldP spid="170" grpId="1"/>
      <p:bldP spid="176" grpId="0"/>
      <p:bldP spid="176" grpId="1"/>
      <p:bldP spid="180" grpId="0"/>
      <p:bldP spid="180" grpId="1"/>
      <p:bldP spid="185" grpId="0"/>
      <p:bldP spid="185" grpId="1"/>
      <p:bldP spid="191" grpId="0"/>
      <p:bldP spid="191" grpId="1"/>
      <p:bldP spid="19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4">
            <a:extLst>
              <a:ext uri="{FF2B5EF4-FFF2-40B4-BE49-F238E27FC236}">
                <a16:creationId xmlns:a16="http://schemas.microsoft.com/office/drawing/2014/main" id="{FA82C718-AB94-0647-9537-C84803D33B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066800"/>
            <a:ext cx="9144000" cy="5791200"/>
          </a:xfrm>
        </p:spPr>
        <p:txBody>
          <a:bodyPr>
            <a:normAutofit fontScale="77500" lnSpcReduction="20000"/>
          </a:bodyPr>
          <a:lstStyle/>
          <a:p>
            <a:pPr marL="228600" indent="-228600" eaLnBrk="1" hangingPunct="1">
              <a:lnSpc>
                <a:spcPct val="120000"/>
              </a:lnSpc>
              <a:buFont typeface="Times" charset="0"/>
              <a:buChar char="•"/>
              <a:defRPr/>
            </a:pPr>
            <a:r>
              <a:rPr lang="en-US" sz="2700" b="1" dirty="0">
                <a:ea typeface="ＭＳ Ｐゴシック" charset="0"/>
                <a:cs typeface="Times New Roman" charset="0"/>
              </a:rPr>
              <a:t>SENSORY </a:t>
            </a:r>
            <a:r>
              <a:rPr lang="en-US" sz="2700" i="1" dirty="0">
                <a:ea typeface="ＭＳ Ｐゴシック" charset="0"/>
                <a:cs typeface="Times New Roman" charset="0"/>
              </a:rPr>
              <a:t>(Somatic and Visceral): </a:t>
            </a:r>
            <a:r>
              <a:rPr lang="en-US" sz="2700" b="1" i="1" dirty="0">
                <a:ea typeface="ＭＳ Ｐゴシック" charset="0"/>
                <a:cs typeface="Times New Roman" charset="0"/>
              </a:rPr>
              <a:t>Body </a:t>
            </a:r>
            <a:r>
              <a:rPr lang="en-US" sz="2700" b="1" i="1" dirty="0">
                <a:ea typeface="ＭＳ Ｐゴシック" charset="0"/>
                <a:cs typeface="Times New Roman" charset="0"/>
                <a:sym typeface="Wingdings" charset="0"/>
              </a:rPr>
              <a:t> CNS</a:t>
            </a: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endParaRPr lang="en-US" sz="800" b="1" i="1" dirty="0">
              <a:ea typeface="ＭＳ Ｐゴシック" charset="0"/>
              <a:cs typeface="Times New Roman" charset="0"/>
              <a:sym typeface="Wingdings" charset="0"/>
            </a:endParaRPr>
          </a:p>
          <a:p>
            <a:pPr marL="628650" lvl="1" indent="-228600" eaLnBrk="1" hangingPunct="1">
              <a:lnSpc>
                <a:spcPct val="120000"/>
              </a:lnSpc>
              <a:buFont typeface="Times" charset="0"/>
              <a:buChar char="•"/>
              <a:defRPr/>
            </a:pPr>
            <a:r>
              <a:rPr lang="en-US" sz="2300" b="1" dirty="0">
                <a:ea typeface="ＭＳ Ｐゴシック" charset="0"/>
                <a:cs typeface="Times New Roman" charset="0"/>
                <a:sym typeface="Wingdings" charset="0"/>
              </a:rPr>
              <a:t>Ascending</a:t>
            </a:r>
            <a:r>
              <a:rPr lang="en-US" sz="2300" dirty="0">
                <a:ea typeface="ＭＳ Ｐゴシック" charset="0"/>
                <a:cs typeface="Times New Roman" charset="0"/>
                <a:sym typeface="Wingdings" charset="0"/>
              </a:rPr>
              <a:t> pathway – neurons travel superiorly</a:t>
            </a:r>
          </a:p>
          <a:p>
            <a:pPr marL="400050" lvl="1" indent="0" eaLnBrk="1" hangingPunct="1">
              <a:lnSpc>
                <a:spcPct val="120000"/>
              </a:lnSpc>
              <a:buNone/>
              <a:defRPr/>
            </a:pPr>
            <a:endParaRPr lang="en-US" sz="800" dirty="0">
              <a:ea typeface="ＭＳ Ｐゴシック" charset="0"/>
              <a:cs typeface="Times New Roman" charset="0"/>
              <a:sym typeface="Wingdings" charset="0"/>
            </a:endParaRPr>
          </a:p>
          <a:p>
            <a:pPr marL="628650" lvl="1" indent="-228600" eaLnBrk="1" hangingPunct="1">
              <a:lnSpc>
                <a:spcPct val="120000"/>
              </a:lnSpc>
              <a:buFont typeface="Times" charset="0"/>
              <a:buChar char="•"/>
              <a:defRPr/>
            </a:pPr>
            <a:r>
              <a:rPr lang="en-US" sz="2300" u="sng" dirty="0">
                <a:ea typeface="ＭＳ Ｐゴシック" charset="0"/>
                <a:cs typeface="Times New Roman" charset="0"/>
                <a:sym typeface="Wingdings" charset="0"/>
              </a:rPr>
              <a:t>3</a:t>
            </a:r>
            <a:r>
              <a:rPr lang="en-US" sz="2300" dirty="0">
                <a:ea typeface="ＭＳ Ｐゴシック" charset="0"/>
                <a:cs typeface="Times New Roman" charset="0"/>
                <a:sym typeface="Wingdings" charset="0"/>
              </a:rPr>
              <a:t> “Steps”</a:t>
            </a:r>
          </a:p>
          <a:p>
            <a:pPr marL="1028700" lvl="2" eaLnBrk="1" hangingPunct="1">
              <a:lnSpc>
                <a:spcPct val="120000"/>
              </a:lnSpc>
              <a:buFont typeface="Times" charset="0"/>
              <a:buChar char="•"/>
              <a:defRPr/>
            </a:pPr>
            <a:r>
              <a:rPr lang="en-US" sz="1900" dirty="0">
                <a:ea typeface="ＭＳ Ｐゴシック" charset="0"/>
                <a:cs typeface="Times New Roman" charset="0"/>
              </a:rPr>
              <a:t>1</a:t>
            </a:r>
            <a:r>
              <a:rPr lang="en-US" sz="1900" baseline="30000" dirty="0">
                <a:ea typeface="ＭＳ Ｐゴシック" charset="0"/>
                <a:cs typeface="Times New Roman" charset="0"/>
              </a:rPr>
              <a:t>st</a:t>
            </a:r>
            <a:r>
              <a:rPr lang="en-US" sz="1900" dirty="0">
                <a:ea typeface="ＭＳ Ｐゴシック" charset="0"/>
                <a:cs typeface="Times New Roman" charset="0"/>
              </a:rPr>
              <a:t> order neuron = </a:t>
            </a:r>
            <a:r>
              <a:rPr lang="en-US" sz="1900" i="1" dirty="0">
                <a:ea typeface="ＭＳ Ｐゴシック" charset="0"/>
                <a:cs typeface="Times New Roman" charset="0"/>
              </a:rPr>
              <a:t>Unipolar</a:t>
            </a:r>
          </a:p>
          <a:p>
            <a:pPr marL="1028700" lvl="2" eaLnBrk="1" hangingPunct="1">
              <a:lnSpc>
                <a:spcPct val="120000"/>
              </a:lnSpc>
              <a:buFont typeface="Times" charset="0"/>
              <a:buChar char="•"/>
              <a:defRPr/>
            </a:pPr>
            <a:r>
              <a:rPr lang="en-US" sz="1900" dirty="0">
                <a:ea typeface="ＭＳ Ｐゴシック" charset="0"/>
                <a:cs typeface="Times New Roman" charset="0"/>
              </a:rPr>
              <a:t>2</a:t>
            </a:r>
            <a:r>
              <a:rPr lang="en-US" sz="1900" baseline="30000" dirty="0">
                <a:ea typeface="ＭＳ Ｐゴシック" charset="0"/>
                <a:cs typeface="Times New Roman" charset="0"/>
              </a:rPr>
              <a:t>nd</a:t>
            </a:r>
            <a:r>
              <a:rPr lang="en-US" sz="1900" dirty="0">
                <a:ea typeface="ＭＳ Ｐゴシック" charset="0"/>
                <a:cs typeface="Times New Roman" charset="0"/>
              </a:rPr>
              <a:t> order neuron = </a:t>
            </a:r>
            <a:r>
              <a:rPr lang="en-US" sz="1900" i="1" dirty="0">
                <a:ea typeface="ＭＳ Ｐゴシック" charset="0"/>
                <a:cs typeface="Times New Roman" charset="0"/>
              </a:rPr>
              <a:t>Multipolar</a:t>
            </a:r>
          </a:p>
          <a:p>
            <a:pPr marL="1028700" lvl="2" eaLnBrk="1" hangingPunct="1">
              <a:lnSpc>
                <a:spcPct val="120000"/>
              </a:lnSpc>
              <a:buFont typeface="Times" charset="0"/>
              <a:buChar char="•"/>
              <a:defRPr/>
            </a:pPr>
            <a:r>
              <a:rPr lang="en-US" sz="1900" dirty="0">
                <a:ea typeface="ＭＳ Ｐゴシック" charset="0"/>
                <a:cs typeface="Times New Roman" charset="0"/>
              </a:rPr>
              <a:t>3</a:t>
            </a:r>
            <a:r>
              <a:rPr lang="en-US" sz="1900" baseline="30000" dirty="0">
                <a:ea typeface="ＭＳ Ｐゴシック" charset="0"/>
                <a:cs typeface="Times New Roman" charset="0"/>
              </a:rPr>
              <a:t>rd</a:t>
            </a:r>
            <a:r>
              <a:rPr lang="en-US" sz="1900" dirty="0">
                <a:ea typeface="ＭＳ Ｐゴシック" charset="0"/>
                <a:cs typeface="Times New Roman" charset="0"/>
              </a:rPr>
              <a:t> order neuron = </a:t>
            </a:r>
            <a:r>
              <a:rPr lang="en-US" sz="1900" i="1" dirty="0">
                <a:ea typeface="ＭＳ Ｐゴシック" charset="0"/>
                <a:cs typeface="Times New Roman" charset="0"/>
              </a:rPr>
              <a:t>Multipolar</a:t>
            </a:r>
          </a:p>
          <a:p>
            <a:pPr marL="800100" lvl="2" indent="0" eaLnBrk="1" hangingPunct="1">
              <a:lnSpc>
                <a:spcPct val="120000"/>
              </a:lnSpc>
              <a:buNone/>
              <a:defRPr/>
            </a:pPr>
            <a:endParaRPr lang="en-US" sz="800" dirty="0">
              <a:ea typeface="ＭＳ Ｐゴシック" charset="0"/>
              <a:cs typeface="Times New Roman" charset="0"/>
            </a:endParaRPr>
          </a:p>
          <a:p>
            <a:pPr marL="628650" lvl="1" indent="-228600" eaLnBrk="1" hangingPunct="1">
              <a:lnSpc>
                <a:spcPct val="120000"/>
              </a:lnSpc>
              <a:buFont typeface="Times" charset="0"/>
              <a:buChar char="•"/>
              <a:defRPr/>
            </a:pPr>
            <a:r>
              <a:rPr lang="en-US" sz="2400" u="sng" dirty="0">
                <a:ea typeface="ＭＳ Ｐゴシック" charset="0"/>
                <a:cs typeface="Times New Roman" charset="0"/>
              </a:rPr>
              <a:t>Pathway</a:t>
            </a:r>
          </a:p>
          <a:p>
            <a:pPr marL="1257300" lvl="2" indent="-457200" eaLnBrk="1" hangingPunct="1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sz="2000" dirty="0">
                <a:ea typeface="ＭＳ Ｐゴシック" charset="0"/>
                <a:cs typeface="Times New Roman" charset="0"/>
              </a:rPr>
              <a:t>Receptor</a:t>
            </a:r>
          </a:p>
          <a:p>
            <a:pPr marL="1257300" lvl="2" indent="-457200" eaLnBrk="1" hangingPunct="1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sz="2000" dirty="0">
                <a:ea typeface="ＭＳ Ｐゴシック" charset="0"/>
                <a:cs typeface="Times New Roman" charset="0"/>
              </a:rPr>
              <a:t>Spinal nerve</a:t>
            </a:r>
          </a:p>
          <a:p>
            <a:pPr marL="1257300" lvl="2" indent="-457200" eaLnBrk="1" hangingPunct="1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sz="2000" dirty="0">
                <a:ea typeface="ＭＳ Ｐゴシック" charset="0"/>
                <a:cs typeface="Times New Roman" charset="0"/>
                <a:sym typeface="Wingdings"/>
              </a:rPr>
              <a:t>Posterior root</a:t>
            </a:r>
          </a:p>
          <a:p>
            <a:pPr marL="1257300" lvl="2" indent="-457200" eaLnBrk="1" hangingPunct="1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sz="2000" dirty="0">
                <a:ea typeface="ＭＳ Ｐゴシック" charset="0"/>
                <a:cs typeface="Times New Roman" charset="0"/>
                <a:sym typeface="Wingdings"/>
              </a:rPr>
              <a:t>Posterior root ganglion</a:t>
            </a:r>
          </a:p>
          <a:p>
            <a:pPr marL="1257300" lvl="2" indent="-457200" eaLnBrk="1" hangingPunct="1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sz="2000" dirty="0">
                <a:ea typeface="ＭＳ Ｐゴシック" charset="0"/>
                <a:cs typeface="Times New Roman" charset="0"/>
                <a:sym typeface="Wingdings"/>
              </a:rPr>
              <a:t>Posterior gray horn (spinal cord)</a:t>
            </a:r>
          </a:p>
          <a:p>
            <a:pPr marL="1257300" lvl="2" indent="-457200" eaLnBrk="1" hangingPunct="1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sz="2000" dirty="0">
                <a:ea typeface="ＭＳ Ｐゴシック" charset="0"/>
                <a:cs typeface="Times New Roman" charset="0"/>
                <a:sym typeface="Wingdings"/>
              </a:rPr>
              <a:t>Posterior white column (spinal cord)</a:t>
            </a:r>
          </a:p>
          <a:p>
            <a:pPr marL="1257300" lvl="2" indent="-457200" eaLnBrk="1" hangingPunct="1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sz="2000" dirty="0">
                <a:ea typeface="ＭＳ Ｐゴシック" charset="0"/>
                <a:cs typeface="Times New Roman" charset="0"/>
                <a:sym typeface="Wingdings"/>
              </a:rPr>
              <a:t>Cross over at Medulla Oblongata (brainstem)</a:t>
            </a:r>
          </a:p>
          <a:p>
            <a:pPr marL="1257300" lvl="2" indent="-457200" eaLnBrk="1" hangingPunct="1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sz="2000" dirty="0">
                <a:ea typeface="ＭＳ Ｐゴシック" charset="0"/>
                <a:cs typeface="Times New Roman" charset="0"/>
                <a:sym typeface="Wingdings" pitchFamily="2" charset="2"/>
              </a:rPr>
              <a:t>Thalamus (diencephalon)</a:t>
            </a:r>
          </a:p>
          <a:p>
            <a:pPr marL="1257300" lvl="2" indent="-457200" eaLnBrk="1" hangingPunct="1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sz="2000" dirty="0">
                <a:ea typeface="ＭＳ Ｐゴシック" charset="0"/>
                <a:cs typeface="Times New Roman" charset="0"/>
                <a:sym typeface="Wingdings"/>
              </a:rPr>
              <a:t>Primary somatosensory cerebral cortex (brain)</a:t>
            </a:r>
          </a:p>
          <a:p>
            <a:pPr marL="800100" lvl="2" indent="0" eaLnBrk="1" hangingPunct="1">
              <a:lnSpc>
                <a:spcPct val="120000"/>
              </a:lnSpc>
              <a:buNone/>
              <a:defRPr/>
            </a:pPr>
            <a:endParaRPr lang="en-US" sz="1300" dirty="0">
              <a:ea typeface="ＭＳ Ｐゴシック" charset="0"/>
              <a:cs typeface="Times New Roman" charset="0"/>
              <a:sym typeface="Wingdings"/>
            </a:endParaRPr>
          </a:p>
          <a:p>
            <a:pPr marL="228600" indent="-228600" eaLnBrk="1" hangingPunct="1">
              <a:lnSpc>
                <a:spcPct val="120000"/>
              </a:lnSpc>
              <a:buFont typeface="Times" charset="0"/>
              <a:buChar char="•"/>
              <a:defRPr/>
            </a:pPr>
            <a:r>
              <a:rPr lang="en-US" sz="2700" b="1" i="1" dirty="0">
                <a:ea typeface="ＭＳ Ｐゴシック" charset="0"/>
                <a:cs typeface="Times New Roman" charset="0"/>
                <a:sym typeface="Wingdings"/>
              </a:rPr>
              <a:t>Neurons </a:t>
            </a:r>
            <a:r>
              <a:rPr lang="en-US" sz="2700" b="1" i="1" u="sng" dirty="0">
                <a:ea typeface="ＭＳ Ｐゴシック" charset="0"/>
                <a:cs typeface="Times New Roman" charset="0"/>
                <a:sym typeface="Wingdings"/>
              </a:rPr>
              <a:t>synapse</a:t>
            </a:r>
            <a:r>
              <a:rPr lang="en-US" sz="2700" b="1" i="1" dirty="0">
                <a:ea typeface="ＭＳ Ｐゴシック" charset="0"/>
                <a:cs typeface="Times New Roman" charset="0"/>
                <a:sym typeface="Wingdings"/>
              </a:rPr>
              <a:t> in the spinal cord before going to the brain</a:t>
            </a:r>
            <a:endParaRPr lang="en-US" sz="2700" b="1" i="1" dirty="0">
              <a:ea typeface="ＭＳ Ｐゴシック" charset="0"/>
              <a:cs typeface="Times New Roman" charset="0"/>
            </a:endParaRPr>
          </a:p>
        </p:txBody>
      </p:sp>
      <p:sp>
        <p:nvSpPr>
          <p:cNvPr id="36866" name="Title 1">
            <a:extLst>
              <a:ext uri="{FF2B5EF4-FFF2-40B4-BE49-F238E27FC236}">
                <a16:creationId xmlns:a16="http://schemas.microsoft.com/office/drawing/2014/main" id="{2FD1FC5B-1D5D-4545-AFC3-9DC82D80D4DE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991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400" b="1"/>
              <a:t>ANATOMY SUMMARY</a:t>
            </a: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86BF73D2-20D6-4A36-B841-EF1EA230F943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70158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B659809-2136-7A4A-AB9A-84D8457FFF94}"/>
              </a:ext>
            </a:extLst>
          </p:cNvPr>
          <p:cNvGrpSpPr/>
          <p:nvPr/>
        </p:nvGrpSpPr>
        <p:grpSpPr>
          <a:xfrm>
            <a:off x="2057400" y="314564"/>
            <a:ext cx="4803650" cy="6238636"/>
            <a:chOff x="-414600" y="315787"/>
            <a:chExt cx="4803650" cy="6238636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D972F2DD-193B-7546-BF25-E508060E6644}"/>
                </a:ext>
              </a:extLst>
            </p:cNvPr>
            <p:cNvGrpSpPr/>
            <p:nvPr/>
          </p:nvGrpSpPr>
          <p:grpSpPr>
            <a:xfrm>
              <a:off x="609600" y="501187"/>
              <a:ext cx="2590800" cy="6053236"/>
              <a:chOff x="609600" y="501187"/>
              <a:chExt cx="2590800" cy="6053236"/>
            </a:xfrm>
          </p:grpSpPr>
          <p:sp>
            <p:nvSpPr>
              <p:cNvPr id="4" name="Freeform 3">
                <a:extLst>
                  <a:ext uri="{FF2B5EF4-FFF2-40B4-BE49-F238E27FC236}">
                    <a16:creationId xmlns:a16="http://schemas.microsoft.com/office/drawing/2014/main" id="{821DF903-B663-934E-B939-CE7CC82924B1}"/>
                  </a:ext>
                </a:extLst>
              </p:cNvPr>
              <p:cNvSpPr/>
              <p:nvPr/>
            </p:nvSpPr>
            <p:spPr>
              <a:xfrm>
                <a:off x="609600" y="533400"/>
                <a:ext cx="2295561" cy="5985164"/>
              </a:xfrm>
              <a:custGeom>
                <a:avLst/>
                <a:gdLst>
                  <a:gd name="connsiteX0" fmla="*/ 1547416 w 2212473"/>
                  <a:gd name="connsiteY0" fmla="*/ 99753 h 5985164"/>
                  <a:gd name="connsiteX1" fmla="*/ 1381161 w 2212473"/>
                  <a:gd name="connsiteY1" fmla="*/ 216131 h 5985164"/>
                  <a:gd name="connsiteX2" fmla="*/ 1231532 w 2212473"/>
                  <a:gd name="connsiteY2" fmla="*/ 199506 h 5985164"/>
                  <a:gd name="connsiteX3" fmla="*/ 1131779 w 2212473"/>
                  <a:gd name="connsiteY3" fmla="*/ 166255 h 5985164"/>
                  <a:gd name="connsiteX4" fmla="*/ 932274 w 2212473"/>
                  <a:gd name="connsiteY4" fmla="*/ 66502 h 5985164"/>
                  <a:gd name="connsiteX5" fmla="*/ 782645 w 2212473"/>
                  <a:gd name="connsiteY5" fmla="*/ 16626 h 5985164"/>
                  <a:gd name="connsiteX6" fmla="*/ 732768 w 2212473"/>
                  <a:gd name="connsiteY6" fmla="*/ 0 h 5985164"/>
                  <a:gd name="connsiteX7" fmla="*/ 416885 w 2212473"/>
                  <a:gd name="connsiteY7" fmla="*/ 49877 h 5985164"/>
                  <a:gd name="connsiteX8" fmla="*/ 317132 w 2212473"/>
                  <a:gd name="connsiteY8" fmla="*/ 83128 h 5985164"/>
                  <a:gd name="connsiteX9" fmla="*/ 217379 w 2212473"/>
                  <a:gd name="connsiteY9" fmla="*/ 149629 h 5985164"/>
                  <a:gd name="connsiteX10" fmla="*/ 167503 w 2212473"/>
                  <a:gd name="connsiteY10" fmla="*/ 182880 h 5985164"/>
                  <a:gd name="connsiteX11" fmla="*/ 101001 w 2212473"/>
                  <a:gd name="connsiteY11" fmla="*/ 282633 h 5985164"/>
                  <a:gd name="connsiteX12" fmla="*/ 67750 w 2212473"/>
                  <a:gd name="connsiteY12" fmla="*/ 332509 h 5985164"/>
                  <a:gd name="connsiteX13" fmla="*/ 34499 w 2212473"/>
                  <a:gd name="connsiteY13" fmla="*/ 432262 h 5985164"/>
                  <a:gd name="connsiteX14" fmla="*/ 17874 w 2212473"/>
                  <a:gd name="connsiteY14" fmla="*/ 482139 h 5985164"/>
                  <a:gd name="connsiteX15" fmla="*/ 1248 w 2212473"/>
                  <a:gd name="connsiteY15" fmla="*/ 665019 h 5985164"/>
                  <a:gd name="connsiteX16" fmla="*/ 34499 w 2212473"/>
                  <a:gd name="connsiteY16" fmla="*/ 1113906 h 5985164"/>
                  <a:gd name="connsiteX17" fmla="*/ 67750 w 2212473"/>
                  <a:gd name="connsiteY17" fmla="*/ 1213659 h 5985164"/>
                  <a:gd name="connsiteX18" fmla="*/ 84376 w 2212473"/>
                  <a:gd name="connsiteY18" fmla="*/ 1263535 h 5985164"/>
                  <a:gd name="connsiteX19" fmla="*/ 167503 w 2212473"/>
                  <a:gd name="connsiteY19" fmla="*/ 1413164 h 5985164"/>
                  <a:gd name="connsiteX20" fmla="*/ 217379 w 2212473"/>
                  <a:gd name="connsiteY20" fmla="*/ 1446415 h 5985164"/>
                  <a:gd name="connsiteX21" fmla="*/ 234005 w 2212473"/>
                  <a:gd name="connsiteY21" fmla="*/ 1546168 h 5985164"/>
                  <a:gd name="connsiteX22" fmla="*/ 134252 w 2212473"/>
                  <a:gd name="connsiteY22" fmla="*/ 1579419 h 5985164"/>
                  <a:gd name="connsiteX23" fmla="*/ 51125 w 2212473"/>
                  <a:gd name="connsiteY23" fmla="*/ 1778924 h 5985164"/>
                  <a:gd name="connsiteX24" fmla="*/ 84376 w 2212473"/>
                  <a:gd name="connsiteY24" fmla="*/ 2028306 h 5985164"/>
                  <a:gd name="connsiteX25" fmla="*/ 117626 w 2212473"/>
                  <a:gd name="connsiteY25" fmla="*/ 2078182 h 5985164"/>
                  <a:gd name="connsiteX26" fmla="*/ 167503 w 2212473"/>
                  <a:gd name="connsiteY26" fmla="*/ 2111433 h 5985164"/>
                  <a:gd name="connsiteX27" fmla="*/ 200754 w 2212473"/>
                  <a:gd name="connsiteY27" fmla="*/ 2161309 h 5985164"/>
                  <a:gd name="connsiteX28" fmla="*/ 300506 w 2212473"/>
                  <a:gd name="connsiteY28" fmla="*/ 2227811 h 5985164"/>
                  <a:gd name="connsiteX29" fmla="*/ 350383 w 2212473"/>
                  <a:gd name="connsiteY29" fmla="*/ 2261062 h 5985164"/>
                  <a:gd name="connsiteX30" fmla="*/ 416885 w 2212473"/>
                  <a:gd name="connsiteY30" fmla="*/ 2277688 h 5985164"/>
                  <a:gd name="connsiteX31" fmla="*/ 466761 w 2212473"/>
                  <a:gd name="connsiteY31" fmla="*/ 2310939 h 5985164"/>
                  <a:gd name="connsiteX32" fmla="*/ 516637 w 2212473"/>
                  <a:gd name="connsiteY32" fmla="*/ 2294313 h 5985164"/>
                  <a:gd name="connsiteX33" fmla="*/ 566514 w 2212473"/>
                  <a:gd name="connsiteY33" fmla="*/ 2310939 h 5985164"/>
                  <a:gd name="connsiteX34" fmla="*/ 699517 w 2212473"/>
                  <a:gd name="connsiteY34" fmla="*/ 2709949 h 5985164"/>
                  <a:gd name="connsiteX35" fmla="*/ 749394 w 2212473"/>
                  <a:gd name="connsiteY35" fmla="*/ 2859579 h 5985164"/>
                  <a:gd name="connsiteX36" fmla="*/ 782645 w 2212473"/>
                  <a:gd name="connsiteY36" fmla="*/ 2959331 h 5985164"/>
                  <a:gd name="connsiteX37" fmla="*/ 849146 w 2212473"/>
                  <a:gd name="connsiteY37" fmla="*/ 3059084 h 5985164"/>
                  <a:gd name="connsiteX38" fmla="*/ 882397 w 2212473"/>
                  <a:gd name="connsiteY38" fmla="*/ 3108960 h 5985164"/>
                  <a:gd name="connsiteX39" fmla="*/ 932274 w 2212473"/>
                  <a:gd name="connsiteY39" fmla="*/ 3208713 h 5985164"/>
                  <a:gd name="connsiteX40" fmla="*/ 982150 w 2212473"/>
                  <a:gd name="connsiteY40" fmla="*/ 3241964 h 5985164"/>
                  <a:gd name="connsiteX41" fmla="*/ 1032026 w 2212473"/>
                  <a:gd name="connsiteY41" fmla="*/ 3391593 h 5985164"/>
                  <a:gd name="connsiteX42" fmla="*/ 998776 w 2212473"/>
                  <a:gd name="connsiteY42" fmla="*/ 4222866 h 5985164"/>
                  <a:gd name="connsiteX43" fmla="*/ 982150 w 2212473"/>
                  <a:gd name="connsiteY43" fmla="*/ 4721629 h 5985164"/>
                  <a:gd name="connsiteX44" fmla="*/ 998776 w 2212473"/>
                  <a:gd name="connsiteY44" fmla="*/ 5286895 h 5985164"/>
                  <a:gd name="connsiteX45" fmla="*/ 1048652 w 2212473"/>
                  <a:gd name="connsiteY45" fmla="*/ 5503026 h 5985164"/>
                  <a:gd name="connsiteX46" fmla="*/ 1065277 w 2212473"/>
                  <a:gd name="connsiteY46" fmla="*/ 5569528 h 5985164"/>
                  <a:gd name="connsiteX47" fmla="*/ 1098528 w 2212473"/>
                  <a:gd name="connsiteY47" fmla="*/ 5669280 h 5985164"/>
                  <a:gd name="connsiteX48" fmla="*/ 1148405 w 2212473"/>
                  <a:gd name="connsiteY48" fmla="*/ 5818909 h 5985164"/>
                  <a:gd name="connsiteX49" fmla="*/ 1181656 w 2212473"/>
                  <a:gd name="connsiteY49" fmla="*/ 5918662 h 5985164"/>
                  <a:gd name="connsiteX50" fmla="*/ 1198281 w 2212473"/>
                  <a:gd name="connsiteY50" fmla="*/ 5968539 h 5985164"/>
                  <a:gd name="connsiteX51" fmla="*/ 1248157 w 2212473"/>
                  <a:gd name="connsiteY51" fmla="*/ 5985164 h 5985164"/>
                  <a:gd name="connsiteX52" fmla="*/ 1298034 w 2212473"/>
                  <a:gd name="connsiteY52" fmla="*/ 5885411 h 5985164"/>
                  <a:gd name="connsiteX53" fmla="*/ 1347910 w 2212473"/>
                  <a:gd name="connsiteY53" fmla="*/ 5852160 h 5985164"/>
                  <a:gd name="connsiteX54" fmla="*/ 1364536 w 2212473"/>
                  <a:gd name="connsiteY54" fmla="*/ 5802284 h 5985164"/>
                  <a:gd name="connsiteX55" fmla="*/ 1414412 w 2212473"/>
                  <a:gd name="connsiteY55" fmla="*/ 5769033 h 5985164"/>
                  <a:gd name="connsiteX56" fmla="*/ 1447663 w 2212473"/>
                  <a:gd name="connsiteY56" fmla="*/ 5669280 h 5985164"/>
                  <a:gd name="connsiteX57" fmla="*/ 1480914 w 2212473"/>
                  <a:gd name="connsiteY57" fmla="*/ 5619404 h 5985164"/>
                  <a:gd name="connsiteX58" fmla="*/ 1497539 w 2212473"/>
                  <a:gd name="connsiteY58" fmla="*/ 5552902 h 5985164"/>
                  <a:gd name="connsiteX59" fmla="*/ 1530790 w 2212473"/>
                  <a:gd name="connsiteY59" fmla="*/ 5336771 h 5985164"/>
                  <a:gd name="connsiteX60" fmla="*/ 1514165 w 2212473"/>
                  <a:gd name="connsiteY60" fmla="*/ 4056611 h 5985164"/>
                  <a:gd name="connsiteX61" fmla="*/ 1497539 w 2212473"/>
                  <a:gd name="connsiteY61" fmla="*/ 3956859 h 5985164"/>
                  <a:gd name="connsiteX62" fmla="*/ 1514165 w 2212473"/>
                  <a:gd name="connsiteY62" fmla="*/ 3358342 h 5985164"/>
                  <a:gd name="connsiteX63" fmla="*/ 1613917 w 2212473"/>
                  <a:gd name="connsiteY63" fmla="*/ 3158837 h 5985164"/>
                  <a:gd name="connsiteX64" fmla="*/ 1663794 w 2212473"/>
                  <a:gd name="connsiteY64" fmla="*/ 2992582 h 5985164"/>
                  <a:gd name="connsiteX65" fmla="*/ 1697045 w 2212473"/>
                  <a:gd name="connsiteY65" fmla="*/ 2892829 h 5985164"/>
                  <a:gd name="connsiteX66" fmla="*/ 1713670 w 2212473"/>
                  <a:gd name="connsiteY66" fmla="*/ 2826328 h 5985164"/>
                  <a:gd name="connsiteX67" fmla="*/ 1730296 w 2212473"/>
                  <a:gd name="connsiteY67" fmla="*/ 2776451 h 5985164"/>
                  <a:gd name="connsiteX68" fmla="*/ 1746921 w 2212473"/>
                  <a:gd name="connsiteY68" fmla="*/ 2709949 h 5985164"/>
                  <a:gd name="connsiteX69" fmla="*/ 1780172 w 2212473"/>
                  <a:gd name="connsiteY69" fmla="*/ 2576946 h 5985164"/>
                  <a:gd name="connsiteX70" fmla="*/ 1813423 w 2212473"/>
                  <a:gd name="connsiteY70" fmla="*/ 2410691 h 5985164"/>
                  <a:gd name="connsiteX71" fmla="*/ 1863299 w 2212473"/>
                  <a:gd name="connsiteY71" fmla="*/ 2294313 h 5985164"/>
                  <a:gd name="connsiteX72" fmla="*/ 1913176 w 2212473"/>
                  <a:gd name="connsiteY72" fmla="*/ 2261062 h 5985164"/>
                  <a:gd name="connsiteX73" fmla="*/ 1996303 w 2212473"/>
                  <a:gd name="connsiteY73" fmla="*/ 2177935 h 5985164"/>
                  <a:gd name="connsiteX74" fmla="*/ 2029554 w 2212473"/>
                  <a:gd name="connsiteY74" fmla="*/ 2128059 h 5985164"/>
                  <a:gd name="connsiteX75" fmla="*/ 2079430 w 2212473"/>
                  <a:gd name="connsiteY75" fmla="*/ 2078182 h 5985164"/>
                  <a:gd name="connsiteX76" fmla="*/ 2112681 w 2212473"/>
                  <a:gd name="connsiteY76" fmla="*/ 1978429 h 5985164"/>
                  <a:gd name="connsiteX77" fmla="*/ 2129306 w 2212473"/>
                  <a:gd name="connsiteY77" fmla="*/ 1928553 h 5985164"/>
                  <a:gd name="connsiteX78" fmla="*/ 2112681 w 2212473"/>
                  <a:gd name="connsiteY78" fmla="*/ 1612669 h 5985164"/>
                  <a:gd name="connsiteX79" fmla="*/ 1979677 w 2212473"/>
                  <a:gd name="connsiteY79" fmla="*/ 1529542 h 5985164"/>
                  <a:gd name="connsiteX80" fmla="*/ 1929801 w 2212473"/>
                  <a:gd name="connsiteY80" fmla="*/ 1512917 h 5985164"/>
                  <a:gd name="connsiteX81" fmla="*/ 1979677 w 2212473"/>
                  <a:gd name="connsiteY81" fmla="*/ 1413164 h 5985164"/>
                  <a:gd name="connsiteX82" fmla="*/ 2029554 w 2212473"/>
                  <a:gd name="connsiteY82" fmla="*/ 1379913 h 5985164"/>
                  <a:gd name="connsiteX83" fmla="*/ 2062805 w 2212473"/>
                  <a:gd name="connsiteY83" fmla="*/ 1330037 h 5985164"/>
                  <a:gd name="connsiteX84" fmla="*/ 2112681 w 2212473"/>
                  <a:gd name="connsiteY84" fmla="*/ 1296786 h 5985164"/>
                  <a:gd name="connsiteX85" fmla="*/ 2179183 w 2212473"/>
                  <a:gd name="connsiteY85" fmla="*/ 1197033 h 5985164"/>
                  <a:gd name="connsiteX86" fmla="*/ 2212434 w 2212473"/>
                  <a:gd name="connsiteY86" fmla="*/ 1097280 h 5985164"/>
                  <a:gd name="connsiteX87" fmla="*/ 2195808 w 2212473"/>
                  <a:gd name="connsiteY87" fmla="*/ 581891 h 5985164"/>
                  <a:gd name="connsiteX88" fmla="*/ 2162557 w 2212473"/>
                  <a:gd name="connsiteY88" fmla="*/ 482139 h 5985164"/>
                  <a:gd name="connsiteX89" fmla="*/ 2145932 w 2212473"/>
                  <a:gd name="connsiteY89" fmla="*/ 399011 h 5985164"/>
                  <a:gd name="connsiteX90" fmla="*/ 2112681 w 2212473"/>
                  <a:gd name="connsiteY90" fmla="*/ 249382 h 5985164"/>
                  <a:gd name="connsiteX91" fmla="*/ 2046179 w 2212473"/>
                  <a:gd name="connsiteY91" fmla="*/ 149629 h 5985164"/>
                  <a:gd name="connsiteX92" fmla="*/ 1996303 w 2212473"/>
                  <a:gd name="connsiteY92" fmla="*/ 133004 h 5985164"/>
                  <a:gd name="connsiteX93" fmla="*/ 1963052 w 2212473"/>
                  <a:gd name="connsiteY93" fmla="*/ 83128 h 5985164"/>
                  <a:gd name="connsiteX94" fmla="*/ 1913176 w 2212473"/>
                  <a:gd name="connsiteY94" fmla="*/ 49877 h 5985164"/>
                  <a:gd name="connsiteX95" fmla="*/ 1780172 w 2212473"/>
                  <a:gd name="connsiteY95" fmla="*/ 16626 h 5985164"/>
                  <a:gd name="connsiteX96" fmla="*/ 1564041 w 2212473"/>
                  <a:gd name="connsiteY96" fmla="*/ 49877 h 5985164"/>
                  <a:gd name="connsiteX97" fmla="*/ 1547416 w 2212473"/>
                  <a:gd name="connsiteY97" fmla="*/ 99753 h 5985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</a:cxnLst>
                <a:rect l="l" t="t" r="r" b="b"/>
                <a:pathLst>
                  <a:path w="2212473" h="5985164">
                    <a:moveTo>
                      <a:pt x="1547416" y="99753"/>
                    </a:moveTo>
                    <a:cubicBezTo>
                      <a:pt x="1516936" y="127462"/>
                      <a:pt x="1441263" y="216131"/>
                      <a:pt x="1381161" y="216131"/>
                    </a:cubicBezTo>
                    <a:cubicBezTo>
                      <a:pt x="1330978" y="216131"/>
                      <a:pt x="1281408" y="205048"/>
                      <a:pt x="1231532" y="199506"/>
                    </a:cubicBezTo>
                    <a:cubicBezTo>
                      <a:pt x="1198281" y="188422"/>
                      <a:pt x="1160942" y="185697"/>
                      <a:pt x="1131779" y="166255"/>
                    </a:cubicBezTo>
                    <a:cubicBezTo>
                      <a:pt x="1002866" y="80313"/>
                      <a:pt x="1069936" y="112389"/>
                      <a:pt x="932274" y="66502"/>
                    </a:cubicBezTo>
                    <a:lnTo>
                      <a:pt x="782645" y="16626"/>
                    </a:lnTo>
                    <a:lnTo>
                      <a:pt x="732768" y="0"/>
                    </a:lnTo>
                    <a:cubicBezTo>
                      <a:pt x="481683" y="19315"/>
                      <a:pt x="585189" y="-6224"/>
                      <a:pt x="416885" y="49877"/>
                    </a:cubicBezTo>
                    <a:cubicBezTo>
                      <a:pt x="416880" y="49879"/>
                      <a:pt x="317137" y="83124"/>
                      <a:pt x="317132" y="83128"/>
                    </a:cubicBezTo>
                    <a:lnTo>
                      <a:pt x="217379" y="149629"/>
                    </a:lnTo>
                    <a:lnTo>
                      <a:pt x="167503" y="182880"/>
                    </a:lnTo>
                    <a:lnTo>
                      <a:pt x="101001" y="282633"/>
                    </a:lnTo>
                    <a:lnTo>
                      <a:pt x="67750" y="332509"/>
                    </a:lnTo>
                    <a:lnTo>
                      <a:pt x="34499" y="432262"/>
                    </a:lnTo>
                    <a:lnTo>
                      <a:pt x="17874" y="482139"/>
                    </a:lnTo>
                    <a:cubicBezTo>
                      <a:pt x="12332" y="543099"/>
                      <a:pt x="1248" y="603808"/>
                      <a:pt x="1248" y="665019"/>
                    </a:cubicBezTo>
                    <a:cubicBezTo>
                      <a:pt x="1248" y="834416"/>
                      <a:pt x="-9913" y="965865"/>
                      <a:pt x="34499" y="1113906"/>
                    </a:cubicBezTo>
                    <a:cubicBezTo>
                      <a:pt x="44570" y="1147477"/>
                      <a:pt x="56666" y="1180408"/>
                      <a:pt x="67750" y="1213659"/>
                    </a:cubicBezTo>
                    <a:lnTo>
                      <a:pt x="84376" y="1263535"/>
                    </a:lnTo>
                    <a:cubicBezTo>
                      <a:pt x="101701" y="1315511"/>
                      <a:pt x="118500" y="1380495"/>
                      <a:pt x="167503" y="1413164"/>
                    </a:cubicBezTo>
                    <a:lnTo>
                      <a:pt x="217379" y="1446415"/>
                    </a:lnTo>
                    <a:cubicBezTo>
                      <a:pt x="233347" y="1470366"/>
                      <a:pt x="280633" y="1512862"/>
                      <a:pt x="234005" y="1546168"/>
                    </a:cubicBezTo>
                    <a:cubicBezTo>
                      <a:pt x="205484" y="1566540"/>
                      <a:pt x="134252" y="1579419"/>
                      <a:pt x="134252" y="1579419"/>
                    </a:cubicBezTo>
                    <a:cubicBezTo>
                      <a:pt x="49051" y="1707219"/>
                      <a:pt x="74320" y="1639752"/>
                      <a:pt x="51125" y="1778924"/>
                    </a:cubicBezTo>
                    <a:cubicBezTo>
                      <a:pt x="54840" y="1823510"/>
                      <a:pt x="50420" y="1960392"/>
                      <a:pt x="84376" y="2028306"/>
                    </a:cubicBezTo>
                    <a:cubicBezTo>
                      <a:pt x="93312" y="2046178"/>
                      <a:pt x="103497" y="2064053"/>
                      <a:pt x="117626" y="2078182"/>
                    </a:cubicBezTo>
                    <a:cubicBezTo>
                      <a:pt x="131755" y="2092311"/>
                      <a:pt x="150877" y="2100349"/>
                      <a:pt x="167503" y="2111433"/>
                    </a:cubicBezTo>
                    <a:cubicBezTo>
                      <a:pt x="178587" y="2128058"/>
                      <a:pt x="185717" y="2148151"/>
                      <a:pt x="200754" y="2161309"/>
                    </a:cubicBezTo>
                    <a:cubicBezTo>
                      <a:pt x="230829" y="2187625"/>
                      <a:pt x="267255" y="2205644"/>
                      <a:pt x="300506" y="2227811"/>
                    </a:cubicBezTo>
                    <a:cubicBezTo>
                      <a:pt x="317132" y="2238895"/>
                      <a:pt x="330998" y="2256216"/>
                      <a:pt x="350383" y="2261062"/>
                    </a:cubicBezTo>
                    <a:lnTo>
                      <a:pt x="416885" y="2277688"/>
                    </a:lnTo>
                    <a:cubicBezTo>
                      <a:pt x="433510" y="2288772"/>
                      <a:pt x="447052" y="2307654"/>
                      <a:pt x="466761" y="2310939"/>
                    </a:cubicBezTo>
                    <a:cubicBezTo>
                      <a:pt x="484047" y="2313820"/>
                      <a:pt x="499112" y="2294313"/>
                      <a:pt x="516637" y="2294313"/>
                    </a:cubicBezTo>
                    <a:cubicBezTo>
                      <a:pt x="534162" y="2294313"/>
                      <a:pt x="549888" y="2305397"/>
                      <a:pt x="566514" y="2310939"/>
                    </a:cubicBezTo>
                    <a:lnTo>
                      <a:pt x="699517" y="2709949"/>
                    </a:lnTo>
                    <a:lnTo>
                      <a:pt x="749394" y="2859579"/>
                    </a:lnTo>
                    <a:cubicBezTo>
                      <a:pt x="749396" y="2859584"/>
                      <a:pt x="782642" y="2959327"/>
                      <a:pt x="782645" y="2959331"/>
                    </a:cubicBezTo>
                    <a:lnTo>
                      <a:pt x="849146" y="3059084"/>
                    </a:lnTo>
                    <a:cubicBezTo>
                      <a:pt x="860230" y="3075709"/>
                      <a:pt x="876078" y="3090004"/>
                      <a:pt x="882397" y="3108960"/>
                    </a:cubicBezTo>
                    <a:cubicBezTo>
                      <a:pt x="895919" y="3149526"/>
                      <a:pt x="900045" y="3176484"/>
                      <a:pt x="932274" y="3208713"/>
                    </a:cubicBezTo>
                    <a:cubicBezTo>
                      <a:pt x="946403" y="3222842"/>
                      <a:pt x="965525" y="3230880"/>
                      <a:pt x="982150" y="3241964"/>
                    </a:cubicBezTo>
                    <a:cubicBezTo>
                      <a:pt x="1022298" y="3302186"/>
                      <a:pt x="1032026" y="3301995"/>
                      <a:pt x="1032026" y="3391593"/>
                    </a:cubicBezTo>
                    <a:cubicBezTo>
                      <a:pt x="1032026" y="4081724"/>
                      <a:pt x="1062365" y="3904912"/>
                      <a:pt x="998776" y="4222866"/>
                    </a:cubicBezTo>
                    <a:cubicBezTo>
                      <a:pt x="993234" y="4389120"/>
                      <a:pt x="982150" y="4555282"/>
                      <a:pt x="982150" y="4721629"/>
                    </a:cubicBezTo>
                    <a:cubicBezTo>
                      <a:pt x="982150" y="4910132"/>
                      <a:pt x="985953" y="5098828"/>
                      <a:pt x="998776" y="5286895"/>
                    </a:cubicBezTo>
                    <a:cubicBezTo>
                      <a:pt x="1008686" y="5432250"/>
                      <a:pt x="1022457" y="5411343"/>
                      <a:pt x="1048652" y="5503026"/>
                    </a:cubicBezTo>
                    <a:cubicBezTo>
                      <a:pt x="1054929" y="5524996"/>
                      <a:pt x="1058711" y="5547642"/>
                      <a:pt x="1065277" y="5569528"/>
                    </a:cubicBezTo>
                    <a:cubicBezTo>
                      <a:pt x="1075348" y="5603099"/>
                      <a:pt x="1087444" y="5636029"/>
                      <a:pt x="1098528" y="5669280"/>
                    </a:cubicBezTo>
                    <a:lnTo>
                      <a:pt x="1148405" y="5818909"/>
                    </a:lnTo>
                    <a:lnTo>
                      <a:pt x="1181656" y="5918662"/>
                    </a:lnTo>
                    <a:cubicBezTo>
                      <a:pt x="1187198" y="5935288"/>
                      <a:pt x="1181655" y="5962997"/>
                      <a:pt x="1198281" y="5968539"/>
                    </a:cubicBezTo>
                    <a:lnTo>
                      <a:pt x="1248157" y="5985164"/>
                    </a:lnTo>
                    <a:cubicBezTo>
                      <a:pt x="1261679" y="5944599"/>
                      <a:pt x="1265806" y="5917640"/>
                      <a:pt x="1298034" y="5885411"/>
                    </a:cubicBezTo>
                    <a:cubicBezTo>
                      <a:pt x="1312163" y="5871282"/>
                      <a:pt x="1331285" y="5863244"/>
                      <a:pt x="1347910" y="5852160"/>
                    </a:cubicBezTo>
                    <a:cubicBezTo>
                      <a:pt x="1353452" y="5835535"/>
                      <a:pt x="1353588" y="5815968"/>
                      <a:pt x="1364536" y="5802284"/>
                    </a:cubicBezTo>
                    <a:cubicBezTo>
                      <a:pt x="1377018" y="5786681"/>
                      <a:pt x="1403822" y="5785977"/>
                      <a:pt x="1414412" y="5769033"/>
                    </a:cubicBezTo>
                    <a:cubicBezTo>
                      <a:pt x="1432988" y="5739311"/>
                      <a:pt x="1436579" y="5702531"/>
                      <a:pt x="1447663" y="5669280"/>
                    </a:cubicBezTo>
                    <a:cubicBezTo>
                      <a:pt x="1453982" y="5650324"/>
                      <a:pt x="1469830" y="5636029"/>
                      <a:pt x="1480914" y="5619404"/>
                    </a:cubicBezTo>
                    <a:cubicBezTo>
                      <a:pt x="1486456" y="5597237"/>
                      <a:pt x="1493058" y="5575308"/>
                      <a:pt x="1497539" y="5552902"/>
                    </a:cubicBezTo>
                    <a:cubicBezTo>
                      <a:pt x="1509076" y="5495215"/>
                      <a:pt x="1522802" y="5392686"/>
                      <a:pt x="1530790" y="5336771"/>
                    </a:cubicBezTo>
                    <a:cubicBezTo>
                      <a:pt x="1525248" y="4910051"/>
                      <a:pt x="1524445" y="4483243"/>
                      <a:pt x="1514165" y="4056611"/>
                    </a:cubicBezTo>
                    <a:cubicBezTo>
                      <a:pt x="1513353" y="4022911"/>
                      <a:pt x="1497539" y="3990568"/>
                      <a:pt x="1497539" y="3956859"/>
                    </a:cubicBezTo>
                    <a:cubicBezTo>
                      <a:pt x="1497539" y="3757276"/>
                      <a:pt x="1499945" y="3557417"/>
                      <a:pt x="1514165" y="3358342"/>
                    </a:cubicBezTo>
                    <a:cubicBezTo>
                      <a:pt x="1524444" y="3214439"/>
                      <a:pt x="1568574" y="3294865"/>
                      <a:pt x="1613917" y="3158837"/>
                    </a:cubicBezTo>
                    <a:cubicBezTo>
                      <a:pt x="1731477" y="2806156"/>
                      <a:pt x="1588414" y="3243845"/>
                      <a:pt x="1663794" y="2992582"/>
                    </a:cubicBezTo>
                    <a:cubicBezTo>
                      <a:pt x="1673866" y="2959011"/>
                      <a:pt x="1688544" y="2926832"/>
                      <a:pt x="1697045" y="2892829"/>
                    </a:cubicBezTo>
                    <a:cubicBezTo>
                      <a:pt x="1702587" y="2870662"/>
                      <a:pt x="1707393" y="2848298"/>
                      <a:pt x="1713670" y="2826328"/>
                    </a:cubicBezTo>
                    <a:cubicBezTo>
                      <a:pt x="1718485" y="2809477"/>
                      <a:pt x="1725482" y="2793302"/>
                      <a:pt x="1730296" y="2776451"/>
                    </a:cubicBezTo>
                    <a:cubicBezTo>
                      <a:pt x="1736573" y="2754481"/>
                      <a:pt x="1740644" y="2731919"/>
                      <a:pt x="1746921" y="2709949"/>
                    </a:cubicBezTo>
                    <a:cubicBezTo>
                      <a:pt x="1772616" y="2620013"/>
                      <a:pt x="1759892" y="2698627"/>
                      <a:pt x="1780172" y="2576946"/>
                    </a:cubicBezTo>
                    <a:cubicBezTo>
                      <a:pt x="1819898" y="2338593"/>
                      <a:pt x="1775182" y="2544534"/>
                      <a:pt x="1813423" y="2410691"/>
                    </a:cubicBezTo>
                    <a:cubicBezTo>
                      <a:pt x="1828686" y="2357272"/>
                      <a:pt x="1822802" y="2334809"/>
                      <a:pt x="1863299" y="2294313"/>
                    </a:cubicBezTo>
                    <a:cubicBezTo>
                      <a:pt x="1877428" y="2280184"/>
                      <a:pt x="1896550" y="2272146"/>
                      <a:pt x="1913176" y="2261062"/>
                    </a:cubicBezTo>
                    <a:cubicBezTo>
                      <a:pt x="2001839" y="2128065"/>
                      <a:pt x="1885470" y="2288766"/>
                      <a:pt x="1996303" y="2177935"/>
                    </a:cubicBezTo>
                    <a:cubicBezTo>
                      <a:pt x="2010432" y="2163806"/>
                      <a:pt x="2016762" y="2143409"/>
                      <a:pt x="2029554" y="2128059"/>
                    </a:cubicBezTo>
                    <a:cubicBezTo>
                      <a:pt x="2044606" y="2109997"/>
                      <a:pt x="2062805" y="2094808"/>
                      <a:pt x="2079430" y="2078182"/>
                    </a:cubicBezTo>
                    <a:lnTo>
                      <a:pt x="2112681" y="1978429"/>
                    </a:lnTo>
                    <a:lnTo>
                      <a:pt x="2129306" y="1928553"/>
                    </a:lnTo>
                    <a:cubicBezTo>
                      <a:pt x="2123764" y="1823258"/>
                      <a:pt x="2126927" y="1717143"/>
                      <a:pt x="2112681" y="1612669"/>
                    </a:cubicBezTo>
                    <a:cubicBezTo>
                      <a:pt x="2103899" y="1548267"/>
                      <a:pt x="2021360" y="1543436"/>
                      <a:pt x="1979677" y="1529542"/>
                    </a:cubicBezTo>
                    <a:lnTo>
                      <a:pt x="1929801" y="1512917"/>
                    </a:lnTo>
                    <a:cubicBezTo>
                      <a:pt x="1943323" y="1472350"/>
                      <a:pt x="1947447" y="1445393"/>
                      <a:pt x="1979677" y="1413164"/>
                    </a:cubicBezTo>
                    <a:cubicBezTo>
                      <a:pt x="1993806" y="1399035"/>
                      <a:pt x="2012928" y="1390997"/>
                      <a:pt x="2029554" y="1379913"/>
                    </a:cubicBezTo>
                    <a:cubicBezTo>
                      <a:pt x="2040638" y="1363288"/>
                      <a:pt x="2048676" y="1344166"/>
                      <a:pt x="2062805" y="1330037"/>
                    </a:cubicBezTo>
                    <a:cubicBezTo>
                      <a:pt x="2076934" y="1315908"/>
                      <a:pt x="2099523" y="1311823"/>
                      <a:pt x="2112681" y="1296786"/>
                    </a:cubicBezTo>
                    <a:cubicBezTo>
                      <a:pt x="2138997" y="1266711"/>
                      <a:pt x="2179183" y="1197033"/>
                      <a:pt x="2179183" y="1197033"/>
                    </a:cubicBezTo>
                    <a:cubicBezTo>
                      <a:pt x="2190267" y="1163782"/>
                      <a:pt x="2213564" y="1132311"/>
                      <a:pt x="2212434" y="1097280"/>
                    </a:cubicBezTo>
                    <a:cubicBezTo>
                      <a:pt x="2206892" y="925484"/>
                      <a:pt x="2209699" y="753214"/>
                      <a:pt x="2195808" y="581891"/>
                    </a:cubicBezTo>
                    <a:cubicBezTo>
                      <a:pt x="2192975" y="546956"/>
                      <a:pt x="2169430" y="516508"/>
                      <a:pt x="2162557" y="482139"/>
                    </a:cubicBezTo>
                    <a:cubicBezTo>
                      <a:pt x="2157015" y="454430"/>
                      <a:pt x="2150987" y="426813"/>
                      <a:pt x="2145932" y="399011"/>
                    </a:cubicBezTo>
                    <a:cubicBezTo>
                      <a:pt x="2140813" y="370855"/>
                      <a:pt x="2132485" y="285030"/>
                      <a:pt x="2112681" y="249382"/>
                    </a:cubicBezTo>
                    <a:cubicBezTo>
                      <a:pt x="2093274" y="214448"/>
                      <a:pt x="2084091" y="162266"/>
                      <a:pt x="2046179" y="149629"/>
                    </a:cubicBezTo>
                    <a:lnTo>
                      <a:pt x="1996303" y="133004"/>
                    </a:lnTo>
                    <a:cubicBezTo>
                      <a:pt x="1985219" y="116379"/>
                      <a:pt x="1977181" y="97257"/>
                      <a:pt x="1963052" y="83128"/>
                    </a:cubicBezTo>
                    <a:cubicBezTo>
                      <a:pt x="1948923" y="68999"/>
                      <a:pt x="1931048" y="58813"/>
                      <a:pt x="1913176" y="49877"/>
                    </a:cubicBezTo>
                    <a:cubicBezTo>
                      <a:pt x="1879092" y="32835"/>
                      <a:pt x="1811793" y="22950"/>
                      <a:pt x="1780172" y="16626"/>
                    </a:cubicBezTo>
                    <a:cubicBezTo>
                      <a:pt x="1732482" y="21395"/>
                      <a:pt x="1623959" y="19917"/>
                      <a:pt x="1564041" y="49877"/>
                    </a:cubicBezTo>
                    <a:cubicBezTo>
                      <a:pt x="1557031" y="53382"/>
                      <a:pt x="1577896" y="72044"/>
                      <a:pt x="1547416" y="99753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A9ED6F8A-D1A9-F348-A2BA-56E5078466DD}"/>
                  </a:ext>
                </a:extLst>
              </p:cNvPr>
              <p:cNvSpPr/>
              <p:nvPr/>
            </p:nvSpPr>
            <p:spPr>
              <a:xfrm flipH="1">
                <a:off x="923961" y="569259"/>
                <a:ext cx="2276439" cy="5985164"/>
              </a:xfrm>
              <a:custGeom>
                <a:avLst/>
                <a:gdLst>
                  <a:gd name="connsiteX0" fmla="*/ 1547416 w 2212473"/>
                  <a:gd name="connsiteY0" fmla="*/ 99753 h 5985164"/>
                  <a:gd name="connsiteX1" fmla="*/ 1381161 w 2212473"/>
                  <a:gd name="connsiteY1" fmla="*/ 216131 h 5985164"/>
                  <a:gd name="connsiteX2" fmla="*/ 1231532 w 2212473"/>
                  <a:gd name="connsiteY2" fmla="*/ 199506 h 5985164"/>
                  <a:gd name="connsiteX3" fmla="*/ 1131779 w 2212473"/>
                  <a:gd name="connsiteY3" fmla="*/ 166255 h 5985164"/>
                  <a:gd name="connsiteX4" fmla="*/ 932274 w 2212473"/>
                  <a:gd name="connsiteY4" fmla="*/ 66502 h 5985164"/>
                  <a:gd name="connsiteX5" fmla="*/ 782645 w 2212473"/>
                  <a:gd name="connsiteY5" fmla="*/ 16626 h 5985164"/>
                  <a:gd name="connsiteX6" fmla="*/ 732768 w 2212473"/>
                  <a:gd name="connsiteY6" fmla="*/ 0 h 5985164"/>
                  <a:gd name="connsiteX7" fmla="*/ 416885 w 2212473"/>
                  <a:gd name="connsiteY7" fmla="*/ 49877 h 5985164"/>
                  <a:gd name="connsiteX8" fmla="*/ 317132 w 2212473"/>
                  <a:gd name="connsiteY8" fmla="*/ 83128 h 5985164"/>
                  <a:gd name="connsiteX9" fmla="*/ 217379 w 2212473"/>
                  <a:gd name="connsiteY9" fmla="*/ 149629 h 5985164"/>
                  <a:gd name="connsiteX10" fmla="*/ 167503 w 2212473"/>
                  <a:gd name="connsiteY10" fmla="*/ 182880 h 5985164"/>
                  <a:gd name="connsiteX11" fmla="*/ 101001 w 2212473"/>
                  <a:gd name="connsiteY11" fmla="*/ 282633 h 5985164"/>
                  <a:gd name="connsiteX12" fmla="*/ 67750 w 2212473"/>
                  <a:gd name="connsiteY12" fmla="*/ 332509 h 5985164"/>
                  <a:gd name="connsiteX13" fmla="*/ 34499 w 2212473"/>
                  <a:gd name="connsiteY13" fmla="*/ 432262 h 5985164"/>
                  <a:gd name="connsiteX14" fmla="*/ 17874 w 2212473"/>
                  <a:gd name="connsiteY14" fmla="*/ 482139 h 5985164"/>
                  <a:gd name="connsiteX15" fmla="*/ 1248 w 2212473"/>
                  <a:gd name="connsiteY15" fmla="*/ 665019 h 5985164"/>
                  <a:gd name="connsiteX16" fmla="*/ 34499 w 2212473"/>
                  <a:gd name="connsiteY16" fmla="*/ 1113906 h 5985164"/>
                  <a:gd name="connsiteX17" fmla="*/ 67750 w 2212473"/>
                  <a:gd name="connsiteY17" fmla="*/ 1213659 h 5985164"/>
                  <a:gd name="connsiteX18" fmla="*/ 84376 w 2212473"/>
                  <a:gd name="connsiteY18" fmla="*/ 1263535 h 5985164"/>
                  <a:gd name="connsiteX19" fmla="*/ 167503 w 2212473"/>
                  <a:gd name="connsiteY19" fmla="*/ 1413164 h 5985164"/>
                  <a:gd name="connsiteX20" fmla="*/ 217379 w 2212473"/>
                  <a:gd name="connsiteY20" fmla="*/ 1446415 h 5985164"/>
                  <a:gd name="connsiteX21" fmla="*/ 234005 w 2212473"/>
                  <a:gd name="connsiteY21" fmla="*/ 1546168 h 5985164"/>
                  <a:gd name="connsiteX22" fmla="*/ 134252 w 2212473"/>
                  <a:gd name="connsiteY22" fmla="*/ 1579419 h 5985164"/>
                  <a:gd name="connsiteX23" fmla="*/ 51125 w 2212473"/>
                  <a:gd name="connsiteY23" fmla="*/ 1778924 h 5985164"/>
                  <a:gd name="connsiteX24" fmla="*/ 84376 w 2212473"/>
                  <a:gd name="connsiteY24" fmla="*/ 2028306 h 5985164"/>
                  <a:gd name="connsiteX25" fmla="*/ 117626 w 2212473"/>
                  <a:gd name="connsiteY25" fmla="*/ 2078182 h 5985164"/>
                  <a:gd name="connsiteX26" fmla="*/ 167503 w 2212473"/>
                  <a:gd name="connsiteY26" fmla="*/ 2111433 h 5985164"/>
                  <a:gd name="connsiteX27" fmla="*/ 200754 w 2212473"/>
                  <a:gd name="connsiteY27" fmla="*/ 2161309 h 5985164"/>
                  <a:gd name="connsiteX28" fmla="*/ 300506 w 2212473"/>
                  <a:gd name="connsiteY28" fmla="*/ 2227811 h 5985164"/>
                  <a:gd name="connsiteX29" fmla="*/ 350383 w 2212473"/>
                  <a:gd name="connsiteY29" fmla="*/ 2261062 h 5985164"/>
                  <a:gd name="connsiteX30" fmla="*/ 416885 w 2212473"/>
                  <a:gd name="connsiteY30" fmla="*/ 2277688 h 5985164"/>
                  <a:gd name="connsiteX31" fmla="*/ 466761 w 2212473"/>
                  <a:gd name="connsiteY31" fmla="*/ 2310939 h 5985164"/>
                  <a:gd name="connsiteX32" fmla="*/ 516637 w 2212473"/>
                  <a:gd name="connsiteY32" fmla="*/ 2294313 h 5985164"/>
                  <a:gd name="connsiteX33" fmla="*/ 566514 w 2212473"/>
                  <a:gd name="connsiteY33" fmla="*/ 2310939 h 5985164"/>
                  <a:gd name="connsiteX34" fmla="*/ 699517 w 2212473"/>
                  <a:gd name="connsiteY34" fmla="*/ 2709949 h 5985164"/>
                  <a:gd name="connsiteX35" fmla="*/ 749394 w 2212473"/>
                  <a:gd name="connsiteY35" fmla="*/ 2859579 h 5985164"/>
                  <a:gd name="connsiteX36" fmla="*/ 782645 w 2212473"/>
                  <a:gd name="connsiteY36" fmla="*/ 2959331 h 5985164"/>
                  <a:gd name="connsiteX37" fmla="*/ 849146 w 2212473"/>
                  <a:gd name="connsiteY37" fmla="*/ 3059084 h 5985164"/>
                  <a:gd name="connsiteX38" fmla="*/ 882397 w 2212473"/>
                  <a:gd name="connsiteY38" fmla="*/ 3108960 h 5985164"/>
                  <a:gd name="connsiteX39" fmla="*/ 932274 w 2212473"/>
                  <a:gd name="connsiteY39" fmla="*/ 3208713 h 5985164"/>
                  <a:gd name="connsiteX40" fmla="*/ 982150 w 2212473"/>
                  <a:gd name="connsiteY40" fmla="*/ 3241964 h 5985164"/>
                  <a:gd name="connsiteX41" fmla="*/ 1032026 w 2212473"/>
                  <a:gd name="connsiteY41" fmla="*/ 3391593 h 5985164"/>
                  <a:gd name="connsiteX42" fmla="*/ 998776 w 2212473"/>
                  <a:gd name="connsiteY42" fmla="*/ 4222866 h 5985164"/>
                  <a:gd name="connsiteX43" fmla="*/ 982150 w 2212473"/>
                  <a:gd name="connsiteY43" fmla="*/ 4721629 h 5985164"/>
                  <a:gd name="connsiteX44" fmla="*/ 998776 w 2212473"/>
                  <a:gd name="connsiteY44" fmla="*/ 5286895 h 5985164"/>
                  <a:gd name="connsiteX45" fmla="*/ 1048652 w 2212473"/>
                  <a:gd name="connsiteY45" fmla="*/ 5503026 h 5985164"/>
                  <a:gd name="connsiteX46" fmla="*/ 1065277 w 2212473"/>
                  <a:gd name="connsiteY46" fmla="*/ 5569528 h 5985164"/>
                  <a:gd name="connsiteX47" fmla="*/ 1098528 w 2212473"/>
                  <a:gd name="connsiteY47" fmla="*/ 5669280 h 5985164"/>
                  <a:gd name="connsiteX48" fmla="*/ 1148405 w 2212473"/>
                  <a:gd name="connsiteY48" fmla="*/ 5818909 h 5985164"/>
                  <a:gd name="connsiteX49" fmla="*/ 1181656 w 2212473"/>
                  <a:gd name="connsiteY49" fmla="*/ 5918662 h 5985164"/>
                  <a:gd name="connsiteX50" fmla="*/ 1198281 w 2212473"/>
                  <a:gd name="connsiteY50" fmla="*/ 5968539 h 5985164"/>
                  <a:gd name="connsiteX51" fmla="*/ 1248157 w 2212473"/>
                  <a:gd name="connsiteY51" fmla="*/ 5985164 h 5985164"/>
                  <a:gd name="connsiteX52" fmla="*/ 1298034 w 2212473"/>
                  <a:gd name="connsiteY52" fmla="*/ 5885411 h 5985164"/>
                  <a:gd name="connsiteX53" fmla="*/ 1347910 w 2212473"/>
                  <a:gd name="connsiteY53" fmla="*/ 5852160 h 5985164"/>
                  <a:gd name="connsiteX54" fmla="*/ 1364536 w 2212473"/>
                  <a:gd name="connsiteY54" fmla="*/ 5802284 h 5985164"/>
                  <a:gd name="connsiteX55" fmla="*/ 1414412 w 2212473"/>
                  <a:gd name="connsiteY55" fmla="*/ 5769033 h 5985164"/>
                  <a:gd name="connsiteX56" fmla="*/ 1447663 w 2212473"/>
                  <a:gd name="connsiteY56" fmla="*/ 5669280 h 5985164"/>
                  <a:gd name="connsiteX57" fmla="*/ 1480914 w 2212473"/>
                  <a:gd name="connsiteY57" fmla="*/ 5619404 h 5985164"/>
                  <a:gd name="connsiteX58" fmla="*/ 1497539 w 2212473"/>
                  <a:gd name="connsiteY58" fmla="*/ 5552902 h 5985164"/>
                  <a:gd name="connsiteX59" fmla="*/ 1530790 w 2212473"/>
                  <a:gd name="connsiteY59" fmla="*/ 5336771 h 5985164"/>
                  <a:gd name="connsiteX60" fmla="*/ 1514165 w 2212473"/>
                  <a:gd name="connsiteY60" fmla="*/ 4056611 h 5985164"/>
                  <a:gd name="connsiteX61" fmla="*/ 1497539 w 2212473"/>
                  <a:gd name="connsiteY61" fmla="*/ 3956859 h 5985164"/>
                  <a:gd name="connsiteX62" fmla="*/ 1514165 w 2212473"/>
                  <a:gd name="connsiteY62" fmla="*/ 3358342 h 5985164"/>
                  <a:gd name="connsiteX63" fmla="*/ 1613917 w 2212473"/>
                  <a:gd name="connsiteY63" fmla="*/ 3158837 h 5985164"/>
                  <a:gd name="connsiteX64" fmla="*/ 1663794 w 2212473"/>
                  <a:gd name="connsiteY64" fmla="*/ 2992582 h 5985164"/>
                  <a:gd name="connsiteX65" fmla="*/ 1697045 w 2212473"/>
                  <a:gd name="connsiteY65" fmla="*/ 2892829 h 5985164"/>
                  <a:gd name="connsiteX66" fmla="*/ 1713670 w 2212473"/>
                  <a:gd name="connsiteY66" fmla="*/ 2826328 h 5985164"/>
                  <a:gd name="connsiteX67" fmla="*/ 1730296 w 2212473"/>
                  <a:gd name="connsiteY67" fmla="*/ 2776451 h 5985164"/>
                  <a:gd name="connsiteX68" fmla="*/ 1746921 w 2212473"/>
                  <a:gd name="connsiteY68" fmla="*/ 2709949 h 5985164"/>
                  <a:gd name="connsiteX69" fmla="*/ 1780172 w 2212473"/>
                  <a:gd name="connsiteY69" fmla="*/ 2576946 h 5985164"/>
                  <a:gd name="connsiteX70" fmla="*/ 1813423 w 2212473"/>
                  <a:gd name="connsiteY70" fmla="*/ 2410691 h 5985164"/>
                  <a:gd name="connsiteX71" fmla="*/ 1863299 w 2212473"/>
                  <a:gd name="connsiteY71" fmla="*/ 2294313 h 5985164"/>
                  <a:gd name="connsiteX72" fmla="*/ 1913176 w 2212473"/>
                  <a:gd name="connsiteY72" fmla="*/ 2261062 h 5985164"/>
                  <a:gd name="connsiteX73" fmla="*/ 1996303 w 2212473"/>
                  <a:gd name="connsiteY73" fmla="*/ 2177935 h 5985164"/>
                  <a:gd name="connsiteX74" fmla="*/ 2029554 w 2212473"/>
                  <a:gd name="connsiteY74" fmla="*/ 2128059 h 5985164"/>
                  <a:gd name="connsiteX75" fmla="*/ 2079430 w 2212473"/>
                  <a:gd name="connsiteY75" fmla="*/ 2078182 h 5985164"/>
                  <a:gd name="connsiteX76" fmla="*/ 2112681 w 2212473"/>
                  <a:gd name="connsiteY76" fmla="*/ 1978429 h 5985164"/>
                  <a:gd name="connsiteX77" fmla="*/ 2129306 w 2212473"/>
                  <a:gd name="connsiteY77" fmla="*/ 1928553 h 5985164"/>
                  <a:gd name="connsiteX78" fmla="*/ 2112681 w 2212473"/>
                  <a:gd name="connsiteY78" fmla="*/ 1612669 h 5985164"/>
                  <a:gd name="connsiteX79" fmla="*/ 1979677 w 2212473"/>
                  <a:gd name="connsiteY79" fmla="*/ 1529542 h 5985164"/>
                  <a:gd name="connsiteX80" fmla="*/ 1929801 w 2212473"/>
                  <a:gd name="connsiteY80" fmla="*/ 1512917 h 5985164"/>
                  <a:gd name="connsiteX81" fmla="*/ 1979677 w 2212473"/>
                  <a:gd name="connsiteY81" fmla="*/ 1413164 h 5985164"/>
                  <a:gd name="connsiteX82" fmla="*/ 2029554 w 2212473"/>
                  <a:gd name="connsiteY82" fmla="*/ 1379913 h 5985164"/>
                  <a:gd name="connsiteX83" fmla="*/ 2062805 w 2212473"/>
                  <a:gd name="connsiteY83" fmla="*/ 1330037 h 5985164"/>
                  <a:gd name="connsiteX84" fmla="*/ 2112681 w 2212473"/>
                  <a:gd name="connsiteY84" fmla="*/ 1296786 h 5985164"/>
                  <a:gd name="connsiteX85" fmla="*/ 2179183 w 2212473"/>
                  <a:gd name="connsiteY85" fmla="*/ 1197033 h 5985164"/>
                  <a:gd name="connsiteX86" fmla="*/ 2212434 w 2212473"/>
                  <a:gd name="connsiteY86" fmla="*/ 1097280 h 5985164"/>
                  <a:gd name="connsiteX87" fmla="*/ 2195808 w 2212473"/>
                  <a:gd name="connsiteY87" fmla="*/ 581891 h 5985164"/>
                  <a:gd name="connsiteX88" fmla="*/ 2162557 w 2212473"/>
                  <a:gd name="connsiteY88" fmla="*/ 482139 h 5985164"/>
                  <a:gd name="connsiteX89" fmla="*/ 2145932 w 2212473"/>
                  <a:gd name="connsiteY89" fmla="*/ 399011 h 5985164"/>
                  <a:gd name="connsiteX90" fmla="*/ 2112681 w 2212473"/>
                  <a:gd name="connsiteY90" fmla="*/ 249382 h 5985164"/>
                  <a:gd name="connsiteX91" fmla="*/ 2046179 w 2212473"/>
                  <a:gd name="connsiteY91" fmla="*/ 149629 h 5985164"/>
                  <a:gd name="connsiteX92" fmla="*/ 1996303 w 2212473"/>
                  <a:gd name="connsiteY92" fmla="*/ 133004 h 5985164"/>
                  <a:gd name="connsiteX93" fmla="*/ 1963052 w 2212473"/>
                  <a:gd name="connsiteY93" fmla="*/ 83128 h 5985164"/>
                  <a:gd name="connsiteX94" fmla="*/ 1913176 w 2212473"/>
                  <a:gd name="connsiteY94" fmla="*/ 49877 h 5985164"/>
                  <a:gd name="connsiteX95" fmla="*/ 1780172 w 2212473"/>
                  <a:gd name="connsiteY95" fmla="*/ 16626 h 5985164"/>
                  <a:gd name="connsiteX96" fmla="*/ 1564041 w 2212473"/>
                  <a:gd name="connsiteY96" fmla="*/ 49877 h 5985164"/>
                  <a:gd name="connsiteX97" fmla="*/ 1547416 w 2212473"/>
                  <a:gd name="connsiteY97" fmla="*/ 99753 h 5985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</a:cxnLst>
                <a:rect l="l" t="t" r="r" b="b"/>
                <a:pathLst>
                  <a:path w="2212473" h="5985164">
                    <a:moveTo>
                      <a:pt x="1547416" y="99753"/>
                    </a:moveTo>
                    <a:cubicBezTo>
                      <a:pt x="1516936" y="127462"/>
                      <a:pt x="1441263" y="216131"/>
                      <a:pt x="1381161" y="216131"/>
                    </a:cubicBezTo>
                    <a:cubicBezTo>
                      <a:pt x="1330978" y="216131"/>
                      <a:pt x="1281408" y="205048"/>
                      <a:pt x="1231532" y="199506"/>
                    </a:cubicBezTo>
                    <a:cubicBezTo>
                      <a:pt x="1198281" y="188422"/>
                      <a:pt x="1160942" y="185697"/>
                      <a:pt x="1131779" y="166255"/>
                    </a:cubicBezTo>
                    <a:cubicBezTo>
                      <a:pt x="1002866" y="80313"/>
                      <a:pt x="1069936" y="112389"/>
                      <a:pt x="932274" y="66502"/>
                    </a:cubicBezTo>
                    <a:lnTo>
                      <a:pt x="782645" y="16626"/>
                    </a:lnTo>
                    <a:lnTo>
                      <a:pt x="732768" y="0"/>
                    </a:lnTo>
                    <a:cubicBezTo>
                      <a:pt x="481683" y="19315"/>
                      <a:pt x="585189" y="-6224"/>
                      <a:pt x="416885" y="49877"/>
                    </a:cubicBezTo>
                    <a:cubicBezTo>
                      <a:pt x="416880" y="49879"/>
                      <a:pt x="317137" y="83124"/>
                      <a:pt x="317132" y="83128"/>
                    </a:cubicBezTo>
                    <a:lnTo>
                      <a:pt x="217379" y="149629"/>
                    </a:lnTo>
                    <a:lnTo>
                      <a:pt x="167503" y="182880"/>
                    </a:lnTo>
                    <a:lnTo>
                      <a:pt x="101001" y="282633"/>
                    </a:lnTo>
                    <a:lnTo>
                      <a:pt x="67750" y="332509"/>
                    </a:lnTo>
                    <a:lnTo>
                      <a:pt x="34499" y="432262"/>
                    </a:lnTo>
                    <a:lnTo>
                      <a:pt x="17874" y="482139"/>
                    </a:lnTo>
                    <a:cubicBezTo>
                      <a:pt x="12332" y="543099"/>
                      <a:pt x="1248" y="603808"/>
                      <a:pt x="1248" y="665019"/>
                    </a:cubicBezTo>
                    <a:cubicBezTo>
                      <a:pt x="1248" y="834416"/>
                      <a:pt x="-9913" y="965865"/>
                      <a:pt x="34499" y="1113906"/>
                    </a:cubicBezTo>
                    <a:cubicBezTo>
                      <a:pt x="44570" y="1147477"/>
                      <a:pt x="56666" y="1180408"/>
                      <a:pt x="67750" y="1213659"/>
                    </a:cubicBezTo>
                    <a:lnTo>
                      <a:pt x="84376" y="1263535"/>
                    </a:lnTo>
                    <a:cubicBezTo>
                      <a:pt x="101701" y="1315511"/>
                      <a:pt x="118500" y="1380495"/>
                      <a:pt x="167503" y="1413164"/>
                    </a:cubicBezTo>
                    <a:lnTo>
                      <a:pt x="217379" y="1446415"/>
                    </a:lnTo>
                    <a:cubicBezTo>
                      <a:pt x="233347" y="1470366"/>
                      <a:pt x="280633" y="1512862"/>
                      <a:pt x="234005" y="1546168"/>
                    </a:cubicBezTo>
                    <a:cubicBezTo>
                      <a:pt x="205484" y="1566540"/>
                      <a:pt x="134252" y="1579419"/>
                      <a:pt x="134252" y="1579419"/>
                    </a:cubicBezTo>
                    <a:cubicBezTo>
                      <a:pt x="49051" y="1707219"/>
                      <a:pt x="74320" y="1639752"/>
                      <a:pt x="51125" y="1778924"/>
                    </a:cubicBezTo>
                    <a:cubicBezTo>
                      <a:pt x="54840" y="1823510"/>
                      <a:pt x="50420" y="1960392"/>
                      <a:pt x="84376" y="2028306"/>
                    </a:cubicBezTo>
                    <a:cubicBezTo>
                      <a:pt x="93312" y="2046178"/>
                      <a:pt x="103497" y="2064053"/>
                      <a:pt x="117626" y="2078182"/>
                    </a:cubicBezTo>
                    <a:cubicBezTo>
                      <a:pt x="131755" y="2092311"/>
                      <a:pt x="150877" y="2100349"/>
                      <a:pt x="167503" y="2111433"/>
                    </a:cubicBezTo>
                    <a:cubicBezTo>
                      <a:pt x="178587" y="2128058"/>
                      <a:pt x="185717" y="2148151"/>
                      <a:pt x="200754" y="2161309"/>
                    </a:cubicBezTo>
                    <a:cubicBezTo>
                      <a:pt x="230829" y="2187625"/>
                      <a:pt x="267255" y="2205644"/>
                      <a:pt x="300506" y="2227811"/>
                    </a:cubicBezTo>
                    <a:cubicBezTo>
                      <a:pt x="317132" y="2238895"/>
                      <a:pt x="330998" y="2256216"/>
                      <a:pt x="350383" y="2261062"/>
                    </a:cubicBezTo>
                    <a:lnTo>
                      <a:pt x="416885" y="2277688"/>
                    </a:lnTo>
                    <a:cubicBezTo>
                      <a:pt x="433510" y="2288772"/>
                      <a:pt x="447052" y="2307654"/>
                      <a:pt x="466761" y="2310939"/>
                    </a:cubicBezTo>
                    <a:cubicBezTo>
                      <a:pt x="484047" y="2313820"/>
                      <a:pt x="499112" y="2294313"/>
                      <a:pt x="516637" y="2294313"/>
                    </a:cubicBezTo>
                    <a:cubicBezTo>
                      <a:pt x="534162" y="2294313"/>
                      <a:pt x="549888" y="2305397"/>
                      <a:pt x="566514" y="2310939"/>
                    </a:cubicBezTo>
                    <a:lnTo>
                      <a:pt x="699517" y="2709949"/>
                    </a:lnTo>
                    <a:lnTo>
                      <a:pt x="749394" y="2859579"/>
                    </a:lnTo>
                    <a:cubicBezTo>
                      <a:pt x="749396" y="2859584"/>
                      <a:pt x="782642" y="2959327"/>
                      <a:pt x="782645" y="2959331"/>
                    </a:cubicBezTo>
                    <a:lnTo>
                      <a:pt x="849146" y="3059084"/>
                    </a:lnTo>
                    <a:cubicBezTo>
                      <a:pt x="860230" y="3075709"/>
                      <a:pt x="876078" y="3090004"/>
                      <a:pt x="882397" y="3108960"/>
                    </a:cubicBezTo>
                    <a:cubicBezTo>
                      <a:pt x="895919" y="3149526"/>
                      <a:pt x="900045" y="3176484"/>
                      <a:pt x="932274" y="3208713"/>
                    </a:cubicBezTo>
                    <a:cubicBezTo>
                      <a:pt x="946403" y="3222842"/>
                      <a:pt x="965525" y="3230880"/>
                      <a:pt x="982150" y="3241964"/>
                    </a:cubicBezTo>
                    <a:cubicBezTo>
                      <a:pt x="1022298" y="3302186"/>
                      <a:pt x="1032026" y="3301995"/>
                      <a:pt x="1032026" y="3391593"/>
                    </a:cubicBezTo>
                    <a:cubicBezTo>
                      <a:pt x="1032026" y="4081724"/>
                      <a:pt x="1062365" y="3904912"/>
                      <a:pt x="998776" y="4222866"/>
                    </a:cubicBezTo>
                    <a:cubicBezTo>
                      <a:pt x="993234" y="4389120"/>
                      <a:pt x="982150" y="4555282"/>
                      <a:pt x="982150" y="4721629"/>
                    </a:cubicBezTo>
                    <a:cubicBezTo>
                      <a:pt x="982150" y="4910132"/>
                      <a:pt x="985953" y="5098828"/>
                      <a:pt x="998776" y="5286895"/>
                    </a:cubicBezTo>
                    <a:cubicBezTo>
                      <a:pt x="1008686" y="5432250"/>
                      <a:pt x="1022457" y="5411343"/>
                      <a:pt x="1048652" y="5503026"/>
                    </a:cubicBezTo>
                    <a:cubicBezTo>
                      <a:pt x="1054929" y="5524996"/>
                      <a:pt x="1058711" y="5547642"/>
                      <a:pt x="1065277" y="5569528"/>
                    </a:cubicBezTo>
                    <a:cubicBezTo>
                      <a:pt x="1075348" y="5603099"/>
                      <a:pt x="1087444" y="5636029"/>
                      <a:pt x="1098528" y="5669280"/>
                    </a:cubicBezTo>
                    <a:lnTo>
                      <a:pt x="1148405" y="5818909"/>
                    </a:lnTo>
                    <a:lnTo>
                      <a:pt x="1181656" y="5918662"/>
                    </a:lnTo>
                    <a:cubicBezTo>
                      <a:pt x="1187198" y="5935288"/>
                      <a:pt x="1181655" y="5962997"/>
                      <a:pt x="1198281" y="5968539"/>
                    </a:cubicBezTo>
                    <a:lnTo>
                      <a:pt x="1248157" y="5985164"/>
                    </a:lnTo>
                    <a:cubicBezTo>
                      <a:pt x="1261679" y="5944599"/>
                      <a:pt x="1265806" y="5917640"/>
                      <a:pt x="1298034" y="5885411"/>
                    </a:cubicBezTo>
                    <a:cubicBezTo>
                      <a:pt x="1312163" y="5871282"/>
                      <a:pt x="1331285" y="5863244"/>
                      <a:pt x="1347910" y="5852160"/>
                    </a:cubicBezTo>
                    <a:cubicBezTo>
                      <a:pt x="1353452" y="5835535"/>
                      <a:pt x="1353588" y="5815968"/>
                      <a:pt x="1364536" y="5802284"/>
                    </a:cubicBezTo>
                    <a:cubicBezTo>
                      <a:pt x="1377018" y="5786681"/>
                      <a:pt x="1403822" y="5785977"/>
                      <a:pt x="1414412" y="5769033"/>
                    </a:cubicBezTo>
                    <a:cubicBezTo>
                      <a:pt x="1432988" y="5739311"/>
                      <a:pt x="1436579" y="5702531"/>
                      <a:pt x="1447663" y="5669280"/>
                    </a:cubicBezTo>
                    <a:cubicBezTo>
                      <a:pt x="1453982" y="5650324"/>
                      <a:pt x="1469830" y="5636029"/>
                      <a:pt x="1480914" y="5619404"/>
                    </a:cubicBezTo>
                    <a:cubicBezTo>
                      <a:pt x="1486456" y="5597237"/>
                      <a:pt x="1493058" y="5575308"/>
                      <a:pt x="1497539" y="5552902"/>
                    </a:cubicBezTo>
                    <a:cubicBezTo>
                      <a:pt x="1509076" y="5495215"/>
                      <a:pt x="1522802" y="5392686"/>
                      <a:pt x="1530790" y="5336771"/>
                    </a:cubicBezTo>
                    <a:cubicBezTo>
                      <a:pt x="1525248" y="4910051"/>
                      <a:pt x="1524445" y="4483243"/>
                      <a:pt x="1514165" y="4056611"/>
                    </a:cubicBezTo>
                    <a:cubicBezTo>
                      <a:pt x="1513353" y="4022911"/>
                      <a:pt x="1497539" y="3990568"/>
                      <a:pt x="1497539" y="3956859"/>
                    </a:cubicBezTo>
                    <a:cubicBezTo>
                      <a:pt x="1497539" y="3757276"/>
                      <a:pt x="1499945" y="3557417"/>
                      <a:pt x="1514165" y="3358342"/>
                    </a:cubicBezTo>
                    <a:cubicBezTo>
                      <a:pt x="1524444" y="3214439"/>
                      <a:pt x="1568574" y="3294865"/>
                      <a:pt x="1613917" y="3158837"/>
                    </a:cubicBezTo>
                    <a:cubicBezTo>
                      <a:pt x="1731477" y="2806156"/>
                      <a:pt x="1588414" y="3243845"/>
                      <a:pt x="1663794" y="2992582"/>
                    </a:cubicBezTo>
                    <a:cubicBezTo>
                      <a:pt x="1673866" y="2959011"/>
                      <a:pt x="1688544" y="2926832"/>
                      <a:pt x="1697045" y="2892829"/>
                    </a:cubicBezTo>
                    <a:cubicBezTo>
                      <a:pt x="1702587" y="2870662"/>
                      <a:pt x="1707393" y="2848298"/>
                      <a:pt x="1713670" y="2826328"/>
                    </a:cubicBezTo>
                    <a:cubicBezTo>
                      <a:pt x="1718485" y="2809477"/>
                      <a:pt x="1725482" y="2793302"/>
                      <a:pt x="1730296" y="2776451"/>
                    </a:cubicBezTo>
                    <a:cubicBezTo>
                      <a:pt x="1736573" y="2754481"/>
                      <a:pt x="1740644" y="2731919"/>
                      <a:pt x="1746921" y="2709949"/>
                    </a:cubicBezTo>
                    <a:cubicBezTo>
                      <a:pt x="1772616" y="2620013"/>
                      <a:pt x="1759892" y="2698627"/>
                      <a:pt x="1780172" y="2576946"/>
                    </a:cubicBezTo>
                    <a:cubicBezTo>
                      <a:pt x="1819898" y="2338593"/>
                      <a:pt x="1775182" y="2544534"/>
                      <a:pt x="1813423" y="2410691"/>
                    </a:cubicBezTo>
                    <a:cubicBezTo>
                      <a:pt x="1828686" y="2357272"/>
                      <a:pt x="1822802" y="2334809"/>
                      <a:pt x="1863299" y="2294313"/>
                    </a:cubicBezTo>
                    <a:cubicBezTo>
                      <a:pt x="1877428" y="2280184"/>
                      <a:pt x="1896550" y="2272146"/>
                      <a:pt x="1913176" y="2261062"/>
                    </a:cubicBezTo>
                    <a:cubicBezTo>
                      <a:pt x="2001839" y="2128065"/>
                      <a:pt x="1885470" y="2288766"/>
                      <a:pt x="1996303" y="2177935"/>
                    </a:cubicBezTo>
                    <a:cubicBezTo>
                      <a:pt x="2010432" y="2163806"/>
                      <a:pt x="2016762" y="2143409"/>
                      <a:pt x="2029554" y="2128059"/>
                    </a:cubicBezTo>
                    <a:cubicBezTo>
                      <a:pt x="2044606" y="2109997"/>
                      <a:pt x="2062805" y="2094808"/>
                      <a:pt x="2079430" y="2078182"/>
                    </a:cubicBezTo>
                    <a:lnTo>
                      <a:pt x="2112681" y="1978429"/>
                    </a:lnTo>
                    <a:lnTo>
                      <a:pt x="2129306" y="1928553"/>
                    </a:lnTo>
                    <a:cubicBezTo>
                      <a:pt x="2123764" y="1823258"/>
                      <a:pt x="2126927" y="1717143"/>
                      <a:pt x="2112681" y="1612669"/>
                    </a:cubicBezTo>
                    <a:cubicBezTo>
                      <a:pt x="2103899" y="1548267"/>
                      <a:pt x="2021360" y="1543436"/>
                      <a:pt x="1979677" y="1529542"/>
                    </a:cubicBezTo>
                    <a:lnTo>
                      <a:pt x="1929801" y="1512917"/>
                    </a:lnTo>
                    <a:cubicBezTo>
                      <a:pt x="1943323" y="1472350"/>
                      <a:pt x="1947447" y="1445393"/>
                      <a:pt x="1979677" y="1413164"/>
                    </a:cubicBezTo>
                    <a:cubicBezTo>
                      <a:pt x="1993806" y="1399035"/>
                      <a:pt x="2012928" y="1390997"/>
                      <a:pt x="2029554" y="1379913"/>
                    </a:cubicBezTo>
                    <a:cubicBezTo>
                      <a:pt x="2040638" y="1363288"/>
                      <a:pt x="2048676" y="1344166"/>
                      <a:pt x="2062805" y="1330037"/>
                    </a:cubicBezTo>
                    <a:cubicBezTo>
                      <a:pt x="2076934" y="1315908"/>
                      <a:pt x="2099523" y="1311823"/>
                      <a:pt x="2112681" y="1296786"/>
                    </a:cubicBezTo>
                    <a:cubicBezTo>
                      <a:pt x="2138997" y="1266711"/>
                      <a:pt x="2179183" y="1197033"/>
                      <a:pt x="2179183" y="1197033"/>
                    </a:cubicBezTo>
                    <a:cubicBezTo>
                      <a:pt x="2190267" y="1163782"/>
                      <a:pt x="2213564" y="1132311"/>
                      <a:pt x="2212434" y="1097280"/>
                    </a:cubicBezTo>
                    <a:cubicBezTo>
                      <a:pt x="2206892" y="925484"/>
                      <a:pt x="2209699" y="753214"/>
                      <a:pt x="2195808" y="581891"/>
                    </a:cubicBezTo>
                    <a:cubicBezTo>
                      <a:pt x="2192975" y="546956"/>
                      <a:pt x="2169430" y="516508"/>
                      <a:pt x="2162557" y="482139"/>
                    </a:cubicBezTo>
                    <a:cubicBezTo>
                      <a:pt x="2157015" y="454430"/>
                      <a:pt x="2150987" y="426813"/>
                      <a:pt x="2145932" y="399011"/>
                    </a:cubicBezTo>
                    <a:cubicBezTo>
                      <a:pt x="2140813" y="370855"/>
                      <a:pt x="2132485" y="285030"/>
                      <a:pt x="2112681" y="249382"/>
                    </a:cubicBezTo>
                    <a:cubicBezTo>
                      <a:pt x="2093274" y="214448"/>
                      <a:pt x="2084091" y="162266"/>
                      <a:pt x="2046179" y="149629"/>
                    </a:cubicBezTo>
                    <a:lnTo>
                      <a:pt x="1996303" y="133004"/>
                    </a:lnTo>
                    <a:cubicBezTo>
                      <a:pt x="1985219" y="116379"/>
                      <a:pt x="1977181" y="97257"/>
                      <a:pt x="1963052" y="83128"/>
                    </a:cubicBezTo>
                    <a:cubicBezTo>
                      <a:pt x="1948923" y="68999"/>
                      <a:pt x="1931048" y="58813"/>
                      <a:pt x="1913176" y="49877"/>
                    </a:cubicBezTo>
                    <a:cubicBezTo>
                      <a:pt x="1879092" y="32835"/>
                      <a:pt x="1811793" y="22950"/>
                      <a:pt x="1780172" y="16626"/>
                    </a:cubicBezTo>
                    <a:cubicBezTo>
                      <a:pt x="1732482" y="21395"/>
                      <a:pt x="1623959" y="19917"/>
                      <a:pt x="1564041" y="49877"/>
                    </a:cubicBezTo>
                    <a:cubicBezTo>
                      <a:pt x="1557031" y="53382"/>
                      <a:pt x="1577896" y="72044"/>
                      <a:pt x="1547416" y="99753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9C38B6C5-E997-B448-9F09-103D54FC3F0D}"/>
                  </a:ext>
                </a:extLst>
              </p:cNvPr>
              <p:cNvSpPr/>
              <p:nvPr/>
            </p:nvSpPr>
            <p:spPr>
              <a:xfrm>
                <a:off x="812998" y="560469"/>
                <a:ext cx="1313030" cy="1700023"/>
              </a:xfrm>
              <a:custGeom>
                <a:avLst/>
                <a:gdLst>
                  <a:gd name="connsiteX0" fmla="*/ 1312866 w 1313030"/>
                  <a:gd name="connsiteY0" fmla="*/ 219324 h 1700023"/>
                  <a:gd name="connsiteX1" fmla="*/ 1275733 w 1313030"/>
                  <a:gd name="connsiteY1" fmla="*/ 214682 h 1700023"/>
                  <a:gd name="connsiteX2" fmla="*/ 1247883 w 1313030"/>
                  <a:gd name="connsiteY2" fmla="*/ 210041 h 1700023"/>
                  <a:gd name="connsiteX3" fmla="*/ 1192184 w 1313030"/>
                  <a:gd name="connsiteY3" fmla="*/ 205399 h 1700023"/>
                  <a:gd name="connsiteX4" fmla="*/ 1034368 w 1313030"/>
                  <a:gd name="connsiteY4" fmla="*/ 200757 h 1700023"/>
                  <a:gd name="connsiteX5" fmla="*/ 1015802 w 1313030"/>
                  <a:gd name="connsiteY5" fmla="*/ 196116 h 1700023"/>
                  <a:gd name="connsiteX6" fmla="*/ 987952 w 1313030"/>
                  <a:gd name="connsiteY6" fmla="*/ 186833 h 1700023"/>
                  <a:gd name="connsiteX7" fmla="*/ 974027 w 1313030"/>
                  <a:gd name="connsiteY7" fmla="*/ 177549 h 1700023"/>
                  <a:gd name="connsiteX8" fmla="*/ 922970 w 1313030"/>
                  <a:gd name="connsiteY8" fmla="*/ 163624 h 1700023"/>
                  <a:gd name="connsiteX9" fmla="*/ 913686 w 1313030"/>
                  <a:gd name="connsiteY9" fmla="*/ 154341 h 1700023"/>
                  <a:gd name="connsiteX10" fmla="*/ 904403 w 1313030"/>
                  <a:gd name="connsiteY10" fmla="*/ 140416 h 1700023"/>
                  <a:gd name="connsiteX11" fmla="*/ 890478 w 1313030"/>
                  <a:gd name="connsiteY11" fmla="*/ 131133 h 1700023"/>
                  <a:gd name="connsiteX12" fmla="*/ 881195 w 1313030"/>
                  <a:gd name="connsiteY12" fmla="*/ 117208 h 1700023"/>
                  <a:gd name="connsiteX13" fmla="*/ 853345 w 1313030"/>
                  <a:gd name="connsiteY13" fmla="*/ 107925 h 1700023"/>
                  <a:gd name="connsiteX14" fmla="*/ 839420 w 1313030"/>
                  <a:gd name="connsiteY14" fmla="*/ 103283 h 1700023"/>
                  <a:gd name="connsiteX15" fmla="*/ 797646 w 1313030"/>
                  <a:gd name="connsiteY15" fmla="*/ 80075 h 1700023"/>
                  <a:gd name="connsiteX16" fmla="*/ 760513 w 1313030"/>
                  <a:gd name="connsiteY16" fmla="*/ 61509 h 1700023"/>
                  <a:gd name="connsiteX17" fmla="*/ 732663 w 1313030"/>
                  <a:gd name="connsiteY17" fmla="*/ 52225 h 1700023"/>
                  <a:gd name="connsiteX18" fmla="*/ 700172 w 1313030"/>
                  <a:gd name="connsiteY18" fmla="*/ 42942 h 1700023"/>
                  <a:gd name="connsiteX19" fmla="*/ 639830 w 1313030"/>
                  <a:gd name="connsiteY19" fmla="*/ 33659 h 1700023"/>
                  <a:gd name="connsiteX20" fmla="*/ 602697 w 1313030"/>
                  <a:gd name="connsiteY20" fmla="*/ 24376 h 1700023"/>
                  <a:gd name="connsiteX21" fmla="*/ 556281 w 1313030"/>
                  <a:gd name="connsiteY21" fmla="*/ 15092 h 1700023"/>
                  <a:gd name="connsiteX22" fmla="*/ 542356 w 1313030"/>
                  <a:gd name="connsiteY22" fmla="*/ 5809 h 1700023"/>
                  <a:gd name="connsiteX23" fmla="*/ 435599 w 1313030"/>
                  <a:gd name="connsiteY23" fmla="*/ 5809 h 1700023"/>
                  <a:gd name="connsiteX24" fmla="*/ 407749 w 1313030"/>
                  <a:gd name="connsiteY24" fmla="*/ 15092 h 1700023"/>
                  <a:gd name="connsiteX25" fmla="*/ 393824 w 1313030"/>
                  <a:gd name="connsiteY25" fmla="*/ 19734 h 1700023"/>
                  <a:gd name="connsiteX26" fmla="*/ 338125 w 1313030"/>
                  <a:gd name="connsiteY26" fmla="*/ 33659 h 1700023"/>
                  <a:gd name="connsiteX27" fmla="*/ 310275 w 1313030"/>
                  <a:gd name="connsiteY27" fmla="*/ 52225 h 1700023"/>
                  <a:gd name="connsiteX28" fmla="*/ 291709 w 1313030"/>
                  <a:gd name="connsiteY28" fmla="*/ 75434 h 1700023"/>
                  <a:gd name="connsiteX29" fmla="*/ 277784 w 1313030"/>
                  <a:gd name="connsiteY29" fmla="*/ 80075 h 1700023"/>
                  <a:gd name="connsiteX30" fmla="*/ 254576 w 1313030"/>
                  <a:gd name="connsiteY30" fmla="*/ 98642 h 1700023"/>
                  <a:gd name="connsiteX31" fmla="*/ 245292 w 1313030"/>
                  <a:gd name="connsiteY31" fmla="*/ 107925 h 1700023"/>
                  <a:gd name="connsiteX32" fmla="*/ 217443 w 1313030"/>
                  <a:gd name="connsiteY32" fmla="*/ 121850 h 1700023"/>
                  <a:gd name="connsiteX33" fmla="*/ 198876 w 1313030"/>
                  <a:gd name="connsiteY33" fmla="*/ 145058 h 1700023"/>
                  <a:gd name="connsiteX34" fmla="*/ 184951 w 1313030"/>
                  <a:gd name="connsiteY34" fmla="*/ 154341 h 1700023"/>
                  <a:gd name="connsiteX35" fmla="*/ 166385 w 1313030"/>
                  <a:gd name="connsiteY35" fmla="*/ 172908 h 1700023"/>
                  <a:gd name="connsiteX36" fmla="*/ 143177 w 1313030"/>
                  <a:gd name="connsiteY36" fmla="*/ 196116 h 1700023"/>
                  <a:gd name="connsiteX37" fmla="*/ 133893 w 1313030"/>
                  <a:gd name="connsiteY37" fmla="*/ 205399 h 1700023"/>
                  <a:gd name="connsiteX38" fmla="*/ 119968 w 1313030"/>
                  <a:gd name="connsiteY38" fmla="*/ 219324 h 1700023"/>
                  <a:gd name="connsiteX39" fmla="*/ 101402 w 1313030"/>
                  <a:gd name="connsiteY39" fmla="*/ 247174 h 1700023"/>
                  <a:gd name="connsiteX40" fmla="*/ 92119 w 1313030"/>
                  <a:gd name="connsiteY40" fmla="*/ 261099 h 1700023"/>
                  <a:gd name="connsiteX41" fmla="*/ 68911 w 1313030"/>
                  <a:gd name="connsiteY41" fmla="*/ 284307 h 1700023"/>
                  <a:gd name="connsiteX42" fmla="*/ 54986 w 1313030"/>
                  <a:gd name="connsiteY42" fmla="*/ 326081 h 1700023"/>
                  <a:gd name="connsiteX43" fmla="*/ 50344 w 1313030"/>
                  <a:gd name="connsiteY43" fmla="*/ 340006 h 1700023"/>
                  <a:gd name="connsiteX44" fmla="*/ 45703 w 1313030"/>
                  <a:gd name="connsiteY44" fmla="*/ 358573 h 1700023"/>
                  <a:gd name="connsiteX45" fmla="*/ 31778 w 1313030"/>
                  <a:gd name="connsiteY45" fmla="*/ 400347 h 1700023"/>
                  <a:gd name="connsiteX46" fmla="*/ 27136 w 1313030"/>
                  <a:gd name="connsiteY46" fmla="*/ 414272 h 1700023"/>
                  <a:gd name="connsiteX47" fmla="*/ 22494 w 1313030"/>
                  <a:gd name="connsiteY47" fmla="*/ 432839 h 1700023"/>
                  <a:gd name="connsiteX48" fmla="*/ 17853 w 1313030"/>
                  <a:gd name="connsiteY48" fmla="*/ 446763 h 1700023"/>
                  <a:gd name="connsiteX49" fmla="*/ 8570 w 1313030"/>
                  <a:gd name="connsiteY49" fmla="*/ 488538 h 1700023"/>
                  <a:gd name="connsiteX50" fmla="*/ 8570 w 1313030"/>
                  <a:gd name="connsiteY50" fmla="*/ 743827 h 1700023"/>
                  <a:gd name="connsiteX51" fmla="*/ 22494 w 1313030"/>
                  <a:gd name="connsiteY51" fmla="*/ 813452 h 1700023"/>
                  <a:gd name="connsiteX52" fmla="*/ 27136 w 1313030"/>
                  <a:gd name="connsiteY52" fmla="*/ 827377 h 1700023"/>
                  <a:gd name="connsiteX53" fmla="*/ 31778 w 1313030"/>
                  <a:gd name="connsiteY53" fmla="*/ 841302 h 1700023"/>
                  <a:gd name="connsiteX54" fmla="*/ 27136 w 1313030"/>
                  <a:gd name="connsiteY54" fmla="*/ 910926 h 1700023"/>
                  <a:gd name="connsiteX55" fmla="*/ 36419 w 1313030"/>
                  <a:gd name="connsiteY55" fmla="*/ 1003758 h 1700023"/>
                  <a:gd name="connsiteX56" fmla="*/ 45703 w 1313030"/>
                  <a:gd name="connsiteY56" fmla="*/ 1068741 h 1700023"/>
                  <a:gd name="connsiteX57" fmla="*/ 54986 w 1313030"/>
                  <a:gd name="connsiteY57" fmla="*/ 1096591 h 1700023"/>
                  <a:gd name="connsiteX58" fmla="*/ 64269 w 1313030"/>
                  <a:gd name="connsiteY58" fmla="*/ 1226556 h 1700023"/>
                  <a:gd name="connsiteX59" fmla="*/ 73552 w 1313030"/>
                  <a:gd name="connsiteY59" fmla="*/ 1254406 h 1700023"/>
                  <a:gd name="connsiteX60" fmla="*/ 78194 w 1313030"/>
                  <a:gd name="connsiteY60" fmla="*/ 1268331 h 1700023"/>
                  <a:gd name="connsiteX61" fmla="*/ 82836 w 1313030"/>
                  <a:gd name="connsiteY61" fmla="*/ 1282256 h 1700023"/>
                  <a:gd name="connsiteX62" fmla="*/ 92119 w 1313030"/>
                  <a:gd name="connsiteY62" fmla="*/ 1296181 h 1700023"/>
                  <a:gd name="connsiteX63" fmla="*/ 106044 w 1313030"/>
                  <a:gd name="connsiteY63" fmla="*/ 1319389 h 1700023"/>
                  <a:gd name="connsiteX64" fmla="*/ 110685 w 1313030"/>
                  <a:gd name="connsiteY64" fmla="*/ 1333314 h 1700023"/>
                  <a:gd name="connsiteX65" fmla="*/ 129252 w 1313030"/>
                  <a:gd name="connsiteY65" fmla="*/ 1356522 h 1700023"/>
                  <a:gd name="connsiteX66" fmla="*/ 138535 w 1313030"/>
                  <a:gd name="connsiteY66" fmla="*/ 1370447 h 1700023"/>
                  <a:gd name="connsiteX67" fmla="*/ 143177 w 1313030"/>
                  <a:gd name="connsiteY67" fmla="*/ 1384372 h 1700023"/>
                  <a:gd name="connsiteX68" fmla="*/ 157101 w 1313030"/>
                  <a:gd name="connsiteY68" fmla="*/ 1393655 h 1700023"/>
                  <a:gd name="connsiteX69" fmla="*/ 161743 w 1313030"/>
                  <a:gd name="connsiteY69" fmla="*/ 1430788 h 1700023"/>
                  <a:gd name="connsiteX70" fmla="*/ 166385 w 1313030"/>
                  <a:gd name="connsiteY70" fmla="*/ 1444713 h 1700023"/>
                  <a:gd name="connsiteX71" fmla="*/ 157101 w 1313030"/>
                  <a:gd name="connsiteY71" fmla="*/ 1523620 h 1700023"/>
                  <a:gd name="connsiteX72" fmla="*/ 152460 w 1313030"/>
                  <a:gd name="connsiteY72" fmla="*/ 1546828 h 1700023"/>
                  <a:gd name="connsiteX73" fmla="*/ 138535 w 1313030"/>
                  <a:gd name="connsiteY73" fmla="*/ 1588603 h 1700023"/>
                  <a:gd name="connsiteX74" fmla="*/ 133893 w 1313030"/>
                  <a:gd name="connsiteY74" fmla="*/ 1602528 h 1700023"/>
                  <a:gd name="connsiteX75" fmla="*/ 129252 w 1313030"/>
                  <a:gd name="connsiteY75" fmla="*/ 1616453 h 1700023"/>
                  <a:gd name="connsiteX76" fmla="*/ 129252 w 1313030"/>
                  <a:gd name="connsiteY76" fmla="*/ 1667511 h 1700023"/>
                  <a:gd name="connsiteX77" fmla="*/ 138535 w 1313030"/>
                  <a:gd name="connsiteY77" fmla="*/ 1681436 h 1700023"/>
                  <a:gd name="connsiteX78" fmla="*/ 157101 w 1313030"/>
                  <a:gd name="connsiteY78" fmla="*/ 1686077 h 1700023"/>
                  <a:gd name="connsiteX79" fmla="*/ 184951 w 1313030"/>
                  <a:gd name="connsiteY79" fmla="*/ 1700002 h 1700023"/>
                  <a:gd name="connsiteX80" fmla="*/ 370616 w 1313030"/>
                  <a:gd name="connsiteY80" fmla="*/ 1690719 h 1700023"/>
                  <a:gd name="connsiteX81" fmla="*/ 398466 w 1313030"/>
                  <a:gd name="connsiteY81" fmla="*/ 1681436 h 1700023"/>
                  <a:gd name="connsiteX82" fmla="*/ 412391 w 1313030"/>
                  <a:gd name="connsiteY82" fmla="*/ 1676794 h 1700023"/>
                  <a:gd name="connsiteX83" fmla="*/ 435599 w 1313030"/>
                  <a:gd name="connsiteY83" fmla="*/ 1658227 h 1700023"/>
                  <a:gd name="connsiteX84" fmla="*/ 444882 w 1313030"/>
                  <a:gd name="connsiteY84" fmla="*/ 1644303 h 1700023"/>
                  <a:gd name="connsiteX85" fmla="*/ 463449 w 1313030"/>
                  <a:gd name="connsiteY85" fmla="*/ 1625736 h 1700023"/>
                  <a:gd name="connsiteX86" fmla="*/ 477374 w 1313030"/>
                  <a:gd name="connsiteY86" fmla="*/ 1597886 h 1700023"/>
                  <a:gd name="connsiteX87" fmla="*/ 482015 w 1313030"/>
                  <a:gd name="connsiteY87" fmla="*/ 1583961 h 1700023"/>
                  <a:gd name="connsiteX88" fmla="*/ 477374 w 1313030"/>
                  <a:gd name="connsiteY88" fmla="*/ 1523620 h 1700023"/>
                  <a:gd name="connsiteX89" fmla="*/ 463449 w 1313030"/>
                  <a:gd name="connsiteY89" fmla="*/ 1495771 h 1700023"/>
                  <a:gd name="connsiteX90" fmla="*/ 444882 w 1313030"/>
                  <a:gd name="connsiteY90" fmla="*/ 1453996 h 1700023"/>
                  <a:gd name="connsiteX91" fmla="*/ 430957 w 1313030"/>
                  <a:gd name="connsiteY91" fmla="*/ 1412221 h 1700023"/>
                  <a:gd name="connsiteX92" fmla="*/ 421674 w 1313030"/>
                  <a:gd name="connsiteY92" fmla="*/ 1384372 h 1700023"/>
                  <a:gd name="connsiteX93" fmla="*/ 412391 w 1313030"/>
                  <a:gd name="connsiteY93" fmla="*/ 1370447 h 1700023"/>
                  <a:gd name="connsiteX94" fmla="*/ 389183 w 1313030"/>
                  <a:gd name="connsiteY94" fmla="*/ 1351880 h 1700023"/>
                  <a:gd name="connsiteX95" fmla="*/ 384541 w 1313030"/>
                  <a:gd name="connsiteY95" fmla="*/ 1337955 h 1700023"/>
                  <a:gd name="connsiteX96" fmla="*/ 352050 w 1313030"/>
                  <a:gd name="connsiteY96" fmla="*/ 1300822 h 1700023"/>
                  <a:gd name="connsiteX97" fmla="*/ 342766 w 1313030"/>
                  <a:gd name="connsiteY97" fmla="*/ 1291539 h 1700023"/>
                  <a:gd name="connsiteX98" fmla="*/ 328842 w 1313030"/>
                  <a:gd name="connsiteY98" fmla="*/ 1282256 h 1700023"/>
                  <a:gd name="connsiteX99" fmla="*/ 319558 w 1313030"/>
                  <a:gd name="connsiteY99" fmla="*/ 1272973 h 1700023"/>
                  <a:gd name="connsiteX100" fmla="*/ 291709 w 1313030"/>
                  <a:gd name="connsiteY100" fmla="*/ 1254406 h 1700023"/>
                  <a:gd name="connsiteX101" fmla="*/ 273142 w 1313030"/>
                  <a:gd name="connsiteY101" fmla="*/ 1226556 h 1700023"/>
                  <a:gd name="connsiteX102" fmla="*/ 259217 w 1313030"/>
                  <a:gd name="connsiteY102" fmla="*/ 1198707 h 1700023"/>
                  <a:gd name="connsiteX103" fmla="*/ 245292 w 1313030"/>
                  <a:gd name="connsiteY103" fmla="*/ 1170857 h 1700023"/>
                  <a:gd name="connsiteX104" fmla="*/ 231367 w 1313030"/>
                  <a:gd name="connsiteY104" fmla="*/ 1143007 h 1700023"/>
                  <a:gd name="connsiteX105" fmla="*/ 222084 w 1313030"/>
                  <a:gd name="connsiteY105" fmla="*/ 1115157 h 1700023"/>
                  <a:gd name="connsiteX106" fmla="*/ 217443 w 1313030"/>
                  <a:gd name="connsiteY106" fmla="*/ 1101233 h 1700023"/>
                  <a:gd name="connsiteX107" fmla="*/ 212801 w 1313030"/>
                  <a:gd name="connsiteY107" fmla="*/ 1078024 h 1700023"/>
                  <a:gd name="connsiteX108" fmla="*/ 208159 w 1313030"/>
                  <a:gd name="connsiteY108" fmla="*/ 1059458 h 1700023"/>
                  <a:gd name="connsiteX109" fmla="*/ 198876 w 1313030"/>
                  <a:gd name="connsiteY109" fmla="*/ 1013042 h 1700023"/>
                  <a:gd name="connsiteX110" fmla="*/ 203518 w 1313030"/>
                  <a:gd name="connsiteY110" fmla="*/ 780960 h 1700023"/>
                  <a:gd name="connsiteX111" fmla="*/ 208159 w 1313030"/>
                  <a:gd name="connsiteY111" fmla="*/ 748469 h 1700023"/>
                  <a:gd name="connsiteX112" fmla="*/ 212801 w 1313030"/>
                  <a:gd name="connsiteY112" fmla="*/ 702053 h 1700023"/>
                  <a:gd name="connsiteX113" fmla="*/ 222084 w 1313030"/>
                  <a:gd name="connsiteY113" fmla="*/ 664920 h 1700023"/>
                  <a:gd name="connsiteX114" fmla="*/ 226726 w 1313030"/>
                  <a:gd name="connsiteY114" fmla="*/ 534954 h 1700023"/>
                  <a:gd name="connsiteX115" fmla="*/ 231367 w 1313030"/>
                  <a:gd name="connsiteY115" fmla="*/ 521029 h 1700023"/>
                  <a:gd name="connsiteX116" fmla="*/ 236009 w 1313030"/>
                  <a:gd name="connsiteY116" fmla="*/ 497821 h 1700023"/>
                  <a:gd name="connsiteX117" fmla="*/ 254576 w 1313030"/>
                  <a:gd name="connsiteY117" fmla="*/ 451405 h 1700023"/>
                  <a:gd name="connsiteX118" fmla="*/ 259217 w 1313030"/>
                  <a:gd name="connsiteY118" fmla="*/ 437480 h 1700023"/>
                  <a:gd name="connsiteX119" fmla="*/ 277784 w 1313030"/>
                  <a:gd name="connsiteY119" fmla="*/ 409630 h 1700023"/>
                  <a:gd name="connsiteX120" fmla="*/ 291709 w 1313030"/>
                  <a:gd name="connsiteY120" fmla="*/ 381781 h 1700023"/>
                  <a:gd name="connsiteX121" fmla="*/ 296350 w 1313030"/>
                  <a:gd name="connsiteY121" fmla="*/ 367856 h 1700023"/>
                  <a:gd name="connsiteX122" fmla="*/ 314917 w 1313030"/>
                  <a:gd name="connsiteY122" fmla="*/ 340006 h 1700023"/>
                  <a:gd name="connsiteX123" fmla="*/ 324200 w 1313030"/>
                  <a:gd name="connsiteY123" fmla="*/ 326081 h 1700023"/>
                  <a:gd name="connsiteX124" fmla="*/ 342766 w 1313030"/>
                  <a:gd name="connsiteY124" fmla="*/ 298232 h 1700023"/>
                  <a:gd name="connsiteX125" fmla="*/ 365975 w 1313030"/>
                  <a:gd name="connsiteY125" fmla="*/ 275023 h 1700023"/>
                  <a:gd name="connsiteX126" fmla="*/ 384541 w 1313030"/>
                  <a:gd name="connsiteY126" fmla="*/ 251815 h 1700023"/>
                  <a:gd name="connsiteX127" fmla="*/ 403108 w 1313030"/>
                  <a:gd name="connsiteY127" fmla="*/ 219324 h 1700023"/>
                  <a:gd name="connsiteX128" fmla="*/ 417032 w 1313030"/>
                  <a:gd name="connsiteY128" fmla="*/ 210041 h 1700023"/>
                  <a:gd name="connsiteX129" fmla="*/ 454165 w 1313030"/>
                  <a:gd name="connsiteY129" fmla="*/ 177549 h 1700023"/>
                  <a:gd name="connsiteX130" fmla="*/ 468090 w 1313030"/>
                  <a:gd name="connsiteY130" fmla="*/ 172908 h 1700023"/>
                  <a:gd name="connsiteX131" fmla="*/ 500582 w 1313030"/>
                  <a:gd name="connsiteY131" fmla="*/ 168266 h 1700023"/>
                  <a:gd name="connsiteX132" fmla="*/ 514507 w 1313030"/>
                  <a:gd name="connsiteY132" fmla="*/ 172908 h 1700023"/>
                  <a:gd name="connsiteX133" fmla="*/ 523790 w 1313030"/>
                  <a:gd name="connsiteY133" fmla="*/ 163624 h 1700023"/>
                  <a:gd name="connsiteX134" fmla="*/ 537715 w 1313030"/>
                  <a:gd name="connsiteY134" fmla="*/ 154341 h 1700023"/>
                  <a:gd name="connsiteX135" fmla="*/ 584131 w 1313030"/>
                  <a:gd name="connsiteY135" fmla="*/ 140416 h 1700023"/>
                  <a:gd name="connsiteX136" fmla="*/ 635189 w 1313030"/>
                  <a:gd name="connsiteY136" fmla="*/ 145058 h 1700023"/>
                  <a:gd name="connsiteX137" fmla="*/ 663039 w 1313030"/>
                  <a:gd name="connsiteY137" fmla="*/ 200757 h 1700023"/>
                  <a:gd name="connsiteX138" fmla="*/ 672322 w 1313030"/>
                  <a:gd name="connsiteY138" fmla="*/ 210041 h 1700023"/>
                  <a:gd name="connsiteX139" fmla="*/ 681605 w 1313030"/>
                  <a:gd name="connsiteY139" fmla="*/ 223966 h 1700023"/>
                  <a:gd name="connsiteX140" fmla="*/ 709455 w 1313030"/>
                  <a:gd name="connsiteY140" fmla="*/ 233249 h 1700023"/>
                  <a:gd name="connsiteX141" fmla="*/ 723380 w 1313030"/>
                  <a:gd name="connsiteY141" fmla="*/ 237890 h 1700023"/>
                  <a:gd name="connsiteX142" fmla="*/ 732663 w 1313030"/>
                  <a:gd name="connsiteY142" fmla="*/ 247174 h 1700023"/>
                  <a:gd name="connsiteX143" fmla="*/ 760513 w 1313030"/>
                  <a:gd name="connsiteY143" fmla="*/ 265740 h 1700023"/>
                  <a:gd name="connsiteX144" fmla="*/ 769796 w 1313030"/>
                  <a:gd name="connsiteY144" fmla="*/ 279665 h 1700023"/>
                  <a:gd name="connsiteX145" fmla="*/ 783721 w 1313030"/>
                  <a:gd name="connsiteY145" fmla="*/ 288948 h 1700023"/>
                  <a:gd name="connsiteX146" fmla="*/ 806929 w 1313030"/>
                  <a:gd name="connsiteY146" fmla="*/ 307515 h 1700023"/>
                  <a:gd name="connsiteX147" fmla="*/ 844062 w 1313030"/>
                  <a:gd name="connsiteY147" fmla="*/ 302873 h 1700023"/>
                  <a:gd name="connsiteX148" fmla="*/ 867270 w 1313030"/>
                  <a:gd name="connsiteY148" fmla="*/ 298232 h 1700023"/>
                  <a:gd name="connsiteX149" fmla="*/ 955461 w 1313030"/>
                  <a:gd name="connsiteY149" fmla="*/ 302873 h 1700023"/>
                  <a:gd name="connsiteX150" fmla="*/ 997236 w 1313030"/>
                  <a:gd name="connsiteY150" fmla="*/ 316798 h 1700023"/>
                  <a:gd name="connsiteX151" fmla="*/ 1011160 w 1313030"/>
                  <a:gd name="connsiteY151" fmla="*/ 321440 h 1700023"/>
                  <a:gd name="connsiteX152" fmla="*/ 1103993 w 1313030"/>
                  <a:gd name="connsiteY152" fmla="*/ 316798 h 1700023"/>
                  <a:gd name="connsiteX153" fmla="*/ 1122559 w 1313030"/>
                  <a:gd name="connsiteY153" fmla="*/ 312156 h 1700023"/>
                  <a:gd name="connsiteX154" fmla="*/ 1164334 w 1313030"/>
                  <a:gd name="connsiteY154" fmla="*/ 298232 h 1700023"/>
                  <a:gd name="connsiteX155" fmla="*/ 1178259 w 1313030"/>
                  <a:gd name="connsiteY155" fmla="*/ 293590 h 1700023"/>
                  <a:gd name="connsiteX156" fmla="*/ 1192184 w 1313030"/>
                  <a:gd name="connsiteY156" fmla="*/ 288948 h 1700023"/>
                  <a:gd name="connsiteX157" fmla="*/ 1206109 w 1313030"/>
                  <a:gd name="connsiteY157" fmla="*/ 279665 h 1700023"/>
                  <a:gd name="connsiteX158" fmla="*/ 1233958 w 1313030"/>
                  <a:gd name="connsiteY158" fmla="*/ 270382 h 1700023"/>
                  <a:gd name="connsiteX159" fmla="*/ 1271091 w 1313030"/>
                  <a:gd name="connsiteY159" fmla="*/ 261099 h 1700023"/>
                  <a:gd name="connsiteX160" fmla="*/ 1289658 w 1313030"/>
                  <a:gd name="connsiteY160" fmla="*/ 237890 h 1700023"/>
                  <a:gd name="connsiteX161" fmla="*/ 1312866 w 1313030"/>
                  <a:gd name="connsiteY161" fmla="*/ 219324 h 1700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</a:cxnLst>
                <a:rect l="l" t="t" r="r" b="b"/>
                <a:pathLst>
                  <a:path w="1313030" h="1700023">
                    <a:moveTo>
                      <a:pt x="1312866" y="219324"/>
                    </a:moveTo>
                    <a:cubicBezTo>
                      <a:pt x="1310545" y="215456"/>
                      <a:pt x="1288082" y="216446"/>
                      <a:pt x="1275733" y="214682"/>
                    </a:cubicBezTo>
                    <a:cubicBezTo>
                      <a:pt x="1266416" y="213351"/>
                      <a:pt x="1257237" y="211080"/>
                      <a:pt x="1247883" y="210041"/>
                    </a:cubicBezTo>
                    <a:cubicBezTo>
                      <a:pt x="1229366" y="207984"/>
                      <a:pt x="1210797" y="206208"/>
                      <a:pt x="1192184" y="205399"/>
                    </a:cubicBezTo>
                    <a:cubicBezTo>
                      <a:pt x="1139606" y="203113"/>
                      <a:pt x="1086973" y="202304"/>
                      <a:pt x="1034368" y="200757"/>
                    </a:cubicBezTo>
                    <a:cubicBezTo>
                      <a:pt x="1028179" y="199210"/>
                      <a:pt x="1021912" y="197949"/>
                      <a:pt x="1015802" y="196116"/>
                    </a:cubicBezTo>
                    <a:cubicBezTo>
                      <a:pt x="1006429" y="193304"/>
                      <a:pt x="987952" y="186833"/>
                      <a:pt x="987952" y="186833"/>
                    </a:cubicBezTo>
                    <a:cubicBezTo>
                      <a:pt x="983310" y="183738"/>
                      <a:pt x="979125" y="179815"/>
                      <a:pt x="974027" y="177549"/>
                    </a:cubicBezTo>
                    <a:cubicBezTo>
                      <a:pt x="954757" y="168984"/>
                      <a:pt x="942822" y="167595"/>
                      <a:pt x="922970" y="163624"/>
                    </a:cubicBezTo>
                    <a:cubicBezTo>
                      <a:pt x="919875" y="160530"/>
                      <a:pt x="916420" y="157758"/>
                      <a:pt x="913686" y="154341"/>
                    </a:cubicBezTo>
                    <a:cubicBezTo>
                      <a:pt x="910201" y="149985"/>
                      <a:pt x="908348" y="144361"/>
                      <a:pt x="904403" y="140416"/>
                    </a:cubicBezTo>
                    <a:cubicBezTo>
                      <a:pt x="900458" y="136471"/>
                      <a:pt x="895120" y="134227"/>
                      <a:pt x="890478" y="131133"/>
                    </a:cubicBezTo>
                    <a:cubicBezTo>
                      <a:pt x="887384" y="126491"/>
                      <a:pt x="885926" y="120165"/>
                      <a:pt x="881195" y="117208"/>
                    </a:cubicBezTo>
                    <a:cubicBezTo>
                      <a:pt x="872897" y="112022"/>
                      <a:pt x="862628" y="111019"/>
                      <a:pt x="853345" y="107925"/>
                    </a:cubicBezTo>
                    <a:cubicBezTo>
                      <a:pt x="848703" y="106378"/>
                      <a:pt x="843491" y="105997"/>
                      <a:pt x="839420" y="103283"/>
                    </a:cubicBezTo>
                    <a:cubicBezTo>
                      <a:pt x="807500" y="82003"/>
                      <a:pt x="822155" y="88245"/>
                      <a:pt x="797646" y="80075"/>
                    </a:cubicBezTo>
                    <a:cubicBezTo>
                      <a:pt x="781442" y="63873"/>
                      <a:pt x="792514" y="72176"/>
                      <a:pt x="760513" y="61509"/>
                    </a:cubicBezTo>
                    <a:lnTo>
                      <a:pt x="732663" y="52225"/>
                    </a:lnTo>
                    <a:cubicBezTo>
                      <a:pt x="721634" y="48549"/>
                      <a:pt x="711818" y="44883"/>
                      <a:pt x="700172" y="42942"/>
                    </a:cubicBezTo>
                    <a:cubicBezTo>
                      <a:pt x="652863" y="35057"/>
                      <a:pt x="676755" y="42180"/>
                      <a:pt x="639830" y="33659"/>
                    </a:cubicBezTo>
                    <a:cubicBezTo>
                      <a:pt x="627398" y="30790"/>
                      <a:pt x="615208" y="26878"/>
                      <a:pt x="602697" y="24376"/>
                    </a:cubicBezTo>
                    <a:lnTo>
                      <a:pt x="556281" y="15092"/>
                    </a:lnTo>
                    <a:cubicBezTo>
                      <a:pt x="551639" y="11998"/>
                      <a:pt x="547484" y="8006"/>
                      <a:pt x="542356" y="5809"/>
                    </a:cubicBezTo>
                    <a:cubicBezTo>
                      <a:pt x="512720" y="-6891"/>
                      <a:pt x="449452" y="5080"/>
                      <a:pt x="435599" y="5809"/>
                    </a:cubicBezTo>
                    <a:lnTo>
                      <a:pt x="407749" y="15092"/>
                    </a:lnTo>
                    <a:cubicBezTo>
                      <a:pt x="403107" y="16639"/>
                      <a:pt x="398650" y="18930"/>
                      <a:pt x="393824" y="19734"/>
                    </a:cubicBezTo>
                    <a:cubicBezTo>
                      <a:pt x="379905" y="22054"/>
                      <a:pt x="350383" y="25487"/>
                      <a:pt x="338125" y="33659"/>
                    </a:cubicBezTo>
                    <a:lnTo>
                      <a:pt x="310275" y="52225"/>
                    </a:lnTo>
                    <a:cubicBezTo>
                      <a:pt x="306060" y="58548"/>
                      <a:pt x="299056" y="71025"/>
                      <a:pt x="291709" y="75434"/>
                    </a:cubicBezTo>
                    <a:cubicBezTo>
                      <a:pt x="287514" y="77951"/>
                      <a:pt x="282426" y="78528"/>
                      <a:pt x="277784" y="80075"/>
                    </a:cubicBezTo>
                    <a:cubicBezTo>
                      <a:pt x="255367" y="102489"/>
                      <a:pt x="283853" y="75220"/>
                      <a:pt x="254576" y="98642"/>
                    </a:cubicBezTo>
                    <a:cubicBezTo>
                      <a:pt x="251159" y="101376"/>
                      <a:pt x="249045" y="105673"/>
                      <a:pt x="245292" y="107925"/>
                    </a:cubicBezTo>
                    <a:cubicBezTo>
                      <a:pt x="210976" y="128514"/>
                      <a:pt x="252653" y="93683"/>
                      <a:pt x="217443" y="121850"/>
                    </a:cubicBezTo>
                    <a:cubicBezTo>
                      <a:pt x="194469" y="140229"/>
                      <a:pt x="223009" y="120925"/>
                      <a:pt x="198876" y="145058"/>
                    </a:cubicBezTo>
                    <a:cubicBezTo>
                      <a:pt x="194931" y="149003"/>
                      <a:pt x="189593" y="151247"/>
                      <a:pt x="184951" y="154341"/>
                    </a:cubicBezTo>
                    <a:cubicBezTo>
                      <a:pt x="175326" y="183221"/>
                      <a:pt x="188389" y="156405"/>
                      <a:pt x="166385" y="172908"/>
                    </a:cubicBezTo>
                    <a:cubicBezTo>
                      <a:pt x="157633" y="179472"/>
                      <a:pt x="150913" y="188380"/>
                      <a:pt x="143177" y="196116"/>
                    </a:cubicBezTo>
                    <a:lnTo>
                      <a:pt x="133893" y="205399"/>
                    </a:lnTo>
                    <a:cubicBezTo>
                      <a:pt x="129251" y="210041"/>
                      <a:pt x="123609" y="213862"/>
                      <a:pt x="119968" y="219324"/>
                    </a:cubicBezTo>
                    <a:lnTo>
                      <a:pt x="101402" y="247174"/>
                    </a:lnTo>
                    <a:cubicBezTo>
                      <a:pt x="98308" y="251816"/>
                      <a:pt x="96064" y="257154"/>
                      <a:pt x="92119" y="261099"/>
                    </a:cubicBezTo>
                    <a:lnTo>
                      <a:pt x="68911" y="284307"/>
                    </a:lnTo>
                    <a:lnTo>
                      <a:pt x="54986" y="326081"/>
                    </a:lnTo>
                    <a:cubicBezTo>
                      <a:pt x="53439" y="330723"/>
                      <a:pt x="51530" y="335259"/>
                      <a:pt x="50344" y="340006"/>
                    </a:cubicBezTo>
                    <a:cubicBezTo>
                      <a:pt x="48797" y="346195"/>
                      <a:pt x="47536" y="352463"/>
                      <a:pt x="45703" y="358573"/>
                    </a:cubicBezTo>
                    <a:cubicBezTo>
                      <a:pt x="41485" y="372632"/>
                      <a:pt x="36419" y="386422"/>
                      <a:pt x="31778" y="400347"/>
                    </a:cubicBezTo>
                    <a:cubicBezTo>
                      <a:pt x="30231" y="404989"/>
                      <a:pt x="28323" y="409525"/>
                      <a:pt x="27136" y="414272"/>
                    </a:cubicBezTo>
                    <a:cubicBezTo>
                      <a:pt x="25589" y="420461"/>
                      <a:pt x="24247" y="426705"/>
                      <a:pt x="22494" y="432839"/>
                    </a:cubicBezTo>
                    <a:cubicBezTo>
                      <a:pt x="21150" y="437543"/>
                      <a:pt x="18914" y="441987"/>
                      <a:pt x="17853" y="446763"/>
                    </a:cubicBezTo>
                    <a:cubicBezTo>
                      <a:pt x="6961" y="495779"/>
                      <a:pt x="19018" y="457190"/>
                      <a:pt x="8570" y="488538"/>
                    </a:cubicBezTo>
                    <a:cubicBezTo>
                      <a:pt x="-6184" y="591807"/>
                      <a:pt x="1026" y="528810"/>
                      <a:pt x="8570" y="743827"/>
                    </a:cubicBezTo>
                    <a:cubicBezTo>
                      <a:pt x="9916" y="782200"/>
                      <a:pt x="11836" y="781479"/>
                      <a:pt x="22494" y="813452"/>
                    </a:cubicBezTo>
                    <a:lnTo>
                      <a:pt x="27136" y="827377"/>
                    </a:lnTo>
                    <a:lnTo>
                      <a:pt x="31778" y="841302"/>
                    </a:lnTo>
                    <a:cubicBezTo>
                      <a:pt x="30231" y="864510"/>
                      <a:pt x="27136" y="887666"/>
                      <a:pt x="27136" y="910926"/>
                    </a:cubicBezTo>
                    <a:cubicBezTo>
                      <a:pt x="27136" y="938327"/>
                      <a:pt x="33269" y="975408"/>
                      <a:pt x="36419" y="1003758"/>
                    </a:cubicBezTo>
                    <a:cubicBezTo>
                      <a:pt x="40215" y="1037921"/>
                      <a:pt x="37897" y="1042721"/>
                      <a:pt x="45703" y="1068741"/>
                    </a:cubicBezTo>
                    <a:cubicBezTo>
                      <a:pt x="48515" y="1078114"/>
                      <a:pt x="54986" y="1096591"/>
                      <a:pt x="54986" y="1096591"/>
                    </a:cubicBezTo>
                    <a:cubicBezTo>
                      <a:pt x="56351" y="1127982"/>
                      <a:pt x="53442" y="1186859"/>
                      <a:pt x="64269" y="1226556"/>
                    </a:cubicBezTo>
                    <a:cubicBezTo>
                      <a:pt x="66844" y="1235997"/>
                      <a:pt x="70458" y="1245123"/>
                      <a:pt x="73552" y="1254406"/>
                    </a:cubicBezTo>
                    <a:lnTo>
                      <a:pt x="78194" y="1268331"/>
                    </a:lnTo>
                    <a:cubicBezTo>
                      <a:pt x="79741" y="1272973"/>
                      <a:pt x="80122" y="1278185"/>
                      <a:pt x="82836" y="1282256"/>
                    </a:cubicBezTo>
                    <a:lnTo>
                      <a:pt x="92119" y="1296181"/>
                    </a:lnTo>
                    <a:cubicBezTo>
                      <a:pt x="105266" y="1335628"/>
                      <a:pt x="86930" y="1287532"/>
                      <a:pt x="106044" y="1319389"/>
                    </a:cubicBezTo>
                    <a:cubicBezTo>
                      <a:pt x="108561" y="1323584"/>
                      <a:pt x="108497" y="1328938"/>
                      <a:pt x="110685" y="1333314"/>
                    </a:cubicBezTo>
                    <a:cubicBezTo>
                      <a:pt x="120210" y="1352366"/>
                      <a:pt x="117738" y="1342129"/>
                      <a:pt x="129252" y="1356522"/>
                    </a:cubicBezTo>
                    <a:cubicBezTo>
                      <a:pt x="132737" y="1360878"/>
                      <a:pt x="136040" y="1365457"/>
                      <a:pt x="138535" y="1370447"/>
                    </a:cubicBezTo>
                    <a:cubicBezTo>
                      <a:pt x="140723" y="1374823"/>
                      <a:pt x="140121" y="1380551"/>
                      <a:pt x="143177" y="1384372"/>
                    </a:cubicBezTo>
                    <a:cubicBezTo>
                      <a:pt x="146662" y="1388728"/>
                      <a:pt x="152460" y="1390561"/>
                      <a:pt x="157101" y="1393655"/>
                    </a:cubicBezTo>
                    <a:cubicBezTo>
                      <a:pt x="158648" y="1406033"/>
                      <a:pt x="159511" y="1418515"/>
                      <a:pt x="161743" y="1430788"/>
                    </a:cubicBezTo>
                    <a:cubicBezTo>
                      <a:pt x="162618" y="1435602"/>
                      <a:pt x="166385" y="1439820"/>
                      <a:pt x="166385" y="1444713"/>
                    </a:cubicBezTo>
                    <a:cubicBezTo>
                      <a:pt x="166385" y="1545712"/>
                      <a:pt x="167486" y="1482078"/>
                      <a:pt x="157101" y="1523620"/>
                    </a:cubicBezTo>
                    <a:cubicBezTo>
                      <a:pt x="155188" y="1531274"/>
                      <a:pt x="154536" y="1539217"/>
                      <a:pt x="152460" y="1546828"/>
                    </a:cubicBezTo>
                    <a:cubicBezTo>
                      <a:pt x="152455" y="1546847"/>
                      <a:pt x="140859" y="1581631"/>
                      <a:pt x="138535" y="1588603"/>
                    </a:cubicBezTo>
                    <a:lnTo>
                      <a:pt x="133893" y="1602528"/>
                    </a:lnTo>
                    <a:lnTo>
                      <a:pt x="129252" y="1616453"/>
                    </a:lnTo>
                    <a:cubicBezTo>
                      <a:pt x="126192" y="1640931"/>
                      <a:pt x="119807" y="1648620"/>
                      <a:pt x="129252" y="1667511"/>
                    </a:cubicBezTo>
                    <a:cubicBezTo>
                      <a:pt x="131747" y="1672501"/>
                      <a:pt x="133893" y="1678342"/>
                      <a:pt x="138535" y="1681436"/>
                    </a:cubicBezTo>
                    <a:cubicBezTo>
                      <a:pt x="143843" y="1684974"/>
                      <a:pt x="150912" y="1684530"/>
                      <a:pt x="157101" y="1686077"/>
                    </a:cubicBezTo>
                    <a:cubicBezTo>
                      <a:pt x="166722" y="1695697"/>
                      <a:pt x="168224" y="1700382"/>
                      <a:pt x="184951" y="1700002"/>
                    </a:cubicBezTo>
                    <a:cubicBezTo>
                      <a:pt x="246901" y="1698594"/>
                      <a:pt x="370616" y="1690719"/>
                      <a:pt x="370616" y="1690719"/>
                    </a:cubicBezTo>
                    <a:lnTo>
                      <a:pt x="398466" y="1681436"/>
                    </a:lnTo>
                    <a:lnTo>
                      <a:pt x="412391" y="1676794"/>
                    </a:lnTo>
                    <a:cubicBezTo>
                      <a:pt x="438992" y="1636891"/>
                      <a:pt x="403573" y="1683847"/>
                      <a:pt x="435599" y="1658227"/>
                    </a:cubicBezTo>
                    <a:cubicBezTo>
                      <a:pt x="439955" y="1654742"/>
                      <a:pt x="441252" y="1648538"/>
                      <a:pt x="444882" y="1644303"/>
                    </a:cubicBezTo>
                    <a:cubicBezTo>
                      <a:pt x="450578" y="1637658"/>
                      <a:pt x="463449" y="1625736"/>
                      <a:pt x="463449" y="1625736"/>
                    </a:cubicBezTo>
                    <a:cubicBezTo>
                      <a:pt x="475114" y="1590736"/>
                      <a:pt x="459378" y="1633878"/>
                      <a:pt x="477374" y="1597886"/>
                    </a:cubicBezTo>
                    <a:cubicBezTo>
                      <a:pt x="479562" y="1593510"/>
                      <a:pt x="480468" y="1588603"/>
                      <a:pt x="482015" y="1583961"/>
                    </a:cubicBezTo>
                    <a:cubicBezTo>
                      <a:pt x="480468" y="1563847"/>
                      <a:pt x="479876" y="1543637"/>
                      <a:pt x="477374" y="1523620"/>
                    </a:cubicBezTo>
                    <a:cubicBezTo>
                      <a:pt x="475166" y="1505957"/>
                      <a:pt x="470660" y="1511994"/>
                      <a:pt x="463449" y="1495771"/>
                    </a:cubicBezTo>
                    <a:cubicBezTo>
                      <a:pt x="441352" y="1446055"/>
                      <a:pt x="465891" y="1485511"/>
                      <a:pt x="444882" y="1453996"/>
                    </a:cubicBezTo>
                    <a:lnTo>
                      <a:pt x="430957" y="1412221"/>
                    </a:lnTo>
                    <a:cubicBezTo>
                      <a:pt x="430955" y="1412216"/>
                      <a:pt x="421678" y="1384377"/>
                      <a:pt x="421674" y="1384372"/>
                    </a:cubicBezTo>
                    <a:cubicBezTo>
                      <a:pt x="418580" y="1379730"/>
                      <a:pt x="415876" y="1374803"/>
                      <a:pt x="412391" y="1370447"/>
                    </a:cubicBezTo>
                    <a:cubicBezTo>
                      <a:pt x="404831" y="1360996"/>
                      <a:pt x="399525" y="1358775"/>
                      <a:pt x="389183" y="1351880"/>
                    </a:cubicBezTo>
                    <a:cubicBezTo>
                      <a:pt x="387636" y="1347238"/>
                      <a:pt x="386729" y="1342331"/>
                      <a:pt x="384541" y="1337955"/>
                    </a:cubicBezTo>
                    <a:cubicBezTo>
                      <a:pt x="376865" y="1322602"/>
                      <a:pt x="364151" y="1312922"/>
                      <a:pt x="352050" y="1300822"/>
                    </a:cubicBezTo>
                    <a:cubicBezTo>
                      <a:pt x="348955" y="1297728"/>
                      <a:pt x="346407" y="1293967"/>
                      <a:pt x="342766" y="1291539"/>
                    </a:cubicBezTo>
                    <a:cubicBezTo>
                      <a:pt x="338125" y="1288445"/>
                      <a:pt x="333198" y="1285741"/>
                      <a:pt x="328842" y="1282256"/>
                    </a:cubicBezTo>
                    <a:cubicBezTo>
                      <a:pt x="325425" y="1279522"/>
                      <a:pt x="323059" y="1275599"/>
                      <a:pt x="319558" y="1272973"/>
                    </a:cubicBezTo>
                    <a:cubicBezTo>
                      <a:pt x="310632" y="1266279"/>
                      <a:pt x="291709" y="1254406"/>
                      <a:pt x="291709" y="1254406"/>
                    </a:cubicBezTo>
                    <a:cubicBezTo>
                      <a:pt x="285520" y="1245123"/>
                      <a:pt x="276671" y="1237141"/>
                      <a:pt x="273142" y="1226556"/>
                    </a:cubicBezTo>
                    <a:cubicBezTo>
                      <a:pt x="266736" y="1207340"/>
                      <a:pt x="271214" y="1216703"/>
                      <a:pt x="259217" y="1198707"/>
                    </a:cubicBezTo>
                    <a:cubicBezTo>
                      <a:pt x="247552" y="1163707"/>
                      <a:pt x="263288" y="1206849"/>
                      <a:pt x="245292" y="1170857"/>
                    </a:cubicBezTo>
                    <a:cubicBezTo>
                      <a:pt x="226074" y="1132422"/>
                      <a:pt x="257974" y="1182915"/>
                      <a:pt x="231367" y="1143007"/>
                    </a:cubicBezTo>
                    <a:lnTo>
                      <a:pt x="222084" y="1115157"/>
                    </a:lnTo>
                    <a:cubicBezTo>
                      <a:pt x="220537" y="1110516"/>
                      <a:pt x="218403" y="1106030"/>
                      <a:pt x="217443" y="1101233"/>
                    </a:cubicBezTo>
                    <a:cubicBezTo>
                      <a:pt x="215896" y="1093497"/>
                      <a:pt x="214513" y="1085726"/>
                      <a:pt x="212801" y="1078024"/>
                    </a:cubicBezTo>
                    <a:cubicBezTo>
                      <a:pt x="211417" y="1071797"/>
                      <a:pt x="209496" y="1065696"/>
                      <a:pt x="208159" y="1059458"/>
                    </a:cubicBezTo>
                    <a:cubicBezTo>
                      <a:pt x="204853" y="1044030"/>
                      <a:pt x="198876" y="1013042"/>
                      <a:pt x="198876" y="1013042"/>
                    </a:cubicBezTo>
                    <a:cubicBezTo>
                      <a:pt x="200423" y="935681"/>
                      <a:pt x="200805" y="858289"/>
                      <a:pt x="203518" y="780960"/>
                    </a:cubicBezTo>
                    <a:cubicBezTo>
                      <a:pt x="203902" y="770026"/>
                      <a:pt x="206881" y="759334"/>
                      <a:pt x="208159" y="748469"/>
                    </a:cubicBezTo>
                    <a:cubicBezTo>
                      <a:pt x="209976" y="733026"/>
                      <a:pt x="210245" y="717391"/>
                      <a:pt x="212801" y="702053"/>
                    </a:cubicBezTo>
                    <a:cubicBezTo>
                      <a:pt x="214899" y="689468"/>
                      <a:pt x="222084" y="664920"/>
                      <a:pt x="222084" y="664920"/>
                    </a:cubicBezTo>
                    <a:cubicBezTo>
                      <a:pt x="223631" y="621598"/>
                      <a:pt x="223935" y="578214"/>
                      <a:pt x="226726" y="534954"/>
                    </a:cubicBezTo>
                    <a:cubicBezTo>
                      <a:pt x="227041" y="530071"/>
                      <a:pt x="230180" y="525776"/>
                      <a:pt x="231367" y="521029"/>
                    </a:cubicBezTo>
                    <a:cubicBezTo>
                      <a:pt x="233280" y="513375"/>
                      <a:pt x="233933" y="505432"/>
                      <a:pt x="236009" y="497821"/>
                    </a:cubicBezTo>
                    <a:cubicBezTo>
                      <a:pt x="246577" y="459074"/>
                      <a:pt x="241555" y="481788"/>
                      <a:pt x="254576" y="451405"/>
                    </a:cubicBezTo>
                    <a:cubicBezTo>
                      <a:pt x="256503" y="446908"/>
                      <a:pt x="256841" y="441757"/>
                      <a:pt x="259217" y="437480"/>
                    </a:cubicBezTo>
                    <a:cubicBezTo>
                      <a:pt x="264635" y="427727"/>
                      <a:pt x="277784" y="409630"/>
                      <a:pt x="277784" y="409630"/>
                    </a:cubicBezTo>
                    <a:cubicBezTo>
                      <a:pt x="289450" y="374630"/>
                      <a:pt x="273712" y="417775"/>
                      <a:pt x="291709" y="381781"/>
                    </a:cubicBezTo>
                    <a:cubicBezTo>
                      <a:pt x="293897" y="377405"/>
                      <a:pt x="293974" y="372133"/>
                      <a:pt x="296350" y="367856"/>
                    </a:cubicBezTo>
                    <a:cubicBezTo>
                      <a:pt x="301768" y="358103"/>
                      <a:pt x="308728" y="349289"/>
                      <a:pt x="314917" y="340006"/>
                    </a:cubicBezTo>
                    <a:lnTo>
                      <a:pt x="324200" y="326081"/>
                    </a:lnTo>
                    <a:lnTo>
                      <a:pt x="342766" y="298232"/>
                    </a:lnTo>
                    <a:cubicBezTo>
                      <a:pt x="350502" y="290496"/>
                      <a:pt x="359906" y="284126"/>
                      <a:pt x="365975" y="275023"/>
                    </a:cubicBezTo>
                    <a:cubicBezTo>
                      <a:pt x="377686" y="257458"/>
                      <a:pt x="371314" y="265044"/>
                      <a:pt x="384541" y="251815"/>
                    </a:cubicBezTo>
                    <a:cubicBezTo>
                      <a:pt x="389852" y="235883"/>
                      <a:pt x="389057" y="233375"/>
                      <a:pt x="403108" y="219324"/>
                    </a:cubicBezTo>
                    <a:cubicBezTo>
                      <a:pt x="407052" y="215380"/>
                      <a:pt x="412834" y="213714"/>
                      <a:pt x="417032" y="210041"/>
                    </a:cubicBezTo>
                    <a:cubicBezTo>
                      <a:pt x="433153" y="195935"/>
                      <a:pt x="436764" y="186250"/>
                      <a:pt x="454165" y="177549"/>
                    </a:cubicBezTo>
                    <a:cubicBezTo>
                      <a:pt x="458541" y="175361"/>
                      <a:pt x="463292" y="173867"/>
                      <a:pt x="468090" y="172908"/>
                    </a:cubicBezTo>
                    <a:cubicBezTo>
                      <a:pt x="478818" y="170762"/>
                      <a:pt x="489751" y="169813"/>
                      <a:pt x="500582" y="168266"/>
                    </a:cubicBezTo>
                    <a:cubicBezTo>
                      <a:pt x="505224" y="169813"/>
                      <a:pt x="509709" y="173868"/>
                      <a:pt x="514507" y="172908"/>
                    </a:cubicBezTo>
                    <a:cubicBezTo>
                      <a:pt x="518798" y="172050"/>
                      <a:pt x="520373" y="166358"/>
                      <a:pt x="523790" y="163624"/>
                    </a:cubicBezTo>
                    <a:cubicBezTo>
                      <a:pt x="528146" y="160139"/>
                      <a:pt x="532617" y="156607"/>
                      <a:pt x="537715" y="154341"/>
                    </a:cubicBezTo>
                    <a:cubicBezTo>
                      <a:pt x="552243" y="147884"/>
                      <a:pt x="568701" y="144274"/>
                      <a:pt x="584131" y="140416"/>
                    </a:cubicBezTo>
                    <a:cubicBezTo>
                      <a:pt x="601150" y="141963"/>
                      <a:pt x="619703" y="137831"/>
                      <a:pt x="635189" y="145058"/>
                    </a:cubicBezTo>
                    <a:cubicBezTo>
                      <a:pt x="667462" y="160119"/>
                      <a:pt x="642965" y="180681"/>
                      <a:pt x="663039" y="200757"/>
                    </a:cubicBezTo>
                    <a:cubicBezTo>
                      <a:pt x="666133" y="203852"/>
                      <a:pt x="669588" y="206624"/>
                      <a:pt x="672322" y="210041"/>
                    </a:cubicBezTo>
                    <a:cubicBezTo>
                      <a:pt x="675807" y="214397"/>
                      <a:pt x="676874" y="221009"/>
                      <a:pt x="681605" y="223966"/>
                    </a:cubicBezTo>
                    <a:cubicBezTo>
                      <a:pt x="689903" y="229152"/>
                      <a:pt x="700172" y="230155"/>
                      <a:pt x="709455" y="233249"/>
                    </a:cubicBezTo>
                    <a:lnTo>
                      <a:pt x="723380" y="237890"/>
                    </a:lnTo>
                    <a:cubicBezTo>
                      <a:pt x="726474" y="240985"/>
                      <a:pt x="729162" y="244548"/>
                      <a:pt x="732663" y="247174"/>
                    </a:cubicBezTo>
                    <a:cubicBezTo>
                      <a:pt x="741589" y="253868"/>
                      <a:pt x="760513" y="265740"/>
                      <a:pt x="760513" y="265740"/>
                    </a:cubicBezTo>
                    <a:cubicBezTo>
                      <a:pt x="763607" y="270382"/>
                      <a:pt x="765851" y="275720"/>
                      <a:pt x="769796" y="279665"/>
                    </a:cubicBezTo>
                    <a:cubicBezTo>
                      <a:pt x="773741" y="283610"/>
                      <a:pt x="779365" y="285463"/>
                      <a:pt x="783721" y="288948"/>
                    </a:cubicBezTo>
                    <a:cubicBezTo>
                      <a:pt x="816790" y="315404"/>
                      <a:pt x="764070" y="278943"/>
                      <a:pt x="806929" y="307515"/>
                    </a:cubicBezTo>
                    <a:cubicBezTo>
                      <a:pt x="819307" y="305968"/>
                      <a:pt x="831733" y="304770"/>
                      <a:pt x="844062" y="302873"/>
                    </a:cubicBezTo>
                    <a:cubicBezTo>
                      <a:pt x="851859" y="301673"/>
                      <a:pt x="859381" y="298232"/>
                      <a:pt x="867270" y="298232"/>
                    </a:cubicBezTo>
                    <a:cubicBezTo>
                      <a:pt x="896708" y="298232"/>
                      <a:pt x="926064" y="301326"/>
                      <a:pt x="955461" y="302873"/>
                    </a:cubicBezTo>
                    <a:lnTo>
                      <a:pt x="997236" y="316798"/>
                    </a:lnTo>
                    <a:lnTo>
                      <a:pt x="1011160" y="321440"/>
                    </a:lnTo>
                    <a:cubicBezTo>
                      <a:pt x="1042104" y="319893"/>
                      <a:pt x="1073117" y="319371"/>
                      <a:pt x="1103993" y="316798"/>
                    </a:cubicBezTo>
                    <a:cubicBezTo>
                      <a:pt x="1110350" y="316268"/>
                      <a:pt x="1116449" y="313989"/>
                      <a:pt x="1122559" y="312156"/>
                    </a:cubicBezTo>
                    <a:cubicBezTo>
                      <a:pt x="1136618" y="307938"/>
                      <a:pt x="1150409" y="302873"/>
                      <a:pt x="1164334" y="298232"/>
                    </a:cubicBezTo>
                    <a:lnTo>
                      <a:pt x="1178259" y="293590"/>
                    </a:lnTo>
                    <a:cubicBezTo>
                      <a:pt x="1182901" y="292043"/>
                      <a:pt x="1188113" y="291662"/>
                      <a:pt x="1192184" y="288948"/>
                    </a:cubicBezTo>
                    <a:cubicBezTo>
                      <a:pt x="1196826" y="285854"/>
                      <a:pt x="1201011" y="281931"/>
                      <a:pt x="1206109" y="279665"/>
                    </a:cubicBezTo>
                    <a:cubicBezTo>
                      <a:pt x="1215051" y="275691"/>
                      <a:pt x="1224675" y="273476"/>
                      <a:pt x="1233958" y="270382"/>
                    </a:cubicBezTo>
                    <a:cubicBezTo>
                      <a:pt x="1255370" y="263245"/>
                      <a:pt x="1243081" y="266700"/>
                      <a:pt x="1271091" y="261099"/>
                    </a:cubicBezTo>
                    <a:cubicBezTo>
                      <a:pt x="1278578" y="253612"/>
                      <a:pt x="1285266" y="248137"/>
                      <a:pt x="1289658" y="237890"/>
                    </a:cubicBezTo>
                    <a:cubicBezTo>
                      <a:pt x="1292171" y="232027"/>
                      <a:pt x="1315187" y="223192"/>
                      <a:pt x="1312866" y="21932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580E4321-90C0-AD46-BA09-989065D15779}"/>
                  </a:ext>
                </a:extLst>
              </p:cNvPr>
              <p:cNvSpPr/>
              <p:nvPr/>
            </p:nvSpPr>
            <p:spPr>
              <a:xfrm>
                <a:off x="2065594" y="501187"/>
                <a:ext cx="408392" cy="88299"/>
              </a:xfrm>
              <a:custGeom>
                <a:avLst/>
                <a:gdLst>
                  <a:gd name="connsiteX0" fmla="*/ 4570 w 408392"/>
                  <a:gd name="connsiteY0" fmla="*/ 60450 h 88299"/>
                  <a:gd name="connsiteX1" fmla="*/ 37062 w 408392"/>
                  <a:gd name="connsiteY1" fmla="*/ 79016 h 88299"/>
                  <a:gd name="connsiteX2" fmla="*/ 50987 w 408392"/>
                  <a:gd name="connsiteY2" fmla="*/ 83658 h 88299"/>
                  <a:gd name="connsiteX3" fmla="*/ 139178 w 408392"/>
                  <a:gd name="connsiteY3" fmla="*/ 88299 h 88299"/>
                  <a:gd name="connsiteX4" fmla="*/ 157744 w 408392"/>
                  <a:gd name="connsiteY4" fmla="*/ 83658 h 88299"/>
                  <a:gd name="connsiteX5" fmla="*/ 185594 w 408392"/>
                  <a:gd name="connsiteY5" fmla="*/ 74374 h 88299"/>
                  <a:gd name="connsiteX6" fmla="*/ 213444 w 408392"/>
                  <a:gd name="connsiteY6" fmla="*/ 65091 h 88299"/>
                  <a:gd name="connsiteX7" fmla="*/ 227368 w 408392"/>
                  <a:gd name="connsiteY7" fmla="*/ 60450 h 88299"/>
                  <a:gd name="connsiteX8" fmla="*/ 241293 w 408392"/>
                  <a:gd name="connsiteY8" fmla="*/ 55808 h 88299"/>
                  <a:gd name="connsiteX9" fmla="*/ 292351 w 408392"/>
                  <a:gd name="connsiteY9" fmla="*/ 46525 h 88299"/>
                  <a:gd name="connsiteX10" fmla="*/ 320201 w 408392"/>
                  <a:gd name="connsiteY10" fmla="*/ 37241 h 88299"/>
                  <a:gd name="connsiteX11" fmla="*/ 371259 w 408392"/>
                  <a:gd name="connsiteY11" fmla="*/ 27958 h 88299"/>
                  <a:gd name="connsiteX12" fmla="*/ 408392 w 408392"/>
                  <a:gd name="connsiteY12" fmla="*/ 18675 h 88299"/>
                  <a:gd name="connsiteX13" fmla="*/ 403750 w 408392"/>
                  <a:gd name="connsiteY13" fmla="*/ 4750 h 88299"/>
                  <a:gd name="connsiteX14" fmla="*/ 352692 w 408392"/>
                  <a:gd name="connsiteY14" fmla="*/ 4750 h 88299"/>
                  <a:gd name="connsiteX15" fmla="*/ 310918 w 408392"/>
                  <a:gd name="connsiteY15" fmla="*/ 18675 h 88299"/>
                  <a:gd name="connsiteX16" fmla="*/ 296993 w 408392"/>
                  <a:gd name="connsiteY16" fmla="*/ 23317 h 88299"/>
                  <a:gd name="connsiteX17" fmla="*/ 227368 w 408392"/>
                  <a:gd name="connsiteY17" fmla="*/ 32600 h 88299"/>
                  <a:gd name="connsiteX18" fmla="*/ 171669 w 408392"/>
                  <a:gd name="connsiteY18" fmla="*/ 37241 h 88299"/>
                  <a:gd name="connsiteX19" fmla="*/ 143819 w 408392"/>
                  <a:gd name="connsiteY19" fmla="*/ 41883 h 88299"/>
                  <a:gd name="connsiteX20" fmla="*/ 4570 w 408392"/>
                  <a:gd name="connsiteY20" fmla="*/ 60450 h 88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08392" h="88299">
                    <a:moveTo>
                      <a:pt x="4570" y="60450"/>
                    </a:moveTo>
                    <a:cubicBezTo>
                      <a:pt x="-13223" y="66639"/>
                      <a:pt x="25905" y="73438"/>
                      <a:pt x="37062" y="79016"/>
                    </a:cubicBezTo>
                    <a:cubicBezTo>
                      <a:pt x="41438" y="81204"/>
                      <a:pt x="46114" y="83215"/>
                      <a:pt x="50987" y="83658"/>
                    </a:cubicBezTo>
                    <a:cubicBezTo>
                      <a:pt x="80304" y="86323"/>
                      <a:pt x="109781" y="86752"/>
                      <a:pt x="139178" y="88299"/>
                    </a:cubicBezTo>
                    <a:cubicBezTo>
                      <a:pt x="145367" y="86752"/>
                      <a:pt x="151634" y="85491"/>
                      <a:pt x="157744" y="83658"/>
                    </a:cubicBezTo>
                    <a:cubicBezTo>
                      <a:pt x="167117" y="80846"/>
                      <a:pt x="176311" y="77468"/>
                      <a:pt x="185594" y="74374"/>
                    </a:cubicBezTo>
                    <a:lnTo>
                      <a:pt x="213444" y="65091"/>
                    </a:lnTo>
                    <a:lnTo>
                      <a:pt x="227368" y="60450"/>
                    </a:lnTo>
                    <a:cubicBezTo>
                      <a:pt x="232010" y="58903"/>
                      <a:pt x="236449" y="56500"/>
                      <a:pt x="241293" y="55808"/>
                    </a:cubicBezTo>
                    <a:cubicBezTo>
                      <a:pt x="264166" y="52540"/>
                      <a:pt x="272462" y="52492"/>
                      <a:pt x="292351" y="46525"/>
                    </a:cubicBezTo>
                    <a:cubicBezTo>
                      <a:pt x="301724" y="43713"/>
                      <a:pt x="310708" y="39614"/>
                      <a:pt x="320201" y="37241"/>
                    </a:cubicBezTo>
                    <a:cubicBezTo>
                      <a:pt x="375250" y="23480"/>
                      <a:pt x="288084" y="44593"/>
                      <a:pt x="371259" y="27958"/>
                    </a:cubicBezTo>
                    <a:cubicBezTo>
                      <a:pt x="383770" y="25456"/>
                      <a:pt x="408392" y="18675"/>
                      <a:pt x="408392" y="18675"/>
                    </a:cubicBezTo>
                    <a:cubicBezTo>
                      <a:pt x="406845" y="14033"/>
                      <a:pt x="407210" y="8210"/>
                      <a:pt x="403750" y="4750"/>
                    </a:cubicBezTo>
                    <a:cubicBezTo>
                      <a:pt x="393255" y="-5745"/>
                      <a:pt x="355765" y="4366"/>
                      <a:pt x="352692" y="4750"/>
                    </a:cubicBezTo>
                    <a:lnTo>
                      <a:pt x="310918" y="18675"/>
                    </a:lnTo>
                    <a:cubicBezTo>
                      <a:pt x="306276" y="20222"/>
                      <a:pt x="301837" y="22625"/>
                      <a:pt x="296993" y="23317"/>
                    </a:cubicBezTo>
                    <a:cubicBezTo>
                      <a:pt x="276728" y="26212"/>
                      <a:pt x="247337" y="30603"/>
                      <a:pt x="227368" y="32600"/>
                    </a:cubicBezTo>
                    <a:cubicBezTo>
                      <a:pt x="208830" y="34454"/>
                      <a:pt x="190235" y="35694"/>
                      <a:pt x="171669" y="37241"/>
                    </a:cubicBezTo>
                    <a:cubicBezTo>
                      <a:pt x="162386" y="38788"/>
                      <a:pt x="153180" y="40915"/>
                      <a:pt x="143819" y="41883"/>
                    </a:cubicBezTo>
                    <a:cubicBezTo>
                      <a:pt x="50197" y="51568"/>
                      <a:pt x="22363" y="54261"/>
                      <a:pt x="4570" y="6045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ECAB40C4-2D84-D747-A133-7FCA3C8F3DA5}"/>
                  </a:ext>
                </a:extLst>
              </p:cNvPr>
              <p:cNvSpPr/>
              <p:nvPr/>
            </p:nvSpPr>
            <p:spPr>
              <a:xfrm>
                <a:off x="914400" y="2218696"/>
                <a:ext cx="668394" cy="1438904"/>
              </a:xfrm>
              <a:custGeom>
                <a:avLst/>
                <a:gdLst>
                  <a:gd name="connsiteX0" fmla="*/ 204231 w 668394"/>
                  <a:gd name="connsiteY0" fmla="*/ 190307 h 1458216"/>
                  <a:gd name="connsiteX1" fmla="*/ 190306 w 668394"/>
                  <a:gd name="connsiteY1" fmla="*/ 102116 h 1458216"/>
                  <a:gd name="connsiteX2" fmla="*/ 181023 w 668394"/>
                  <a:gd name="connsiteY2" fmla="*/ 74266 h 1458216"/>
                  <a:gd name="connsiteX3" fmla="*/ 176381 w 668394"/>
                  <a:gd name="connsiteY3" fmla="*/ 60342 h 1458216"/>
                  <a:gd name="connsiteX4" fmla="*/ 167098 w 668394"/>
                  <a:gd name="connsiteY4" fmla="*/ 51058 h 1458216"/>
                  <a:gd name="connsiteX5" fmla="*/ 162456 w 668394"/>
                  <a:gd name="connsiteY5" fmla="*/ 37133 h 1458216"/>
                  <a:gd name="connsiteX6" fmla="*/ 148532 w 668394"/>
                  <a:gd name="connsiteY6" fmla="*/ 27850 h 1458216"/>
                  <a:gd name="connsiteX7" fmla="*/ 139248 w 668394"/>
                  <a:gd name="connsiteY7" fmla="*/ 18567 h 1458216"/>
                  <a:gd name="connsiteX8" fmla="*/ 111399 w 668394"/>
                  <a:gd name="connsiteY8" fmla="*/ 0 h 1458216"/>
                  <a:gd name="connsiteX9" fmla="*/ 60341 w 668394"/>
                  <a:gd name="connsiteY9" fmla="*/ 9284 h 1458216"/>
                  <a:gd name="connsiteX10" fmla="*/ 51057 w 668394"/>
                  <a:gd name="connsiteY10" fmla="*/ 18567 h 1458216"/>
                  <a:gd name="connsiteX11" fmla="*/ 37133 w 668394"/>
                  <a:gd name="connsiteY11" fmla="*/ 27850 h 1458216"/>
                  <a:gd name="connsiteX12" fmla="*/ 18566 w 668394"/>
                  <a:gd name="connsiteY12" fmla="*/ 69625 h 1458216"/>
                  <a:gd name="connsiteX13" fmla="*/ 13924 w 668394"/>
                  <a:gd name="connsiteY13" fmla="*/ 83550 h 1458216"/>
                  <a:gd name="connsiteX14" fmla="*/ 9283 w 668394"/>
                  <a:gd name="connsiteY14" fmla="*/ 97475 h 1458216"/>
                  <a:gd name="connsiteX15" fmla="*/ 4641 w 668394"/>
                  <a:gd name="connsiteY15" fmla="*/ 139249 h 1458216"/>
                  <a:gd name="connsiteX16" fmla="*/ 0 w 668394"/>
                  <a:gd name="connsiteY16" fmla="*/ 125324 h 1458216"/>
                  <a:gd name="connsiteX17" fmla="*/ 9283 w 668394"/>
                  <a:gd name="connsiteY17" fmla="*/ 199590 h 1458216"/>
                  <a:gd name="connsiteX18" fmla="*/ 18566 w 668394"/>
                  <a:gd name="connsiteY18" fmla="*/ 241365 h 1458216"/>
                  <a:gd name="connsiteX19" fmla="*/ 23208 w 668394"/>
                  <a:gd name="connsiteY19" fmla="*/ 255290 h 1458216"/>
                  <a:gd name="connsiteX20" fmla="*/ 27849 w 668394"/>
                  <a:gd name="connsiteY20" fmla="*/ 273856 h 1458216"/>
                  <a:gd name="connsiteX21" fmla="*/ 32491 w 668394"/>
                  <a:gd name="connsiteY21" fmla="*/ 287781 h 1458216"/>
                  <a:gd name="connsiteX22" fmla="*/ 41774 w 668394"/>
                  <a:gd name="connsiteY22" fmla="*/ 334197 h 1458216"/>
                  <a:gd name="connsiteX23" fmla="*/ 51057 w 668394"/>
                  <a:gd name="connsiteY23" fmla="*/ 362047 h 1458216"/>
                  <a:gd name="connsiteX24" fmla="*/ 60341 w 668394"/>
                  <a:gd name="connsiteY24" fmla="*/ 371330 h 1458216"/>
                  <a:gd name="connsiteX25" fmla="*/ 74266 w 668394"/>
                  <a:gd name="connsiteY25" fmla="*/ 394539 h 1458216"/>
                  <a:gd name="connsiteX26" fmla="*/ 88190 w 668394"/>
                  <a:gd name="connsiteY26" fmla="*/ 417747 h 1458216"/>
                  <a:gd name="connsiteX27" fmla="*/ 97474 w 668394"/>
                  <a:gd name="connsiteY27" fmla="*/ 445596 h 1458216"/>
                  <a:gd name="connsiteX28" fmla="*/ 116040 w 668394"/>
                  <a:gd name="connsiteY28" fmla="*/ 468805 h 1458216"/>
                  <a:gd name="connsiteX29" fmla="*/ 125323 w 668394"/>
                  <a:gd name="connsiteY29" fmla="*/ 482729 h 1458216"/>
                  <a:gd name="connsiteX30" fmla="*/ 148532 w 668394"/>
                  <a:gd name="connsiteY30" fmla="*/ 501296 h 1458216"/>
                  <a:gd name="connsiteX31" fmla="*/ 162456 w 668394"/>
                  <a:gd name="connsiteY31" fmla="*/ 529146 h 1458216"/>
                  <a:gd name="connsiteX32" fmla="*/ 171740 w 668394"/>
                  <a:gd name="connsiteY32" fmla="*/ 538429 h 1458216"/>
                  <a:gd name="connsiteX33" fmla="*/ 181023 w 668394"/>
                  <a:gd name="connsiteY33" fmla="*/ 552354 h 1458216"/>
                  <a:gd name="connsiteX34" fmla="*/ 208873 w 668394"/>
                  <a:gd name="connsiteY34" fmla="*/ 566279 h 1458216"/>
                  <a:gd name="connsiteX35" fmla="*/ 227439 w 668394"/>
                  <a:gd name="connsiteY35" fmla="*/ 561637 h 1458216"/>
                  <a:gd name="connsiteX36" fmla="*/ 250647 w 668394"/>
                  <a:gd name="connsiteY36" fmla="*/ 556995 h 1458216"/>
                  <a:gd name="connsiteX37" fmla="*/ 278497 w 668394"/>
                  <a:gd name="connsiteY37" fmla="*/ 547712 h 1458216"/>
                  <a:gd name="connsiteX38" fmla="*/ 297064 w 668394"/>
                  <a:gd name="connsiteY38" fmla="*/ 543070 h 1458216"/>
                  <a:gd name="connsiteX39" fmla="*/ 269214 w 668394"/>
                  <a:gd name="connsiteY39" fmla="*/ 547712 h 1458216"/>
                  <a:gd name="connsiteX40" fmla="*/ 255289 w 668394"/>
                  <a:gd name="connsiteY40" fmla="*/ 575562 h 1458216"/>
                  <a:gd name="connsiteX41" fmla="*/ 269214 w 668394"/>
                  <a:gd name="connsiteY41" fmla="*/ 584845 h 1458216"/>
                  <a:gd name="connsiteX42" fmla="*/ 297064 w 668394"/>
                  <a:gd name="connsiteY42" fmla="*/ 598770 h 1458216"/>
                  <a:gd name="connsiteX43" fmla="*/ 315630 w 668394"/>
                  <a:gd name="connsiteY43" fmla="*/ 621978 h 1458216"/>
                  <a:gd name="connsiteX44" fmla="*/ 320272 w 668394"/>
                  <a:gd name="connsiteY44" fmla="*/ 635903 h 1458216"/>
                  <a:gd name="connsiteX45" fmla="*/ 338838 w 668394"/>
                  <a:gd name="connsiteY45" fmla="*/ 663753 h 1458216"/>
                  <a:gd name="connsiteX46" fmla="*/ 352763 w 668394"/>
                  <a:gd name="connsiteY46" fmla="*/ 705527 h 1458216"/>
                  <a:gd name="connsiteX47" fmla="*/ 357405 w 668394"/>
                  <a:gd name="connsiteY47" fmla="*/ 719452 h 1458216"/>
                  <a:gd name="connsiteX48" fmla="*/ 366688 w 668394"/>
                  <a:gd name="connsiteY48" fmla="*/ 733377 h 1458216"/>
                  <a:gd name="connsiteX49" fmla="*/ 375971 w 668394"/>
                  <a:gd name="connsiteY49" fmla="*/ 761227 h 1458216"/>
                  <a:gd name="connsiteX50" fmla="*/ 380613 w 668394"/>
                  <a:gd name="connsiteY50" fmla="*/ 775152 h 1458216"/>
                  <a:gd name="connsiteX51" fmla="*/ 394538 w 668394"/>
                  <a:gd name="connsiteY51" fmla="*/ 803001 h 1458216"/>
                  <a:gd name="connsiteX52" fmla="*/ 403821 w 668394"/>
                  <a:gd name="connsiteY52" fmla="*/ 849418 h 1458216"/>
                  <a:gd name="connsiteX53" fmla="*/ 413104 w 668394"/>
                  <a:gd name="connsiteY53" fmla="*/ 863343 h 1458216"/>
                  <a:gd name="connsiteX54" fmla="*/ 417746 w 668394"/>
                  <a:gd name="connsiteY54" fmla="*/ 919042 h 1458216"/>
                  <a:gd name="connsiteX55" fmla="*/ 427029 w 668394"/>
                  <a:gd name="connsiteY55" fmla="*/ 946892 h 1458216"/>
                  <a:gd name="connsiteX56" fmla="*/ 436312 w 668394"/>
                  <a:gd name="connsiteY56" fmla="*/ 974742 h 1458216"/>
                  <a:gd name="connsiteX57" fmla="*/ 440954 w 668394"/>
                  <a:gd name="connsiteY57" fmla="*/ 988666 h 1458216"/>
                  <a:gd name="connsiteX58" fmla="*/ 445596 w 668394"/>
                  <a:gd name="connsiteY58" fmla="*/ 1002591 h 1458216"/>
                  <a:gd name="connsiteX59" fmla="*/ 454879 w 668394"/>
                  <a:gd name="connsiteY59" fmla="*/ 1011875 h 1458216"/>
                  <a:gd name="connsiteX60" fmla="*/ 459520 w 668394"/>
                  <a:gd name="connsiteY60" fmla="*/ 1025799 h 1458216"/>
                  <a:gd name="connsiteX61" fmla="*/ 468804 w 668394"/>
                  <a:gd name="connsiteY61" fmla="*/ 1058291 h 1458216"/>
                  <a:gd name="connsiteX62" fmla="*/ 478087 w 668394"/>
                  <a:gd name="connsiteY62" fmla="*/ 1072216 h 1458216"/>
                  <a:gd name="connsiteX63" fmla="*/ 487370 w 668394"/>
                  <a:gd name="connsiteY63" fmla="*/ 1100065 h 1458216"/>
                  <a:gd name="connsiteX64" fmla="*/ 492012 w 668394"/>
                  <a:gd name="connsiteY64" fmla="*/ 1113990 h 1458216"/>
                  <a:gd name="connsiteX65" fmla="*/ 501295 w 668394"/>
                  <a:gd name="connsiteY65" fmla="*/ 1123274 h 1458216"/>
                  <a:gd name="connsiteX66" fmla="*/ 496653 w 668394"/>
                  <a:gd name="connsiteY66" fmla="*/ 1137198 h 1458216"/>
                  <a:gd name="connsiteX67" fmla="*/ 505937 w 668394"/>
                  <a:gd name="connsiteY67" fmla="*/ 1165048 h 1458216"/>
                  <a:gd name="connsiteX68" fmla="*/ 510578 w 668394"/>
                  <a:gd name="connsiteY68" fmla="*/ 1178973 h 1458216"/>
                  <a:gd name="connsiteX69" fmla="*/ 515220 w 668394"/>
                  <a:gd name="connsiteY69" fmla="*/ 1192898 h 1458216"/>
                  <a:gd name="connsiteX70" fmla="*/ 519862 w 668394"/>
                  <a:gd name="connsiteY70" fmla="*/ 1211464 h 1458216"/>
                  <a:gd name="connsiteX71" fmla="*/ 529145 w 668394"/>
                  <a:gd name="connsiteY71" fmla="*/ 1225389 h 1458216"/>
                  <a:gd name="connsiteX72" fmla="*/ 533786 w 668394"/>
                  <a:gd name="connsiteY72" fmla="*/ 1239314 h 1458216"/>
                  <a:gd name="connsiteX73" fmla="*/ 543070 w 668394"/>
                  <a:gd name="connsiteY73" fmla="*/ 1248597 h 1458216"/>
                  <a:gd name="connsiteX74" fmla="*/ 552353 w 668394"/>
                  <a:gd name="connsiteY74" fmla="*/ 1276447 h 1458216"/>
                  <a:gd name="connsiteX75" fmla="*/ 556995 w 668394"/>
                  <a:gd name="connsiteY75" fmla="*/ 1290372 h 1458216"/>
                  <a:gd name="connsiteX76" fmla="*/ 570919 w 668394"/>
                  <a:gd name="connsiteY76" fmla="*/ 1299655 h 1458216"/>
                  <a:gd name="connsiteX77" fmla="*/ 566278 w 668394"/>
                  <a:gd name="connsiteY77" fmla="*/ 1336788 h 1458216"/>
                  <a:gd name="connsiteX78" fmla="*/ 575561 w 668394"/>
                  <a:gd name="connsiteY78" fmla="*/ 1364638 h 1458216"/>
                  <a:gd name="connsiteX79" fmla="*/ 580203 w 668394"/>
                  <a:gd name="connsiteY79" fmla="*/ 1378563 h 1458216"/>
                  <a:gd name="connsiteX80" fmla="*/ 589486 w 668394"/>
                  <a:gd name="connsiteY80" fmla="*/ 1392488 h 1458216"/>
                  <a:gd name="connsiteX81" fmla="*/ 594128 w 668394"/>
                  <a:gd name="connsiteY81" fmla="*/ 1406413 h 1458216"/>
                  <a:gd name="connsiteX82" fmla="*/ 617336 w 668394"/>
                  <a:gd name="connsiteY82" fmla="*/ 1429621 h 1458216"/>
                  <a:gd name="connsiteX83" fmla="*/ 640544 w 668394"/>
                  <a:gd name="connsiteY83" fmla="*/ 1448187 h 1458216"/>
                  <a:gd name="connsiteX84" fmla="*/ 654469 w 668394"/>
                  <a:gd name="connsiteY84" fmla="*/ 1457470 h 1458216"/>
                  <a:gd name="connsiteX85" fmla="*/ 668394 w 668394"/>
                  <a:gd name="connsiteY85" fmla="*/ 1411054 h 1458216"/>
                  <a:gd name="connsiteX86" fmla="*/ 663752 w 668394"/>
                  <a:gd name="connsiteY86" fmla="*/ 1369280 h 1458216"/>
                  <a:gd name="connsiteX87" fmla="*/ 654469 w 668394"/>
                  <a:gd name="connsiteY87" fmla="*/ 1327505 h 1458216"/>
                  <a:gd name="connsiteX88" fmla="*/ 645185 w 668394"/>
                  <a:gd name="connsiteY88" fmla="*/ 1276447 h 1458216"/>
                  <a:gd name="connsiteX89" fmla="*/ 621977 w 668394"/>
                  <a:gd name="connsiteY89" fmla="*/ 1216106 h 1458216"/>
                  <a:gd name="connsiteX90" fmla="*/ 612694 w 668394"/>
                  <a:gd name="connsiteY90" fmla="*/ 1178973 h 1458216"/>
                  <a:gd name="connsiteX91" fmla="*/ 608052 w 668394"/>
                  <a:gd name="connsiteY91" fmla="*/ 1160407 h 1458216"/>
                  <a:gd name="connsiteX92" fmla="*/ 598769 w 668394"/>
                  <a:gd name="connsiteY92" fmla="*/ 1132557 h 1458216"/>
                  <a:gd name="connsiteX93" fmla="*/ 603411 w 668394"/>
                  <a:gd name="connsiteY93" fmla="*/ 1021158 h 1458216"/>
                  <a:gd name="connsiteX94" fmla="*/ 608052 w 668394"/>
                  <a:gd name="connsiteY94" fmla="*/ 1002591 h 1458216"/>
                  <a:gd name="connsiteX95" fmla="*/ 594128 w 668394"/>
                  <a:gd name="connsiteY95" fmla="*/ 970100 h 1458216"/>
                  <a:gd name="connsiteX96" fmla="*/ 575561 w 668394"/>
                  <a:gd name="connsiteY96" fmla="*/ 928325 h 1458216"/>
                  <a:gd name="connsiteX97" fmla="*/ 566278 w 668394"/>
                  <a:gd name="connsiteY97" fmla="*/ 891192 h 1458216"/>
                  <a:gd name="connsiteX98" fmla="*/ 561636 w 668394"/>
                  <a:gd name="connsiteY98" fmla="*/ 844776 h 1458216"/>
                  <a:gd name="connsiteX99" fmla="*/ 556995 w 668394"/>
                  <a:gd name="connsiteY99" fmla="*/ 793718 h 1458216"/>
                  <a:gd name="connsiteX100" fmla="*/ 547711 w 668394"/>
                  <a:gd name="connsiteY100" fmla="*/ 756585 h 1458216"/>
                  <a:gd name="connsiteX101" fmla="*/ 529145 w 668394"/>
                  <a:gd name="connsiteY101" fmla="*/ 728735 h 1458216"/>
                  <a:gd name="connsiteX102" fmla="*/ 510578 w 668394"/>
                  <a:gd name="connsiteY102" fmla="*/ 696244 h 1458216"/>
                  <a:gd name="connsiteX103" fmla="*/ 501295 w 668394"/>
                  <a:gd name="connsiteY103" fmla="*/ 668394 h 1458216"/>
                  <a:gd name="connsiteX104" fmla="*/ 492012 w 668394"/>
                  <a:gd name="connsiteY104" fmla="*/ 654469 h 1458216"/>
                  <a:gd name="connsiteX105" fmla="*/ 478087 w 668394"/>
                  <a:gd name="connsiteY105" fmla="*/ 626620 h 1458216"/>
                  <a:gd name="connsiteX106" fmla="*/ 459520 w 668394"/>
                  <a:gd name="connsiteY106" fmla="*/ 608053 h 1458216"/>
                  <a:gd name="connsiteX107" fmla="*/ 427029 w 668394"/>
                  <a:gd name="connsiteY107" fmla="*/ 566279 h 1458216"/>
                  <a:gd name="connsiteX108" fmla="*/ 371330 w 668394"/>
                  <a:gd name="connsiteY108" fmla="*/ 538429 h 1458216"/>
                  <a:gd name="connsiteX109" fmla="*/ 362046 w 668394"/>
                  <a:gd name="connsiteY109" fmla="*/ 529146 h 1458216"/>
                  <a:gd name="connsiteX110" fmla="*/ 334197 w 668394"/>
                  <a:gd name="connsiteY110" fmla="*/ 510579 h 1458216"/>
                  <a:gd name="connsiteX111" fmla="*/ 324913 w 668394"/>
                  <a:gd name="connsiteY111" fmla="*/ 501296 h 1458216"/>
                  <a:gd name="connsiteX112" fmla="*/ 315630 w 668394"/>
                  <a:gd name="connsiteY112" fmla="*/ 487371 h 1458216"/>
                  <a:gd name="connsiteX113" fmla="*/ 301705 w 668394"/>
                  <a:gd name="connsiteY113" fmla="*/ 478088 h 1458216"/>
                  <a:gd name="connsiteX114" fmla="*/ 273855 w 668394"/>
                  <a:gd name="connsiteY114" fmla="*/ 440955 h 1458216"/>
                  <a:gd name="connsiteX115" fmla="*/ 269214 w 668394"/>
                  <a:gd name="connsiteY115" fmla="*/ 427030 h 1458216"/>
                  <a:gd name="connsiteX116" fmla="*/ 259931 w 668394"/>
                  <a:gd name="connsiteY116" fmla="*/ 413105 h 1458216"/>
                  <a:gd name="connsiteX117" fmla="*/ 250647 w 668394"/>
                  <a:gd name="connsiteY117" fmla="*/ 394539 h 1458216"/>
                  <a:gd name="connsiteX118" fmla="*/ 236722 w 668394"/>
                  <a:gd name="connsiteY118" fmla="*/ 348122 h 1458216"/>
                  <a:gd name="connsiteX119" fmla="*/ 232081 w 668394"/>
                  <a:gd name="connsiteY119" fmla="*/ 334197 h 1458216"/>
                  <a:gd name="connsiteX120" fmla="*/ 213514 w 668394"/>
                  <a:gd name="connsiteY120" fmla="*/ 287781 h 1458216"/>
                  <a:gd name="connsiteX121" fmla="*/ 208873 w 668394"/>
                  <a:gd name="connsiteY121" fmla="*/ 264573 h 1458216"/>
                  <a:gd name="connsiteX122" fmla="*/ 204231 w 668394"/>
                  <a:gd name="connsiteY122" fmla="*/ 190307 h 1458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</a:cxnLst>
                <a:rect l="l" t="t" r="r" b="b"/>
                <a:pathLst>
                  <a:path w="668394" h="1458216">
                    <a:moveTo>
                      <a:pt x="204231" y="190307"/>
                    </a:moveTo>
                    <a:cubicBezTo>
                      <a:pt x="201759" y="173002"/>
                      <a:pt x="193075" y="110422"/>
                      <a:pt x="190306" y="102116"/>
                    </a:cubicBezTo>
                    <a:lnTo>
                      <a:pt x="181023" y="74266"/>
                    </a:lnTo>
                    <a:cubicBezTo>
                      <a:pt x="179476" y="69625"/>
                      <a:pt x="179840" y="63802"/>
                      <a:pt x="176381" y="60342"/>
                    </a:cubicBezTo>
                    <a:lnTo>
                      <a:pt x="167098" y="51058"/>
                    </a:lnTo>
                    <a:cubicBezTo>
                      <a:pt x="165551" y="46416"/>
                      <a:pt x="165512" y="40954"/>
                      <a:pt x="162456" y="37133"/>
                    </a:cubicBezTo>
                    <a:cubicBezTo>
                      <a:pt x="158971" y="32777"/>
                      <a:pt x="152888" y="31335"/>
                      <a:pt x="148532" y="27850"/>
                    </a:cubicBezTo>
                    <a:cubicBezTo>
                      <a:pt x="145115" y="25116"/>
                      <a:pt x="142749" y="21193"/>
                      <a:pt x="139248" y="18567"/>
                    </a:cubicBezTo>
                    <a:cubicBezTo>
                      <a:pt x="130322" y="11873"/>
                      <a:pt x="111399" y="0"/>
                      <a:pt x="111399" y="0"/>
                    </a:cubicBezTo>
                    <a:cubicBezTo>
                      <a:pt x="106276" y="640"/>
                      <a:pt x="71640" y="2505"/>
                      <a:pt x="60341" y="9284"/>
                    </a:cubicBezTo>
                    <a:cubicBezTo>
                      <a:pt x="56588" y="11536"/>
                      <a:pt x="54474" y="15833"/>
                      <a:pt x="51057" y="18567"/>
                    </a:cubicBezTo>
                    <a:cubicBezTo>
                      <a:pt x="46701" y="22052"/>
                      <a:pt x="41774" y="24756"/>
                      <a:pt x="37133" y="27850"/>
                    </a:cubicBezTo>
                    <a:cubicBezTo>
                      <a:pt x="22420" y="49917"/>
                      <a:pt x="29614" y="36481"/>
                      <a:pt x="18566" y="69625"/>
                    </a:cubicBezTo>
                    <a:lnTo>
                      <a:pt x="13924" y="83550"/>
                    </a:lnTo>
                    <a:lnTo>
                      <a:pt x="9283" y="97475"/>
                    </a:lnTo>
                    <a:cubicBezTo>
                      <a:pt x="7736" y="111400"/>
                      <a:pt x="9071" y="125958"/>
                      <a:pt x="4641" y="139249"/>
                    </a:cubicBezTo>
                    <a:cubicBezTo>
                      <a:pt x="3094" y="143891"/>
                      <a:pt x="0" y="120431"/>
                      <a:pt x="0" y="125324"/>
                    </a:cubicBezTo>
                    <a:cubicBezTo>
                      <a:pt x="0" y="177504"/>
                      <a:pt x="1892" y="166331"/>
                      <a:pt x="9283" y="199590"/>
                    </a:cubicBezTo>
                    <a:cubicBezTo>
                      <a:pt x="14071" y="221138"/>
                      <a:pt x="12903" y="221546"/>
                      <a:pt x="18566" y="241365"/>
                    </a:cubicBezTo>
                    <a:cubicBezTo>
                      <a:pt x="19910" y="246070"/>
                      <a:pt x="21864" y="250585"/>
                      <a:pt x="23208" y="255290"/>
                    </a:cubicBezTo>
                    <a:cubicBezTo>
                      <a:pt x="24960" y="261424"/>
                      <a:pt x="26097" y="267722"/>
                      <a:pt x="27849" y="273856"/>
                    </a:cubicBezTo>
                    <a:cubicBezTo>
                      <a:pt x="29193" y="278561"/>
                      <a:pt x="31391" y="283014"/>
                      <a:pt x="32491" y="287781"/>
                    </a:cubicBezTo>
                    <a:cubicBezTo>
                      <a:pt x="36039" y="303155"/>
                      <a:pt x="36785" y="319228"/>
                      <a:pt x="41774" y="334197"/>
                    </a:cubicBezTo>
                    <a:cubicBezTo>
                      <a:pt x="44868" y="343480"/>
                      <a:pt x="44137" y="355128"/>
                      <a:pt x="51057" y="362047"/>
                    </a:cubicBezTo>
                    <a:lnTo>
                      <a:pt x="60341" y="371330"/>
                    </a:lnTo>
                    <a:cubicBezTo>
                      <a:pt x="73486" y="410772"/>
                      <a:pt x="55153" y="362684"/>
                      <a:pt x="74266" y="394539"/>
                    </a:cubicBezTo>
                    <a:cubicBezTo>
                      <a:pt x="92345" y="424670"/>
                      <a:pt x="64665" y="394220"/>
                      <a:pt x="88190" y="417747"/>
                    </a:cubicBezTo>
                    <a:cubicBezTo>
                      <a:pt x="91285" y="427030"/>
                      <a:pt x="92046" y="437454"/>
                      <a:pt x="97474" y="445596"/>
                    </a:cubicBezTo>
                    <a:cubicBezTo>
                      <a:pt x="126038" y="488444"/>
                      <a:pt x="89591" y="435743"/>
                      <a:pt x="116040" y="468805"/>
                    </a:cubicBezTo>
                    <a:cubicBezTo>
                      <a:pt x="119525" y="473161"/>
                      <a:pt x="121838" y="478373"/>
                      <a:pt x="125323" y="482729"/>
                    </a:cubicBezTo>
                    <a:cubicBezTo>
                      <a:pt x="132883" y="492179"/>
                      <a:pt x="138191" y="494402"/>
                      <a:pt x="148532" y="501296"/>
                    </a:cubicBezTo>
                    <a:cubicBezTo>
                      <a:pt x="153434" y="516003"/>
                      <a:pt x="152173" y="516293"/>
                      <a:pt x="162456" y="529146"/>
                    </a:cubicBezTo>
                    <a:cubicBezTo>
                      <a:pt x="165190" y="532563"/>
                      <a:pt x="169006" y="535012"/>
                      <a:pt x="171740" y="538429"/>
                    </a:cubicBezTo>
                    <a:cubicBezTo>
                      <a:pt x="175225" y="542785"/>
                      <a:pt x="177078" y="548409"/>
                      <a:pt x="181023" y="552354"/>
                    </a:cubicBezTo>
                    <a:cubicBezTo>
                      <a:pt x="190020" y="561351"/>
                      <a:pt x="197549" y="562504"/>
                      <a:pt x="208873" y="566279"/>
                    </a:cubicBezTo>
                    <a:cubicBezTo>
                      <a:pt x="215062" y="564732"/>
                      <a:pt x="221212" y="563021"/>
                      <a:pt x="227439" y="561637"/>
                    </a:cubicBezTo>
                    <a:cubicBezTo>
                      <a:pt x="235140" y="559925"/>
                      <a:pt x="243036" y="559071"/>
                      <a:pt x="250647" y="556995"/>
                    </a:cubicBezTo>
                    <a:cubicBezTo>
                      <a:pt x="260088" y="554420"/>
                      <a:pt x="269004" y="550085"/>
                      <a:pt x="278497" y="547712"/>
                    </a:cubicBezTo>
                    <a:cubicBezTo>
                      <a:pt x="284686" y="546165"/>
                      <a:pt x="303443" y="543070"/>
                      <a:pt x="297064" y="543070"/>
                    </a:cubicBezTo>
                    <a:cubicBezTo>
                      <a:pt x="287653" y="543070"/>
                      <a:pt x="278497" y="546165"/>
                      <a:pt x="269214" y="547712"/>
                    </a:cubicBezTo>
                    <a:cubicBezTo>
                      <a:pt x="267260" y="550644"/>
                      <a:pt x="252887" y="569557"/>
                      <a:pt x="255289" y="575562"/>
                    </a:cubicBezTo>
                    <a:cubicBezTo>
                      <a:pt x="257361" y="580742"/>
                      <a:pt x="264224" y="582350"/>
                      <a:pt x="269214" y="584845"/>
                    </a:cubicBezTo>
                    <a:cubicBezTo>
                      <a:pt x="307648" y="604062"/>
                      <a:pt x="257157" y="572166"/>
                      <a:pt x="297064" y="598770"/>
                    </a:cubicBezTo>
                    <a:cubicBezTo>
                      <a:pt x="308728" y="633768"/>
                      <a:pt x="291637" y="591988"/>
                      <a:pt x="315630" y="621978"/>
                    </a:cubicBezTo>
                    <a:cubicBezTo>
                      <a:pt x="318687" y="625799"/>
                      <a:pt x="317896" y="631626"/>
                      <a:pt x="320272" y="635903"/>
                    </a:cubicBezTo>
                    <a:cubicBezTo>
                      <a:pt x="325690" y="645656"/>
                      <a:pt x="335310" y="653168"/>
                      <a:pt x="338838" y="663753"/>
                    </a:cubicBezTo>
                    <a:lnTo>
                      <a:pt x="352763" y="705527"/>
                    </a:lnTo>
                    <a:cubicBezTo>
                      <a:pt x="354310" y="710169"/>
                      <a:pt x="354691" y="715381"/>
                      <a:pt x="357405" y="719452"/>
                    </a:cubicBezTo>
                    <a:cubicBezTo>
                      <a:pt x="360499" y="724094"/>
                      <a:pt x="364422" y="728279"/>
                      <a:pt x="366688" y="733377"/>
                    </a:cubicBezTo>
                    <a:cubicBezTo>
                      <a:pt x="370662" y="742319"/>
                      <a:pt x="372877" y="751944"/>
                      <a:pt x="375971" y="761227"/>
                    </a:cubicBezTo>
                    <a:cubicBezTo>
                      <a:pt x="377518" y="765869"/>
                      <a:pt x="377899" y="771081"/>
                      <a:pt x="380613" y="775152"/>
                    </a:cubicBezTo>
                    <a:cubicBezTo>
                      <a:pt x="392610" y="793148"/>
                      <a:pt x="388132" y="783785"/>
                      <a:pt x="394538" y="803001"/>
                    </a:cubicBezTo>
                    <a:cubicBezTo>
                      <a:pt x="396249" y="814981"/>
                      <a:pt x="397339" y="836453"/>
                      <a:pt x="403821" y="849418"/>
                    </a:cubicBezTo>
                    <a:cubicBezTo>
                      <a:pt x="406316" y="854408"/>
                      <a:pt x="410010" y="858701"/>
                      <a:pt x="413104" y="863343"/>
                    </a:cubicBezTo>
                    <a:cubicBezTo>
                      <a:pt x="414651" y="881909"/>
                      <a:pt x="414683" y="900665"/>
                      <a:pt x="417746" y="919042"/>
                    </a:cubicBezTo>
                    <a:cubicBezTo>
                      <a:pt x="419355" y="928694"/>
                      <a:pt x="423935" y="937609"/>
                      <a:pt x="427029" y="946892"/>
                    </a:cubicBezTo>
                    <a:lnTo>
                      <a:pt x="436312" y="974742"/>
                    </a:lnTo>
                    <a:lnTo>
                      <a:pt x="440954" y="988666"/>
                    </a:lnTo>
                    <a:cubicBezTo>
                      <a:pt x="442501" y="993308"/>
                      <a:pt x="442136" y="999131"/>
                      <a:pt x="445596" y="1002591"/>
                    </a:cubicBezTo>
                    <a:lnTo>
                      <a:pt x="454879" y="1011875"/>
                    </a:lnTo>
                    <a:cubicBezTo>
                      <a:pt x="456426" y="1016516"/>
                      <a:pt x="458176" y="1021095"/>
                      <a:pt x="459520" y="1025799"/>
                    </a:cubicBezTo>
                    <a:cubicBezTo>
                      <a:pt x="461503" y="1032741"/>
                      <a:pt x="465094" y="1050871"/>
                      <a:pt x="468804" y="1058291"/>
                    </a:cubicBezTo>
                    <a:cubicBezTo>
                      <a:pt x="471299" y="1063281"/>
                      <a:pt x="475821" y="1067118"/>
                      <a:pt x="478087" y="1072216"/>
                    </a:cubicBezTo>
                    <a:cubicBezTo>
                      <a:pt x="482061" y="1081158"/>
                      <a:pt x="484276" y="1090782"/>
                      <a:pt x="487370" y="1100065"/>
                    </a:cubicBezTo>
                    <a:cubicBezTo>
                      <a:pt x="488917" y="1104707"/>
                      <a:pt x="488552" y="1110530"/>
                      <a:pt x="492012" y="1113990"/>
                    </a:cubicBezTo>
                    <a:lnTo>
                      <a:pt x="501295" y="1123274"/>
                    </a:lnTo>
                    <a:cubicBezTo>
                      <a:pt x="499748" y="1127915"/>
                      <a:pt x="496113" y="1132335"/>
                      <a:pt x="496653" y="1137198"/>
                    </a:cubicBezTo>
                    <a:cubicBezTo>
                      <a:pt x="497734" y="1146924"/>
                      <a:pt x="502843" y="1155765"/>
                      <a:pt x="505937" y="1165048"/>
                    </a:cubicBezTo>
                    <a:lnTo>
                      <a:pt x="510578" y="1178973"/>
                    </a:lnTo>
                    <a:cubicBezTo>
                      <a:pt x="512125" y="1183615"/>
                      <a:pt x="514033" y="1188151"/>
                      <a:pt x="515220" y="1192898"/>
                    </a:cubicBezTo>
                    <a:cubicBezTo>
                      <a:pt x="516767" y="1199087"/>
                      <a:pt x="517349" y="1205601"/>
                      <a:pt x="519862" y="1211464"/>
                    </a:cubicBezTo>
                    <a:cubicBezTo>
                      <a:pt x="522060" y="1216591"/>
                      <a:pt x="526051" y="1220747"/>
                      <a:pt x="529145" y="1225389"/>
                    </a:cubicBezTo>
                    <a:cubicBezTo>
                      <a:pt x="530692" y="1230031"/>
                      <a:pt x="531269" y="1235119"/>
                      <a:pt x="533786" y="1239314"/>
                    </a:cubicBezTo>
                    <a:cubicBezTo>
                      <a:pt x="536038" y="1243067"/>
                      <a:pt x="541113" y="1244683"/>
                      <a:pt x="543070" y="1248597"/>
                    </a:cubicBezTo>
                    <a:cubicBezTo>
                      <a:pt x="547446" y="1257349"/>
                      <a:pt x="549259" y="1267164"/>
                      <a:pt x="552353" y="1276447"/>
                    </a:cubicBezTo>
                    <a:cubicBezTo>
                      <a:pt x="553900" y="1281089"/>
                      <a:pt x="552924" y="1287658"/>
                      <a:pt x="556995" y="1290372"/>
                    </a:cubicBezTo>
                    <a:lnTo>
                      <a:pt x="570919" y="1299655"/>
                    </a:lnTo>
                    <a:cubicBezTo>
                      <a:pt x="569372" y="1312033"/>
                      <a:pt x="565389" y="1324346"/>
                      <a:pt x="566278" y="1336788"/>
                    </a:cubicBezTo>
                    <a:cubicBezTo>
                      <a:pt x="566975" y="1346549"/>
                      <a:pt x="572467" y="1355355"/>
                      <a:pt x="575561" y="1364638"/>
                    </a:cubicBezTo>
                    <a:cubicBezTo>
                      <a:pt x="577108" y="1369280"/>
                      <a:pt x="577489" y="1374492"/>
                      <a:pt x="580203" y="1378563"/>
                    </a:cubicBezTo>
                    <a:cubicBezTo>
                      <a:pt x="583297" y="1383205"/>
                      <a:pt x="586991" y="1387498"/>
                      <a:pt x="589486" y="1392488"/>
                    </a:cubicBezTo>
                    <a:cubicBezTo>
                      <a:pt x="591674" y="1396864"/>
                      <a:pt x="591192" y="1402499"/>
                      <a:pt x="594128" y="1406413"/>
                    </a:cubicBezTo>
                    <a:cubicBezTo>
                      <a:pt x="600692" y="1415165"/>
                      <a:pt x="611268" y="1420518"/>
                      <a:pt x="617336" y="1429621"/>
                    </a:cubicBezTo>
                    <a:cubicBezTo>
                      <a:pt x="629333" y="1447617"/>
                      <a:pt x="621327" y="1441782"/>
                      <a:pt x="640544" y="1448187"/>
                    </a:cubicBezTo>
                    <a:cubicBezTo>
                      <a:pt x="645186" y="1451281"/>
                      <a:pt x="650113" y="1460955"/>
                      <a:pt x="654469" y="1457470"/>
                    </a:cubicBezTo>
                    <a:cubicBezTo>
                      <a:pt x="658000" y="1454645"/>
                      <a:pt x="666444" y="1418853"/>
                      <a:pt x="668394" y="1411054"/>
                    </a:cubicBezTo>
                    <a:cubicBezTo>
                      <a:pt x="666847" y="1397129"/>
                      <a:pt x="665734" y="1383150"/>
                      <a:pt x="663752" y="1369280"/>
                    </a:cubicBezTo>
                    <a:cubicBezTo>
                      <a:pt x="657613" y="1326309"/>
                      <a:pt x="661222" y="1364648"/>
                      <a:pt x="654469" y="1327505"/>
                    </a:cubicBezTo>
                    <a:cubicBezTo>
                      <a:pt x="651280" y="1309967"/>
                      <a:pt x="651107" y="1293226"/>
                      <a:pt x="645185" y="1276447"/>
                    </a:cubicBezTo>
                    <a:cubicBezTo>
                      <a:pt x="638013" y="1256126"/>
                      <a:pt x="621977" y="1216106"/>
                      <a:pt x="621977" y="1216106"/>
                    </a:cubicBezTo>
                    <a:cubicBezTo>
                      <a:pt x="612544" y="1168935"/>
                      <a:pt x="622208" y="1212268"/>
                      <a:pt x="612694" y="1178973"/>
                    </a:cubicBezTo>
                    <a:cubicBezTo>
                      <a:pt x="610941" y="1172839"/>
                      <a:pt x="609885" y="1166517"/>
                      <a:pt x="608052" y="1160407"/>
                    </a:cubicBezTo>
                    <a:cubicBezTo>
                      <a:pt x="605240" y="1151034"/>
                      <a:pt x="598769" y="1132557"/>
                      <a:pt x="598769" y="1132557"/>
                    </a:cubicBezTo>
                    <a:cubicBezTo>
                      <a:pt x="600316" y="1095424"/>
                      <a:pt x="600763" y="1058229"/>
                      <a:pt x="603411" y="1021158"/>
                    </a:cubicBezTo>
                    <a:cubicBezTo>
                      <a:pt x="603866" y="1014795"/>
                      <a:pt x="608052" y="1008970"/>
                      <a:pt x="608052" y="1002591"/>
                    </a:cubicBezTo>
                    <a:cubicBezTo>
                      <a:pt x="608052" y="985438"/>
                      <a:pt x="601708" y="983364"/>
                      <a:pt x="594128" y="970100"/>
                    </a:cubicBezTo>
                    <a:cubicBezTo>
                      <a:pt x="586454" y="956670"/>
                      <a:pt x="580989" y="942799"/>
                      <a:pt x="575561" y="928325"/>
                    </a:cubicBezTo>
                    <a:cubicBezTo>
                      <a:pt x="570712" y="915395"/>
                      <a:pt x="568189" y="905526"/>
                      <a:pt x="566278" y="891192"/>
                    </a:cubicBezTo>
                    <a:cubicBezTo>
                      <a:pt x="564223" y="875779"/>
                      <a:pt x="563110" y="860255"/>
                      <a:pt x="561636" y="844776"/>
                    </a:cubicBezTo>
                    <a:cubicBezTo>
                      <a:pt x="560016" y="827763"/>
                      <a:pt x="559660" y="810598"/>
                      <a:pt x="556995" y="793718"/>
                    </a:cubicBezTo>
                    <a:cubicBezTo>
                      <a:pt x="555005" y="781115"/>
                      <a:pt x="554788" y="767201"/>
                      <a:pt x="547711" y="756585"/>
                    </a:cubicBezTo>
                    <a:cubicBezTo>
                      <a:pt x="541522" y="747302"/>
                      <a:pt x="534135" y="738714"/>
                      <a:pt x="529145" y="728735"/>
                    </a:cubicBezTo>
                    <a:cubicBezTo>
                      <a:pt x="517367" y="705179"/>
                      <a:pt x="523700" y="715926"/>
                      <a:pt x="510578" y="696244"/>
                    </a:cubicBezTo>
                    <a:cubicBezTo>
                      <a:pt x="507484" y="686961"/>
                      <a:pt x="506723" y="676536"/>
                      <a:pt x="501295" y="668394"/>
                    </a:cubicBezTo>
                    <a:cubicBezTo>
                      <a:pt x="498201" y="663752"/>
                      <a:pt x="494507" y="659459"/>
                      <a:pt x="492012" y="654469"/>
                    </a:cubicBezTo>
                    <a:cubicBezTo>
                      <a:pt x="482130" y="634705"/>
                      <a:pt x="494047" y="645241"/>
                      <a:pt x="478087" y="626620"/>
                    </a:cubicBezTo>
                    <a:cubicBezTo>
                      <a:pt x="472391" y="619975"/>
                      <a:pt x="464375" y="615336"/>
                      <a:pt x="459520" y="608053"/>
                    </a:cubicBezTo>
                    <a:cubicBezTo>
                      <a:pt x="454758" y="600910"/>
                      <a:pt x="438580" y="572696"/>
                      <a:pt x="427029" y="566279"/>
                    </a:cubicBezTo>
                    <a:cubicBezTo>
                      <a:pt x="393050" y="547402"/>
                      <a:pt x="402242" y="569338"/>
                      <a:pt x="371330" y="538429"/>
                    </a:cubicBezTo>
                    <a:cubicBezTo>
                      <a:pt x="368235" y="535335"/>
                      <a:pt x="365547" y="531772"/>
                      <a:pt x="362046" y="529146"/>
                    </a:cubicBezTo>
                    <a:cubicBezTo>
                      <a:pt x="353120" y="522452"/>
                      <a:pt x="342087" y="518468"/>
                      <a:pt x="334197" y="510579"/>
                    </a:cubicBezTo>
                    <a:cubicBezTo>
                      <a:pt x="331102" y="507485"/>
                      <a:pt x="327647" y="504713"/>
                      <a:pt x="324913" y="501296"/>
                    </a:cubicBezTo>
                    <a:cubicBezTo>
                      <a:pt x="321428" y="496940"/>
                      <a:pt x="319575" y="491316"/>
                      <a:pt x="315630" y="487371"/>
                    </a:cubicBezTo>
                    <a:cubicBezTo>
                      <a:pt x="311685" y="483426"/>
                      <a:pt x="306347" y="481182"/>
                      <a:pt x="301705" y="478088"/>
                    </a:cubicBezTo>
                    <a:cubicBezTo>
                      <a:pt x="280712" y="446597"/>
                      <a:pt x="291029" y="458127"/>
                      <a:pt x="273855" y="440955"/>
                    </a:cubicBezTo>
                    <a:cubicBezTo>
                      <a:pt x="272308" y="436313"/>
                      <a:pt x="271402" y="431406"/>
                      <a:pt x="269214" y="427030"/>
                    </a:cubicBezTo>
                    <a:cubicBezTo>
                      <a:pt x="266719" y="422040"/>
                      <a:pt x="262699" y="417948"/>
                      <a:pt x="259931" y="413105"/>
                    </a:cubicBezTo>
                    <a:cubicBezTo>
                      <a:pt x="256498" y="407097"/>
                      <a:pt x="253742" y="400728"/>
                      <a:pt x="250647" y="394539"/>
                    </a:cubicBezTo>
                    <a:cubicBezTo>
                      <a:pt x="243631" y="366472"/>
                      <a:pt x="248026" y="382034"/>
                      <a:pt x="236722" y="348122"/>
                    </a:cubicBezTo>
                    <a:cubicBezTo>
                      <a:pt x="235175" y="343480"/>
                      <a:pt x="234269" y="338573"/>
                      <a:pt x="232081" y="334197"/>
                    </a:cubicBezTo>
                    <a:cubicBezTo>
                      <a:pt x="223831" y="317696"/>
                      <a:pt x="217336" y="306896"/>
                      <a:pt x="213514" y="287781"/>
                    </a:cubicBezTo>
                    <a:cubicBezTo>
                      <a:pt x="211967" y="280045"/>
                      <a:pt x="209267" y="272452"/>
                      <a:pt x="208873" y="264573"/>
                    </a:cubicBezTo>
                    <a:cubicBezTo>
                      <a:pt x="207714" y="241394"/>
                      <a:pt x="208873" y="218157"/>
                      <a:pt x="204231" y="19030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9F19DE69-E07C-8649-AFC8-D44787EA8382}"/>
                  </a:ext>
                </a:extLst>
              </p:cNvPr>
              <p:cNvSpPr/>
              <p:nvPr/>
            </p:nvSpPr>
            <p:spPr>
              <a:xfrm>
                <a:off x="1128553" y="2726204"/>
                <a:ext cx="224609" cy="381099"/>
              </a:xfrm>
              <a:custGeom>
                <a:avLst/>
                <a:gdLst>
                  <a:gd name="connsiteX0" fmla="*/ 101978 w 224609"/>
                  <a:gd name="connsiteY0" fmla="*/ 0 h 381099"/>
                  <a:gd name="connsiteX1" fmla="*/ 78183 w 224609"/>
                  <a:gd name="connsiteY1" fmla="*/ 3399 h 381099"/>
                  <a:gd name="connsiteX2" fmla="*/ 23795 w 224609"/>
                  <a:gd name="connsiteY2" fmla="*/ 10197 h 381099"/>
                  <a:gd name="connsiteX3" fmla="*/ 16996 w 224609"/>
                  <a:gd name="connsiteY3" fmla="*/ 20395 h 381099"/>
                  <a:gd name="connsiteX4" fmla="*/ 0 w 224609"/>
                  <a:gd name="connsiteY4" fmla="*/ 33992 h 381099"/>
                  <a:gd name="connsiteX5" fmla="*/ 3399 w 224609"/>
                  <a:gd name="connsiteY5" fmla="*/ 47589 h 381099"/>
                  <a:gd name="connsiteX6" fmla="*/ 57788 w 224609"/>
                  <a:gd name="connsiteY6" fmla="*/ 64586 h 381099"/>
                  <a:gd name="connsiteX7" fmla="*/ 78183 w 224609"/>
                  <a:gd name="connsiteY7" fmla="*/ 71384 h 381099"/>
                  <a:gd name="connsiteX8" fmla="*/ 95179 w 224609"/>
                  <a:gd name="connsiteY8" fmla="*/ 91780 h 381099"/>
                  <a:gd name="connsiteX9" fmla="*/ 118974 w 224609"/>
                  <a:gd name="connsiteY9" fmla="*/ 118974 h 381099"/>
                  <a:gd name="connsiteX10" fmla="*/ 125773 w 224609"/>
                  <a:gd name="connsiteY10" fmla="*/ 139369 h 381099"/>
                  <a:gd name="connsiteX11" fmla="*/ 132571 w 224609"/>
                  <a:gd name="connsiteY11" fmla="*/ 149567 h 381099"/>
                  <a:gd name="connsiteX12" fmla="*/ 139370 w 224609"/>
                  <a:gd name="connsiteY12" fmla="*/ 173362 h 381099"/>
                  <a:gd name="connsiteX13" fmla="*/ 149567 w 224609"/>
                  <a:gd name="connsiteY13" fmla="*/ 203955 h 381099"/>
                  <a:gd name="connsiteX14" fmla="*/ 159765 w 224609"/>
                  <a:gd name="connsiteY14" fmla="*/ 234548 h 381099"/>
                  <a:gd name="connsiteX15" fmla="*/ 163164 w 224609"/>
                  <a:gd name="connsiteY15" fmla="*/ 244746 h 381099"/>
                  <a:gd name="connsiteX16" fmla="*/ 176761 w 224609"/>
                  <a:gd name="connsiteY16" fmla="*/ 265142 h 381099"/>
                  <a:gd name="connsiteX17" fmla="*/ 183560 w 224609"/>
                  <a:gd name="connsiteY17" fmla="*/ 285537 h 381099"/>
                  <a:gd name="connsiteX18" fmla="*/ 186959 w 224609"/>
                  <a:gd name="connsiteY18" fmla="*/ 295735 h 381099"/>
                  <a:gd name="connsiteX19" fmla="*/ 193758 w 224609"/>
                  <a:gd name="connsiteY19" fmla="*/ 305933 h 381099"/>
                  <a:gd name="connsiteX20" fmla="*/ 197157 w 224609"/>
                  <a:gd name="connsiteY20" fmla="*/ 343325 h 381099"/>
                  <a:gd name="connsiteX21" fmla="*/ 200556 w 224609"/>
                  <a:gd name="connsiteY21" fmla="*/ 370519 h 381099"/>
                  <a:gd name="connsiteX22" fmla="*/ 203956 w 224609"/>
                  <a:gd name="connsiteY22" fmla="*/ 380716 h 381099"/>
                  <a:gd name="connsiteX23" fmla="*/ 214153 w 224609"/>
                  <a:gd name="connsiteY23" fmla="*/ 377317 h 381099"/>
                  <a:gd name="connsiteX24" fmla="*/ 217553 w 224609"/>
                  <a:gd name="connsiteY24" fmla="*/ 312731 h 381099"/>
                  <a:gd name="connsiteX25" fmla="*/ 210754 w 224609"/>
                  <a:gd name="connsiteY25" fmla="*/ 292336 h 381099"/>
                  <a:gd name="connsiteX26" fmla="*/ 203956 w 224609"/>
                  <a:gd name="connsiteY26" fmla="*/ 282138 h 381099"/>
                  <a:gd name="connsiteX27" fmla="*/ 197157 w 224609"/>
                  <a:gd name="connsiteY27" fmla="*/ 261742 h 381099"/>
                  <a:gd name="connsiteX28" fmla="*/ 193758 w 224609"/>
                  <a:gd name="connsiteY28" fmla="*/ 251545 h 381099"/>
                  <a:gd name="connsiteX29" fmla="*/ 186959 w 224609"/>
                  <a:gd name="connsiteY29" fmla="*/ 241347 h 381099"/>
                  <a:gd name="connsiteX30" fmla="*/ 176761 w 224609"/>
                  <a:gd name="connsiteY30" fmla="*/ 220951 h 381099"/>
                  <a:gd name="connsiteX31" fmla="*/ 169963 w 224609"/>
                  <a:gd name="connsiteY31" fmla="*/ 200556 h 381099"/>
                  <a:gd name="connsiteX32" fmla="*/ 156366 w 224609"/>
                  <a:gd name="connsiteY32" fmla="*/ 159765 h 381099"/>
                  <a:gd name="connsiteX33" fmla="*/ 149567 w 224609"/>
                  <a:gd name="connsiteY33" fmla="*/ 139369 h 381099"/>
                  <a:gd name="connsiteX34" fmla="*/ 146168 w 224609"/>
                  <a:gd name="connsiteY34" fmla="*/ 129171 h 381099"/>
                  <a:gd name="connsiteX35" fmla="*/ 139370 w 224609"/>
                  <a:gd name="connsiteY35" fmla="*/ 115574 h 381099"/>
                  <a:gd name="connsiteX36" fmla="*/ 129172 w 224609"/>
                  <a:gd name="connsiteY36" fmla="*/ 84981 h 381099"/>
                  <a:gd name="connsiteX37" fmla="*/ 115575 w 224609"/>
                  <a:gd name="connsiteY37" fmla="*/ 44190 h 381099"/>
                  <a:gd name="connsiteX38" fmla="*/ 108776 w 224609"/>
                  <a:gd name="connsiteY38" fmla="*/ 23795 h 381099"/>
                  <a:gd name="connsiteX39" fmla="*/ 101978 w 224609"/>
                  <a:gd name="connsiteY39" fmla="*/ 0 h 381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224609" h="381099">
                    <a:moveTo>
                      <a:pt x="101978" y="0"/>
                    </a:moveTo>
                    <a:cubicBezTo>
                      <a:pt x="94046" y="1133"/>
                      <a:pt x="86155" y="2602"/>
                      <a:pt x="78183" y="3399"/>
                    </a:cubicBezTo>
                    <a:cubicBezTo>
                      <a:pt x="25697" y="8647"/>
                      <a:pt x="49154" y="1745"/>
                      <a:pt x="23795" y="10197"/>
                    </a:cubicBezTo>
                    <a:cubicBezTo>
                      <a:pt x="21529" y="13596"/>
                      <a:pt x="20186" y="17843"/>
                      <a:pt x="16996" y="20395"/>
                    </a:cubicBezTo>
                    <a:cubicBezTo>
                      <a:pt x="-6462" y="39163"/>
                      <a:pt x="19487" y="4765"/>
                      <a:pt x="0" y="33992"/>
                    </a:cubicBezTo>
                    <a:cubicBezTo>
                      <a:pt x="1133" y="38524"/>
                      <a:pt x="323" y="44073"/>
                      <a:pt x="3399" y="47589"/>
                    </a:cubicBezTo>
                    <a:cubicBezTo>
                      <a:pt x="19630" y="66138"/>
                      <a:pt x="34675" y="62274"/>
                      <a:pt x="57788" y="64586"/>
                    </a:cubicBezTo>
                    <a:cubicBezTo>
                      <a:pt x="64586" y="66852"/>
                      <a:pt x="74208" y="65422"/>
                      <a:pt x="78183" y="71384"/>
                    </a:cubicBezTo>
                    <a:cubicBezTo>
                      <a:pt x="102481" y="107829"/>
                      <a:pt x="64641" y="52516"/>
                      <a:pt x="95179" y="91780"/>
                    </a:cubicBezTo>
                    <a:cubicBezTo>
                      <a:pt x="116532" y="119234"/>
                      <a:pt x="99233" y="105813"/>
                      <a:pt x="118974" y="118974"/>
                    </a:cubicBezTo>
                    <a:cubicBezTo>
                      <a:pt x="121240" y="125772"/>
                      <a:pt x="121798" y="133406"/>
                      <a:pt x="125773" y="139369"/>
                    </a:cubicBezTo>
                    <a:cubicBezTo>
                      <a:pt x="128039" y="142768"/>
                      <a:pt x="130744" y="145913"/>
                      <a:pt x="132571" y="149567"/>
                    </a:cubicBezTo>
                    <a:cubicBezTo>
                      <a:pt x="135425" y="155275"/>
                      <a:pt x="137738" y="167922"/>
                      <a:pt x="139370" y="173362"/>
                    </a:cubicBezTo>
                    <a:cubicBezTo>
                      <a:pt x="142459" y="183658"/>
                      <a:pt x="146168" y="193757"/>
                      <a:pt x="149567" y="203955"/>
                    </a:cubicBezTo>
                    <a:lnTo>
                      <a:pt x="159765" y="234548"/>
                    </a:lnTo>
                    <a:cubicBezTo>
                      <a:pt x="160898" y="237947"/>
                      <a:pt x="161176" y="241765"/>
                      <a:pt x="163164" y="244746"/>
                    </a:cubicBezTo>
                    <a:cubicBezTo>
                      <a:pt x="167696" y="251545"/>
                      <a:pt x="174177" y="257390"/>
                      <a:pt x="176761" y="265142"/>
                    </a:cubicBezTo>
                    <a:lnTo>
                      <a:pt x="183560" y="285537"/>
                    </a:lnTo>
                    <a:cubicBezTo>
                      <a:pt x="184693" y="288936"/>
                      <a:pt x="184971" y="292754"/>
                      <a:pt x="186959" y="295735"/>
                    </a:cubicBezTo>
                    <a:lnTo>
                      <a:pt x="193758" y="305933"/>
                    </a:lnTo>
                    <a:cubicBezTo>
                      <a:pt x="202383" y="331809"/>
                      <a:pt x="201961" y="319301"/>
                      <a:pt x="197157" y="343325"/>
                    </a:cubicBezTo>
                    <a:cubicBezTo>
                      <a:pt x="198290" y="352390"/>
                      <a:pt x="198922" y="361531"/>
                      <a:pt x="200556" y="370519"/>
                    </a:cubicBezTo>
                    <a:cubicBezTo>
                      <a:pt x="201197" y="374044"/>
                      <a:pt x="200751" y="379114"/>
                      <a:pt x="203956" y="380716"/>
                    </a:cubicBezTo>
                    <a:cubicBezTo>
                      <a:pt x="207161" y="382318"/>
                      <a:pt x="210754" y="378450"/>
                      <a:pt x="214153" y="377317"/>
                    </a:cubicBezTo>
                    <a:cubicBezTo>
                      <a:pt x="230222" y="353215"/>
                      <a:pt x="224792" y="365818"/>
                      <a:pt x="217553" y="312731"/>
                    </a:cubicBezTo>
                    <a:cubicBezTo>
                      <a:pt x="216585" y="305631"/>
                      <a:pt x="214729" y="298299"/>
                      <a:pt x="210754" y="292336"/>
                    </a:cubicBezTo>
                    <a:cubicBezTo>
                      <a:pt x="208488" y="288937"/>
                      <a:pt x="205615" y="285871"/>
                      <a:pt x="203956" y="282138"/>
                    </a:cubicBezTo>
                    <a:cubicBezTo>
                      <a:pt x="201045" y="275589"/>
                      <a:pt x="199423" y="268541"/>
                      <a:pt x="197157" y="261742"/>
                    </a:cubicBezTo>
                    <a:cubicBezTo>
                      <a:pt x="196024" y="258343"/>
                      <a:pt x="195745" y="254526"/>
                      <a:pt x="193758" y="251545"/>
                    </a:cubicBezTo>
                    <a:lnTo>
                      <a:pt x="186959" y="241347"/>
                    </a:lnTo>
                    <a:cubicBezTo>
                      <a:pt x="174565" y="204160"/>
                      <a:pt x="194331" y="260484"/>
                      <a:pt x="176761" y="220951"/>
                    </a:cubicBezTo>
                    <a:cubicBezTo>
                      <a:pt x="173851" y="214403"/>
                      <a:pt x="172229" y="207354"/>
                      <a:pt x="169963" y="200556"/>
                    </a:cubicBezTo>
                    <a:lnTo>
                      <a:pt x="156366" y="159765"/>
                    </a:lnTo>
                    <a:lnTo>
                      <a:pt x="149567" y="139369"/>
                    </a:lnTo>
                    <a:cubicBezTo>
                      <a:pt x="148434" y="135970"/>
                      <a:pt x="147770" y="132376"/>
                      <a:pt x="146168" y="129171"/>
                    </a:cubicBezTo>
                    <a:cubicBezTo>
                      <a:pt x="143902" y="124639"/>
                      <a:pt x="141252" y="120279"/>
                      <a:pt x="139370" y="115574"/>
                    </a:cubicBezTo>
                    <a:cubicBezTo>
                      <a:pt x="139361" y="115551"/>
                      <a:pt x="130875" y="90092"/>
                      <a:pt x="129172" y="84981"/>
                    </a:cubicBezTo>
                    <a:lnTo>
                      <a:pt x="115575" y="44190"/>
                    </a:lnTo>
                    <a:lnTo>
                      <a:pt x="108776" y="23795"/>
                    </a:lnTo>
                    <a:lnTo>
                      <a:pt x="101978" y="0"/>
                    </a:lnTo>
                    <a:close/>
                  </a:path>
                </a:pathLst>
              </a:custGeom>
              <a:solidFill>
                <a:schemeClr val="bg1"/>
              </a:solidFill>
              <a:ln w="222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E7798B3F-2F8E-9E4E-AB77-A214D3483E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7400" y="3810000"/>
                <a:ext cx="4780" cy="762000"/>
              </a:xfrm>
              <a:prstGeom prst="line">
                <a:avLst/>
              </a:prstGeom>
              <a:ln w="136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D8241AE-879A-4942-AB5C-046C02A2A5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0230" y="3774141"/>
                <a:ext cx="22433" cy="1483659"/>
              </a:xfrm>
              <a:prstGeom prst="line">
                <a:avLst/>
              </a:prstGeom>
              <a:ln w="136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ABEB6243-D31D-8541-8CD5-47D63BDD5D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57400" y="3738282"/>
                <a:ext cx="55210" cy="208430"/>
              </a:xfrm>
              <a:prstGeom prst="line">
                <a:avLst/>
              </a:prstGeom>
              <a:ln w="136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B309FCE3-0362-0B49-802D-57B2800A3E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36150" y="5943600"/>
                <a:ext cx="197450" cy="51107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C49FCE85-7F62-4747-AE7C-3DE7A81D0C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6430" y="5296459"/>
                <a:ext cx="7170" cy="66347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C386EB79-9BFB-A640-B8CD-CBE627FDD1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2610" y="4343400"/>
                <a:ext cx="17003" cy="104447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BE8F63C-0DCC-3C4D-B042-38224C2079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7688" y="3957154"/>
                <a:ext cx="4780" cy="45720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5F879198-2D6B-9149-A715-289C9865BE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7688" y="3774141"/>
                <a:ext cx="0" cy="303252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92EDBAE3-12C5-DF45-AE51-B65EA8B11CFA}"/>
                </a:ext>
              </a:extLst>
            </p:cNvPr>
            <p:cNvGrpSpPr/>
            <p:nvPr/>
          </p:nvGrpSpPr>
          <p:grpSpPr>
            <a:xfrm>
              <a:off x="364435" y="315787"/>
              <a:ext cx="3149684" cy="1910547"/>
              <a:chOff x="315760" y="315818"/>
              <a:chExt cx="3149684" cy="1910547"/>
            </a:xfrm>
          </p:grpSpPr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E6710193-089D-CE40-A716-C4F926204094}"/>
                  </a:ext>
                </a:extLst>
              </p:cNvPr>
              <p:cNvSpPr/>
              <p:nvPr/>
            </p:nvSpPr>
            <p:spPr>
              <a:xfrm>
                <a:off x="315760" y="330935"/>
                <a:ext cx="3140765" cy="1895430"/>
              </a:xfrm>
              <a:custGeom>
                <a:avLst/>
                <a:gdLst>
                  <a:gd name="connsiteX0" fmla="*/ 331305 w 3140765"/>
                  <a:gd name="connsiteY0" fmla="*/ 1855674 h 1895430"/>
                  <a:gd name="connsiteX1" fmla="*/ 238539 w 3140765"/>
                  <a:gd name="connsiteY1" fmla="*/ 1802665 h 1895430"/>
                  <a:gd name="connsiteX2" fmla="*/ 225287 w 3140765"/>
                  <a:gd name="connsiteY2" fmla="*/ 1762908 h 1895430"/>
                  <a:gd name="connsiteX3" fmla="*/ 185531 w 3140765"/>
                  <a:gd name="connsiteY3" fmla="*/ 1736404 h 1895430"/>
                  <a:gd name="connsiteX4" fmla="*/ 132522 w 3140765"/>
                  <a:gd name="connsiteY4" fmla="*/ 1617135 h 1895430"/>
                  <a:gd name="connsiteX5" fmla="*/ 106018 w 3140765"/>
                  <a:gd name="connsiteY5" fmla="*/ 1537622 h 1895430"/>
                  <a:gd name="connsiteX6" fmla="*/ 79513 w 3140765"/>
                  <a:gd name="connsiteY6" fmla="*/ 1378595 h 1895430"/>
                  <a:gd name="connsiteX7" fmla="*/ 53009 w 3140765"/>
                  <a:gd name="connsiteY7" fmla="*/ 1285830 h 1895430"/>
                  <a:gd name="connsiteX8" fmla="*/ 26505 w 3140765"/>
                  <a:gd name="connsiteY8" fmla="*/ 1126804 h 1895430"/>
                  <a:gd name="connsiteX9" fmla="*/ 13252 w 3140765"/>
                  <a:gd name="connsiteY9" fmla="*/ 1047291 h 1895430"/>
                  <a:gd name="connsiteX10" fmla="*/ 0 w 3140765"/>
                  <a:gd name="connsiteY10" fmla="*/ 994282 h 1895430"/>
                  <a:gd name="connsiteX11" fmla="*/ 13252 w 3140765"/>
                  <a:gd name="connsiteY11" fmla="*/ 742491 h 1895430"/>
                  <a:gd name="connsiteX12" fmla="*/ 39757 w 3140765"/>
                  <a:gd name="connsiteY12" fmla="*/ 636474 h 1895430"/>
                  <a:gd name="connsiteX13" fmla="*/ 79513 w 3140765"/>
                  <a:gd name="connsiteY13" fmla="*/ 490700 h 1895430"/>
                  <a:gd name="connsiteX14" fmla="*/ 106018 w 3140765"/>
                  <a:gd name="connsiteY14" fmla="*/ 464195 h 1895430"/>
                  <a:gd name="connsiteX15" fmla="*/ 132522 w 3140765"/>
                  <a:gd name="connsiteY15" fmla="*/ 384682 h 1895430"/>
                  <a:gd name="connsiteX16" fmla="*/ 172278 w 3140765"/>
                  <a:gd name="connsiteY16" fmla="*/ 305169 h 1895430"/>
                  <a:gd name="connsiteX17" fmla="*/ 238539 w 3140765"/>
                  <a:gd name="connsiteY17" fmla="*/ 252161 h 1895430"/>
                  <a:gd name="connsiteX18" fmla="*/ 265044 w 3140765"/>
                  <a:gd name="connsiteY18" fmla="*/ 225656 h 1895430"/>
                  <a:gd name="connsiteX19" fmla="*/ 304800 w 3140765"/>
                  <a:gd name="connsiteY19" fmla="*/ 199152 h 1895430"/>
                  <a:gd name="connsiteX20" fmla="*/ 397565 w 3140765"/>
                  <a:gd name="connsiteY20" fmla="*/ 132891 h 1895430"/>
                  <a:gd name="connsiteX21" fmla="*/ 530087 w 3140765"/>
                  <a:gd name="connsiteY21" fmla="*/ 53378 h 1895430"/>
                  <a:gd name="connsiteX22" fmla="*/ 569844 w 3140765"/>
                  <a:gd name="connsiteY22" fmla="*/ 40126 h 1895430"/>
                  <a:gd name="connsiteX23" fmla="*/ 609600 w 3140765"/>
                  <a:gd name="connsiteY23" fmla="*/ 26874 h 1895430"/>
                  <a:gd name="connsiteX24" fmla="*/ 649357 w 3140765"/>
                  <a:gd name="connsiteY24" fmla="*/ 40126 h 1895430"/>
                  <a:gd name="connsiteX25" fmla="*/ 689113 w 3140765"/>
                  <a:gd name="connsiteY25" fmla="*/ 26874 h 1895430"/>
                  <a:gd name="connsiteX26" fmla="*/ 834887 w 3140765"/>
                  <a:gd name="connsiteY26" fmla="*/ 369 h 1895430"/>
                  <a:gd name="connsiteX27" fmla="*/ 1258957 w 3140765"/>
                  <a:gd name="connsiteY27" fmla="*/ 26874 h 1895430"/>
                  <a:gd name="connsiteX28" fmla="*/ 1378226 w 3140765"/>
                  <a:gd name="connsiteY28" fmla="*/ 66630 h 1895430"/>
                  <a:gd name="connsiteX29" fmla="*/ 1417983 w 3140765"/>
                  <a:gd name="connsiteY29" fmla="*/ 79882 h 1895430"/>
                  <a:gd name="connsiteX30" fmla="*/ 1457739 w 3140765"/>
                  <a:gd name="connsiteY30" fmla="*/ 93135 h 1895430"/>
                  <a:gd name="connsiteX31" fmla="*/ 1696278 w 3140765"/>
                  <a:gd name="connsiteY31" fmla="*/ 79882 h 1895430"/>
                  <a:gd name="connsiteX32" fmla="*/ 1749287 w 3140765"/>
                  <a:gd name="connsiteY32" fmla="*/ 66630 h 1895430"/>
                  <a:gd name="connsiteX33" fmla="*/ 1828800 w 3140765"/>
                  <a:gd name="connsiteY33" fmla="*/ 40126 h 1895430"/>
                  <a:gd name="connsiteX34" fmla="*/ 2623931 w 3140765"/>
                  <a:gd name="connsiteY34" fmla="*/ 79882 h 1895430"/>
                  <a:gd name="connsiteX35" fmla="*/ 2623931 w 3140765"/>
                  <a:gd name="connsiteY35" fmla="*/ 79882 h 1895430"/>
                  <a:gd name="connsiteX36" fmla="*/ 2743200 w 3140765"/>
                  <a:gd name="connsiteY36" fmla="*/ 106387 h 1895430"/>
                  <a:gd name="connsiteX37" fmla="*/ 2769705 w 3140765"/>
                  <a:gd name="connsiteY37" fmla="*/ 132891 h 1895430"/>
                  <a:gd name="connsiteX38" fmla="*/ 2809461 w 3140765"/>
                  <a:gd name="connsiteY38" fmla="*/ 159395 h 1895430"/>
                  <a:gd name="connsiteX39" fmla="*/ 2835965 w 3140765"/>
                  <a:gd name="connsiteY39" fmla="*/ 199152 h 1895430"/>
                  <a:gd name="connsiteX40" fmla="*/ 2928731 w 3140765"/>
                  <a:gd name="connsiteY40" fmla="*/ 278665 h 1895430"/>
                  <a:gd name="connsiteX41" fmla="*/ 2981739 w 3140765"/>
                  <a:gd name="connsiteY41" fmla="*/ 358178 h 1895430"/>
                  <a:gd name="connsiteX42" fmla="*/ 3021496 w 3140765"/>
                  <a:gd name="connsiteY42" fmla="*/ 424439 h 1895430"/>
                  <a:gd name="connsiteX43" fmla="*/ 3048000 w 3140765"/>
                  <a:gd name="connsiteY43" fmla="*/ 503952 h 1895430"/>
                  <a:gd name="connsiteX44" fmla="*/ 3061252 w 3140765"/>
                  <a:gd name="connsiteY44" fmla="*/ 543708 h 1895430"/>
                  <a:gd name="connsiteX45" fmla="*/ 3087757 w 3140765"/>
                  <a:gd name="connsiteY45" fmla="*/ 570213 h 1895430"/>
                  <a:gd name="connsiteX46" fmla="*/ 3101009 w 3140765"/>
                  <a:gd name="connsiteY46" fmla="*/ 689482 h 1895430"/>
                  <a:gd name="connsiteX47" fmla="*/ 3127513 w 3140765"/>
                  <a:gd name="connsiteY47" fmla="*/ 782248 h 1895430"/>
                  <a:gd name="connsiteX48" fmla="*/ 3140765 w 3140765"/>
                  <a:gd name="connsiteY48" fmla="*/ 835256 h 1895430"/>
                  <a:gd name="connsiteX49" fmla="*/ 3127513 w 3140765"/>
                  <a:gd name="connsiteY49" fmla="*/ 1325587 h 1895430"/>
                  <a:gd name="connsiteX50" fmla="*/ 3101009 w 3140765"/>
                  <a:gd name="connsiteY50" fmla="*/ 1405100 h 1895430"/>
                  <a:gd name="connsiteX51" fmla="*/ 3074505 w 3140765"/>
                  <a:gd name="connsiteY51" fmla="*/ 1524369 h 1895430"/>
                  <a:gd name="connsiteX52" fmla="*/ 2994991 w 3140765"/>
                  <a:gd name="connsiteY52" fmla="*/ 1630387 h 1895430"/>
                  <a:gd name="connsiteX53" fmla="*/ 2941983 w 3140765"/>
                  <a:gd name="connsiteY53" fmla="*/ 1696648 h 1895430"/>
                  <a:gd name="connsiteX54" fmla="*/ 2915478 w 3140765"/>
                  <a:gd name="connsiteY54" fmla="*/ 1776161 h 1895430"/>
                  <a:gd name="connsiteX55" fmla="*/ 2902226 w 3140765"/>
                  <a:gd name="connsiteY55" fmla="*/ 1815917 h 1895430"/>
                  <a:gd name="connsiteX56" fmla="*/ 2849218 w 3140765"/>
                  <a:gd name="connsiteY56" fmla="*/ 1882178 h 1895430"/>
                  <a:gd name="connsiteX57" fmla="*/ 2849218 w 3140765"/>
                  <a:gd name="connsiteY57" fmla="*/ 1895430 h 1895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3140765" h="1895430">
                    <a:moveTo>
                      <a:pt x="331305" y="1855674"/>
                    </a:moveTo>
                    <a:cubicBezTo>
                      <a:pt x="300383" y="1838004"/>
                      <a:pt x="265342" y="1826117"/>
                      <a:pt x="238539" y="1802665"/>
                    </a:cubicBezTo>
                    <a:cubicBezTo>
                      <a:pt x="228026" y="1793466"/>
                      <a:pt x="234013" y="1773816"/>
                      <a:pt x="225287" y="1762908"/>
                    </a:cubicBezTo>
                    <a:cubicBezTo>
                      <a:pt x="215338" y="1750471"/>
                      <a:pt x="198783" y="1745239"/>
                      <a:pt x="185531" y="1736404"/>
                    </a:cubicBezTo>
                    <a:cubicBezTo>
                      <a:pt x="153989" y="1641781"/>
                      <a:pt x="174523" y="1680137"/>
                      <a:pt x="132522" y="1617135"/>
                    </a:cubicBezTo>
                    <a:cubicBezTo>
                      <a:pt x="123687" y="1590631"/>
                      <a:pt x="110611" y="1565180"/>
                      <a:pt x="106018" y="1537622"/>
                    </a:cubicBezTo>
                    <a:cubicBezTo>
                      <a:pt x="97183" y="1484613"/>
                      <a:pt x="96507" y="1429577"/>
                      <a:pt x="79513" y="1378595"/>
                    </a:cubicBezTo>
                    <a:cubicBezTo>
                      <a:pt x="67794" y="1343437"/>
                      <a:pt x="60141" y="1323866"/>
                      <a:pt x="53009" y="1285830"/>
                    </a:cubicBezTo>
                    <a:cubicBezTo>
                      <a:pt x="43105" y="1233011"/>
                      <a:pt x="35340" y="1179813"/>
                      <a:pt x="26505" y="1126804"/>
                    </a:cubicBezTo>
                    <a:cubicBezTo>
                      <a:pt x="22088" y="1100300"/>
                      <a:pt x="19769" y="1073359"/>
                      <a:pt x="13252" y="1047291"/>
                    </a:cubicBezTo>
                    <a:lnTo>
                      <a:pt x="0" y="994282"/>
                    </a:lnTo>
                    <a:cubicBezTo>
                      <a:pt x="4417" y="910352"/>
                      <a:pt x="6272" y="826247"/>
                      <a:pt x="13252" y="742491"/>
                    </a:cubicBezTo>
                    <a:cubicBezTo>
                      <a:pt x="19358" y="669226"/>
                      <a:pt x="25514" y="693448"/>
                      <a:pt x="39757" y="636474"/>
                    </a:cubicBezTo>
                    <a:cubicBezTo>
                      <a:pt x="46658" y="608870"/>
                      <a:pt x="60560" y="509653"/>
                      <a:pt x="79513" y="490700"/>
                    </a:cubicBezTo>
                    <a:lnTo>
                      <a:pt x="106018" y="464195"/>
                    </a:lnTo>
                    <a:lnTo>
                      <a:pt x="132522" y="384682"/>
                    </a:lnTo>
                    <a:cubicBezTo>
                      <a:pt x="146518" y="342693"/>
                      <a:pt x="142920" y="341867"/>
                      <a:pt x="172278" y="305169"/>
                    </a:cubicBezTo>
                    <a:cubicBezTo>
                      <a:pt x="200718" y="269619"/>
                      <a:pt x="200277" y="282771"/>
                      <a:pt x="238539" y="252161"/>
                    </a:cubicBezTo>
                    <a:cubicBezTo>
                      <a:pt x="248296" y="244356"/>
                      <a:pt x="255287" y="233461"/>
                      <a:pt x="265044" y="225656"/>
                    </a:cubicBezTo>
                    <a:cubicBezTo>
                      <a:pt x="277481" y="215707"/>
                      <a:pt x="292707" y="209517"/>
                      <a:pt x="304800" y="199152"/>
                    </a:cubicBezTo>
                    <a:cubicBezTo>
                      <a:pt x="384837" y="130549"/>
                      <a:pt x="324515" y="157241"/>
                      <a:pt x="397565" y="132891"/>
                    </a:cubicBezTo>
                    <a:cubicBezTo>
                      <a:pt x="470329" y="60127"/>
                      <a:pt x="426868" y="87784"/>
                      <a:pt x="530087" y="53378"/>
                    </a:cubicBezTo>
                    <a:lnTo>
                      <a:pt x="569844" y="40126"/>
                    </a:lnTo>
                    <a:lnTo>
                      <a:pt x="609600" y="26874"/>
                    </a:lnTo>
                    <a:cubicBezTo>
                      <a:pt x="622852" y="31291"/>
                      <a:pt x="635388" y="40126"/>
                      <a:pt x="649357" y="40126"/>
                    </a:cubicBezTo>
                    <a:cubicBezTo>
                      <a:pt x="663326" y="40126"/>
                      <a:pt x="675561" y="30262"/>
                      <a:pt x="689113" y="26874"/>
                    </a:cubicBezTo>
                    <a:cubicBezTo>
                      <a:pt x="726147" y="17615"/>
                      <a:pt x="799453" y="6275"/>
                      <a:pt x="834887" y="369"/>
                    </a:cubicBezTo>
                    <a:cubicBezTo>
                      <a:pt x="1001633" y="6325"/>
                      <a:pt x="1118623" y="-15226"/>
                      <a:pt x="1258957" y="26874"/>
                    </a:cubicBezTo>
                    <a:cubicBezTo>
                      <a:pt x="1258974" y="26879"/>
                      <a:pt x="1358339" y="60001"/>
                      <a:pt x="1378226" y="66630"/>
                    </a:cubicBezTo>
                    <a:lnTo>
                      <a:pt x="1417983" y="79882"/>
                    </a:lnTo>
                    <a:lnTo>
                      <a:pt x="1457739" y="93135"/>
                    </a:lnTo>
                    <a:cubicBezTo>
                      <a:pt x="1537252" y="88717"/>
                      <a:pt x="1616969" y="87092"/>
                      <a:pt x="1696278" y="79882"/>
                    </a:cubicBezTo>
                    <a:cubicBezTo>
                      <a:pt x="1714417" y="78233"/>
                      <a:pt x="1731842" y="71864"/>
                      <a:pt x="1749287" y="66630"/>
                    </a:cubicBezTo>
                    <a:cubicBezTo>
                      <a:pt x="1776047" y="58602"/>
                      <a:pt x="1828800" y="40126"/>
                      <a:pt x="1828800" y="40126"/>
                    </a:cubicBezTo>
                    <a:cubicBezTo>
                      <a:pt x="2572351" y="53895"/>
                      <a:pt x="2318081" y="-22067"/>
                      <a:pt x="2623931" y="79882"/>
                    </a:cubicBezTo>
                    <a:lnTo>
                      <a:pt x="2623931" y="79882"/>
                    </a:lnTo>
                    <a:cubicBezTo>
                      <a:pt x="2717223" y="95432"/>
                      <a:pt x="2677953" y="84638"/>
                      <a:pt x="2743200" y="106387"/>
                    </a:cubicBezTo>
                    <a:cubicBezTo>
                      <a:pt x="2752035" y="115222"/>
                      <a:pt x="2759949" y="125086"/>
                      <a:pt x="2769705" y="132891"/>
                    </a:cubicBezTo>
                    <a:cubicBezTo>
                      <a:pt x="2782142" y="142840"/>
                      <a:pt x="2798199" y="148133"/>
                      <a:pt x="2809461" y="159395"/>
                    </a:cubicBezTo>
                    <a:cubicBezTo>
                      <a:pt x="2820723" y="170657"/>
                      <a:pt x="2825600" y="187059"/>
                      <a:pt x="2835965" y="199152"/>
                    </a:cubicBezTo>
                    <a:cubicBezTo>
                      <a:pt x="2878812" y="249141"/>
                      <a:pt x="2881837" y="247403"/>
                      <a:pt x="2928731" y="278665"/>
                    </a:cubicBezTo>
                    <a:cubicBezTo>
                      <a:pt x="2946400" y="305169"/>
                      <a:pt x="2971666" y="327958"/>
                      <a:pt x="2981739" y="358178"/>
                    </a:cubicBezTo>
                    <a:cubicBezTo>
                      <a:pt x="2998942" y="409788"/>
                      <a:pt x="2985113" y="388058"/>
                      <a:pt x="3021496" y="424439"/>
                    </a:cubicBezTo>
                    <a:lnTo>
                      <a:pt x="3048000" y="503952"/>
                    </a:lnTo>
                    <a:cubicBezTo>
                      <a:pt x="3052417" y="517204"/>
                      <a:pt x="3051375" y="533831"/>
                      <a:pt x="3061252" y="543708"/>
                    </a:cubicBezTo>
                    <a:lnTo>
                      <a:pt x="3087757" y="570213"/>
                    </a:lnTo>
                    <a:cubicBezTo>
                      <a:pt x="3092174" y="609969"/>
                      <a:pt x="3094927" y="649946"/>
                      <a:pt x="3101009" y="689482"/>
                    </a:cubicBezTo>
                    <a:cubicBezTo>
                      <a:pt x="3107913" y="734361"/>
                      <a:pt x="3115968" y="741841"/>
                      <a:pt x="3127513" y="782248"/>
                    </a:cubicBezTo>
                    <a:cubicBezTo>
                      <a:pt x="3132516" y="799760"/>
                      <a:pt x="3136348" y="817587"/>
                      <a:pt x="3140765" y="835256"/>
                    </a:cubicBezTo>
                    <a:cubicBezTo>
                      <a:pt x="3136348" y="998700"/>
                      <a:pt x="3138892" y="1162480"/>
                      <a:pt x="3127513" y="1325587"/>
                    </a:cubicBezTo>
                    <a:cubicBezTo>
                      <a:pt x="3125569" y="1353457"/>
                      <a:pt x="3105602" y="1377542"/>
                      <a:pt x="3101009" y="1405100"/>
                    </a:cubicBezTo>
                    <a:cubicBezTo>
                      <a:pt x="3097413" y="1426674"/>
                      <a:pt x="3090040" y="1496406"/>
                      <a:pt x="3074505" y="1524369"/>
                    </a:cubicBezTo>
                    <a:cubicBezTo>
                      <a:pt x="2990443" y="1675680"/>
                      <a:pt x="3053482" y="1557273"/>
                      <a:pt x="2994991" y="1630387"/>
                    </a:cubicBezTo>
                    <a:cubicBezTo>
                      <a:pt x="2928115" y="1713981"/>
                      <a:pt x="3005983" y="1632646"/>
                      <a:pt x="2941983" y="1696648"/>
                    </a:cubicBezTo>
                    <a:lnTo>
                      <a:pt x="2915478" y="1776161"/>
                    </a:lnTo>
                    <a:cubicBezTo>
                      <a:pt x="2911061" y="1789413"/>
                      <a:pt x="2912103" y="1806039"/>
                      <a:pt x="2902226" y="1815917"/>
                    </a:cubicBezTo>
                    <a:cubicBezTo>
                      <a:pt x="2877575" y="1840569"/>
                      <a:pt x="2865935" y="1848745"/>
                      <a:pt x="2849218" y="1882178"/>
                    </a:cubicBezTo>
                    <a:cubicBezTo>
                      <a:pt x="2847243" y="1886129"/>
                      <a:pt x="2849218" y="1891013"/>
                      <a:pt x="2849218" y="1895430"/>
                    </a:cubicBez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264125EE-C663-6641-9C5D-03B064328B20}"/>
                  </a:ext>
                </a:extLst>
              </p:cNvPr>
              <p:cNvCxnSpPr>
                <a:stCxn id="6" idx="21"/>
                <a:endCxn id="48" idx="51"/>
              </p:cNvCxnSpPr>
              <p:nvPr/>
            </p:nvCxnSpPr>
            <p:spPr>
              <a:xfrm flipV="1">
                <a:off x="2959630" y="1855304"/>
                <a:ext cx="479310" cy="26015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53FC6DF6-F5A4-374F-9FBB-9D24ABCD020C}"/>
                  </a:ext>
                </a:extLst>
              </p:cNvPr>
              <p:cNvCxnSpPr>
                <a:cxnSpLocks/>
                <a:endCxn id="48" idx="49"/>
              </p:cNvCxnSpPr>
              <p:nvPr/>
            </p:nvCxnSpPr>
            <p:spPr>
              <a:xfrm flipV="1">
                <a:off x="3092607" y="1656522"/>
                <a:ext cx="350666" cy="19878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60403D44-B46B-0F49-ADBC-30A715B9FA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78841" y="1457739"/>
                <a:ext cx="278622" cy="179011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F197439D-A072-984A-9534-59240DC2F378}"/>
                  </a:ext>
                </a:extLst>
              </p:cNvPr>
              <p:cNvCxnSpPr>
                <a:cxnSpLocks/>
                <a:endCxn id="48" idx="48"/>
              </p:cNvCxnSpPr>
              <p:nvPr/>
            </p:nvCxnSpPr>
            <p:spPr>
              <a:xfrm flipV="1">
                <a:off x="3194417" y="1166191"/>
                <a:ext cx="262108" cy="28715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8106D2D0-704D-5C42-A914-3F1E9187E96A}"/>
                  </a:ext>
                </a:extLst>
              </p:cNvPr>
              <p:cNvCxnSpPr>
                <a:cxnSpLocks/>
                <a:stCxn id="6" idx="15"/>
                <a:endCxn id="48" idx="46"/>
              </p:cNvCxnSpPr>
              <p:nvPr/>
            </p:nvCxnSpPr>
            <p:spPr>
              <a:xfrm flipV="1">
                <a:off x="3199116" y="1020417"/>
                <a:ext cx="266328" cy="21389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F0B97163-0F0F-C64D-95BB-30756838E08B}"/>
                  </a:ext>
                </a:extLst>
              </p:cNvPr>
              <p:cNvCxnSpPr>
                <a:cxnSpLocks/>
                <a:stCxn id="6" idx="14"/>
                <a:endCxn id="48" idx="44"/>
              </p:cNvCxnSpPr>
              <p:nvPr/>
            </p:nvCxnSpPr>
            <p:spPr>
              <a:xfrm flipV="1">
                <a:off x="3182009" y="874643"/>
                <a:ext cx="243678" cy="176786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2157AF91-FCF8-8747-B491-54B5660942E1}"/>
                  </a:ext>
                </a:extLst>
              </p:cNvPr>
              <p:cNvCxnSpPr>
                <a:cxnSpLocks/>
                <a:endCxn id="48" idx="41"/>
              </p:cNvCxnSpPr>
              <p:nvPr/>
            </p:nvCxnSpPr>
            <p:spPr>
              <a:xfrm flipV="1">
                <a:off x="3118472" y="689113"/>
                <a:ext cx="179027" cy="20102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576B40DF-B985-9449-96B4-52FFD8C12D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11373" y="562096"/>
                <a:ext cx="179027" cy="20102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4853B56D-32DF-6A44-A07A-E9A7046C4D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00112" y="468748"/>
                <a:ext cx="179027" cy="20102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934B543A-A4A1-7846-989B-4EB13CE3D2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43200" y="408578"/>
                <a:ext cx="179027" cy="20102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053EB476-1ABF-5847-9661-E34E78CF65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90036" y="359447"/>
                <a:ext cx="179027" cy="20102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1DA01220-8021-4E40-8C56-BCC000D909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98168" y="369028"/>
                <a:ext cx="179027" cy="20102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2BDD1709-69C2-504D-9B62-8C7E5256D938}"/>
                  </a:ext>
                </a:extLst>
              </p:cNvPr>
              <p:cNvCxnSpPr>
                <a:cxnSpLocks/>
                <a:stCxn id="6" idx="4"/>
              </p:cNvCxnSpPr>
              <p:nvPr/>
            </p:nvCxnSpPr>
            <p:spPr>
              <a:xfrm flipV="1">
                <a:off x="2241173" y="378747"/>
                <a:ext cx="169959" cy="25701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C2DFF97C-5BB8-9148-AEFC-8F3B1C535C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1740" y="377815"/>
                <a:ext cx="177452" cy="311161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52FC1B29-0A07-A84E-8740-AA35B0846B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7948" y="381000"/>
                <a:ext cx="165652" cy="353776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B47D4AEC-384A-884F-9D20-E1FB01A9CC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28800" y="410817"/>
                <a:ext cx="133736" cy="31328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5A389631-AE4E-1A4C-B1F7-349223D79336}"/>
                  </a:ext>
                </a:extLst>
              </p:cNvPr>
              <p:cNvCxnSpPr>
                <a:cxnSpLocks/>
                <a:endCxn id="48" idx="30"/>
              </p:cNvCxnSpPr>
              <p:nvPr/>
            </p:nvCxnSpPr>
            <p:spPr>
              <a:xfrm flipV="1">
                <a:off x="1692032" y="424070"/>
                <a:ext cx="81467" cy="24436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58FFB070-601A-FD47-B267-A0ADCCBDC938}"/>
                  </a:ext>
                </a:extLst>
              </p:cNvPr>
              <p:cNvCxnSpPr>
                <a:cxnSpLocks/>
                <a:stCxn id="6" idx="96"/>
              </p:cNvCxnSpPr>
              <p:nvPr/>
            </p:nvCxnSpPr>
            <p:spPr>
              <a:xfrm flipV="1">
                <a:off x="1591140" y="383624"/>
                <a:ext cx="58421" cy="23551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1DF6F6C7-6D5F-3246-B5D7-CFF800289E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62538" y="333179"/>
                <a:ext cx="58421" cy="23551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391AB7AC-9290-224F-9944-E8E16F7DF8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38073" y="315818"/>
                <a:ext cx="58421" cy="23551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919E5337-F49B-9E4F-9080-EE17569910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06297" y="339444"/>
                <a:ext cx="65242" cy="207327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B494A54F-0C7E-5A4A-B6D9-69B46F20CE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66800" y="345929"/>
                <a:ext cx="58421" cy="23551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2CF236A8-DA24-3942-BA01-B01A9D278B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5735" y="367825"/>
                <a:ext cx="58421" cy="23551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9A3D3EC3-857B-434C-86BB-78E61422D2DE}"/>
                  </a:ext>
                </a:extLst>
              </p:cNvPr>
              <p:cNvCxnSpPr>
                <a:cxnSpLocks/>
                <a:stCxn id="4" idx="10"/>
              </p:cNvCxnSpPr>
              <p:nvPr/>
            </p:nvCxnSpPr>
            <p:spPr>
              <a:xfrm flipV="1">
                <a:off x="783393" y="383624"/>
                <a:ext cx="78343" cy="332656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B303BC58-E0EE-8947-877A-8B14878E4810}"/>
                  </a:ext>
                </a:extLst>
              </p:cNvPr>
              <p:cNvCxnSpPr>
                <a:cxnSpLocks/>
                <a:stCxn id="4" idx="12"/>
              </p:cNvCxnSpPr>
              <p:nvPr/>
            </p:nvCxnSpPr>
            <p:spPr>
              <a:xfrm flipV="1">
                <a:off x="679894" y="467825"/>
                <a:ext cx="34812" cy="39808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764416E2-8196-0E47-A7F8-4E6B6FD825A9}"/>
                  </a:ext>
                </a:extLst>
              </p:cNvPr>
              <p:cNvCxnSpPr>
                <a:cxnSpLocks/>
                <a:stCxn id="4" idx="14"/>
              </p:cNvCxnSpPr>
              <p:nvPr/>
            </p:nvCxnSpPr>
            <p:spPr>
              <a:xfrm flipH="1" flipV="1">
                <a:off x="582139" y="554251"/>
                <a:ext cx="46006" cy="46128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92B67B19-2B5D-BB49-BFE3-F3B3B5D2485D}"/>
                  </a:ext>
                </a:extLst>
              </p:cNvPr>
              <p:cNvCxnSpPr>
                <a:cxnSpLocks/>
                <a:stCxn id="4" idx="15"/>
              </p:cNvCxnSpPr>
              <p:nvPr/>
            </p:nvCxnSpPr>
            <p:spPr>
              <a:xfrm flipH="1" flipV="1">
                <a:off x="467621" y="679441"/>
                <a:ext cx="143274" cy="51897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10BE234C-D7A2-684D-BA88-9EE7034DA0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1001" y="851382"/>
                <a:ext cx="219380" cy="55909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95E382C0-31B0-CA4E-BD50-F770F73E21DD}"/>
                  </a:ext>
                </a:extLst>
              </p:cNvPr>
              <p:cNvCxnSpPr>
                <a:cxnSpLocks/>
                <a:stCxn id="4" idx="16"/>
              </p:cNvCxnSpPr>
              <p:nvPr/>
            </p:nvCxnSpPr>
            <p:spPr>
              <a:xfrm flipH="1" flipV="1">
                <a:off x="333339" y="1070462"/>
                <a:ext cx="312056" cy="57684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81F2416E-40D3-4246-BD24-A8CDC9BB2B89}"/>
                  </a:ext>
                </a:extLst>
              </p:cNvPr>
              <p:cNvCxnSpPr>
                <a:cxnSpLocks/>
                <a:stCxn id="4" idx="17"/>
              </p:cNvCxnSpPr>
              <p:nvPr/>
            </p:nvCxnSpPr>
            <p:spPr>
              <a:xfrm flipH="1" flipV="1">
                <a:off x="316132" y="1307749"/>
                <a:ext cx="363762" cy="43931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98546170-8E72-BB4B-99E7-416C3787ACBD}"/>
                  </a:ext>
                </a:extLst>
              </p:cNvPr>
              <p:cNvCxnSpPr>
                <a:cxnSpLocks/>
                <a:stCxn id="4" idx="18"/>
              </p:cNvCxnSpPr>
              <p:nvPr/>
            </p:nvCxnSpPr>
            <p:spPr>
              <a:xfrm flipH="1" flipV="1">
                <a:off x="365787" y="1560257"/>
                <a:ext cx="331358" cy="23667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3ACB39D5-F744-134F-BFB0-A58B35961673}"/>
                  </a:ext>
                </a:extLst>
              </p:cNvPr>
              <p:cNvCxnSpPr>
                <a:cxnSpLocks/>
                <a:stCxn id="4" idx="19"/>
              </p:cNvCxnSpPr>
              <p:nvPr/>
            </p:nvCxnSpPr>
            <p:spPr>
              <a:xfrm flipH="1" flipV="1">
                <a:off x="401925" y="1751870"/>
                <a:ext cx="381468" cy="19469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943F0730-9074-224D-B132-41EE8DD90B76}"/>
                  </a:ext>
                </a:extLst>
              </p:cNvPr>
              <p:cNvCxnSpPr>
                <a:cxnSpLocks/>
                <a:stCxn id="4" idx="21"/>
                <a:endCxn id="48" idx="4"/>
              </p:cNvCxnSpPr>
              <p:nvPr/>
            </p:nvCxnSpPr>
            <p:spPr>
              <a:xfrm flipH="1" flipV="1">
                <a:off x="448282" y="1948070"/>
                <a:ext cx="355436" cy="131529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CE29BB8C-E352-4949-AC35-5B732C1E753F}"/>
                </a:ext>
              </a:extLst>
            </p:cNvPr>
            <p:cNvSpPr/>
            <p:nvPr/>
          </p:nvSpPr>
          <p:spPr>
            <a:xfrm>
              <a:off x="1295400" y="1202450"/>
              <a:ext cx="427803" cy="473950"/>
            </a:xfrm>
            <a:prstGeom prst="ellipse">
              <a:avLst/>
            </a:prstGeom>
            <a:noFill/>
            <a:ln w="952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65B8DDA9-742C-E044-9DB1-51E2938FB36A}"/>
                </a:ext>
              </a:extLst>
            </p:cNvPr>
            <p:cNvSpPr/>
            <p:nvPr/>
          </p:nvSpPr>
          <p:spPr>
            <a:xfrm>
              <a:off x="2162997" y="1202450"/>
              <a:ext cx="427803" cy="473950"/>
            </a:xfrm>
            <a:prstGeom prst="ellipse">
              <a:avLst/>
            </a:prstGeom>
            <a:noFill/>
            <a:ln w="952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3AE638C-E3D5-894D-8060-E82653F25D22}"/>
                </a:ext>
              </a:extLst>
            </p:cNvPr>
            <p:cNvCxnSpPr>
              <a:cxnSpLocks/>
              <a:stCxn id="128" idx="6"/>
              <a:endCxn id="129" idx="2"/>
            </p:cNvCxnSpPr>
            <p:nvPr/>
          </p:nvCxnSpPr>
          <p:spPr>
            <a:xfrm>
              <a:off x="1723203" y="1439425"/>
              <a:ext cx="439794" cy="0"/>
            </a:xfrm>
            <a:prstGeom prst="line">
              <a:avLst/>
            </a:prstGeom>
            <a:ln w="952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56E5249A-1761-904A-9062-319D283528CB}"/>
                </a:ext>
              </a:extLst>
            </p:cNvPr>
            <p:cNvGrpSpPr/>
            <p:nvPr/>
          </p:nvGrpSpPr>
          <p:grpSpPr>
            <a:xfrm>
              <a:off x="2138832" y="4214191"/>
              <a:ext cx="2250218" cy="1550505"/>
              <a:chOff x="2138832" y="4214191"/>
              <a:chExt cx="2250218" cy="1550505"/>
            </a:xfrm>
          </p:grpSpPr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255C5AC2-C72E-C24C-9DAD-33BB37EB7354}"/>
                  </a:ext>
                </a:extLst>
              </p:cNvPr>
              <p:cNvSpPr/>
              <p:nvPr/>
            </p:nvSpPr>
            <p:spPr>
              <a:xfrm>
                <a:off x="2173358" y="4214191"/>
                <a:ext cx="2215692" cy="730563"/>
              </a:xfrm>
              <a:custGeom>
                <a:avLst/>
                <a:gdLst>
                  <a:gd name="connsiteX0" fmla="*/ 0 w 2703443"/>
                  <a:gd name="connsiteY0" fmla="*/ 106018 h 730563"/>
                  <a:gd name="connsiteX1" fmla="*/ 503582 w 2703443"/>
                  <a:gd name="connsiteY1" fmla="*/ 106018 h 730563"/>
                  <a:gd name="connsiteX2" fmla="*/ 583095 w 2703443"/>
                  <a:gd name="connsiteY2" fmla="*/ 132522 h 730563"/>
                  <a:gd name="connsiteX3" fmla="*/ 622852 w 2703443"/>
                  <a:gd name="connsiteY3" fmla="*/ 145774 h 730563"/>
                  <a:gd name="connsiteX4" fmla="*/ 702365 w 2703443"/>
                  <a:gd name="connsiteY4" fmla="*/ 53009 h 730563"/>
                  <a:gd name="connsiteX5" fmla="*/ 742121 w 2703443"/>
                  <a:gd name="connsiteY5" fmla="*/ 26505 h 730563"/>
                  <a:gd name="connsiteX6" fmla="*/ 821634 w 2703443"/>
                  <a:gd name="connsiteY6" fmla="*/ 0 h 730563"/>
                  <a:gd name="connsiteX7" fmla="*/ 914400 w 2703443"/>
                  <a:gd name="connsiteY7" fmla="*/ 13252 h 730563"/>
                  <a:gd name="connsiteX8" fmla="*/ 954156 w 2703443"/>
                  <a:gd name="connsiteY8" fmla="*/ 79513 h 730563"/>
                  <a:gd name="connsiteX9" fmla="*/ 980660 w 2703443"/>
                  <a:gd name="connsiteY9" fmla="*/ 106018 h 730563"/>
                  <a:gd name="connsiteX10" fmla="*/ 993913 w 2703443"/>
                  <a:gd name="connsiteY10" fmla="*/ 145774 h 730563"/>
                  <a:gd name="connsiteX11" fmla="*/ 954156 w 2703443"/>
                  <a:gd name="connsiteY11" fmla="*/ 225287 h 730563"/>
                  <a:gd name="connsiteX12" fmla="*/ 980660 w 2703443"/>
                  <a:gd name="connsiteY12" fmla="*/ 251792 h 730563"/>
                  <a:gd name="connsiteX13" fmla="*/ 1060173 w 2703443"/>
                  <a:gd name="connsiteY13" fmla="*/ 291548 h 730563"/>
                  <a:gd name="connsiteX14" fmla="*/ 1113182 w 2703443"/>
                  <a:gd name="connsiteY14" fmla="*/ 344557 h 730563"/>
                  <a:gd name="connsiteX15" fmla="*/ 1179443 w 2703443"/>
                  <a:gd name="connsiteY15" fmla="*/ 397566 h 730563"/>
                  <a:gd name="connsiteX16" fmla="*/ 1219200 w 2703443"/>
                  <a:gd name="connsiteY16" fmla="*/ 424070 h 730563"/>
                  <a:gd name="connsiteX17" fmla="*/ 1245704 w 2703443"/>
                  <a:gd name="connsiteY17" fmla="*/ 463826 h 730563"/>
                  <a:gd name="connsiteX18" fmla="*/ 1298713 w 2703443"/>
                  <a:gd name="connsiteY18" fmla="*/ 516835 h 730563"/>
                  <a:gd name="connsiteX19" fmla="*/ 1351721 w 2703443"/>
                  <a:gd name="connsiteY19" fmla="*/ 583096 h 730563"/>
                  <a:gd name="connsiteX20" fmla="*/ 1364973 w 2703443"/>
                  <a:gd name="connsiteY20" fmla="*/ 622852 h 730563"/>
                  <a:gd name="connsiteX21" fmla="*/ 1391478 w 2703443"/>
                  <a:gd name="connsiteY21" fmla="*/ 649357 h 730563"/>
                  <a:gd name="connsiteX22" fmla="*/ 1404730 w 2703443"/>
                  <a:gd name="connsiteY22" fmla="*/ 689113 h 730563"/>
                  <a:gd name="connsiteX23" fmla="*/ 1563756 w 2703443"/>
                  <a:gd name="connsiteY23" fmla="*/ 702366 h 730563"/>
                  <a:gd name="connsiteX24" fmla="*/ 1603513 w 2703443"/>
                  <a:gd name="connsiteY24" fmla="*/ 715618 h 730563"/>
                  <a:gd name="connsiteX25" fmla="*/ 2040834 w 2703443"/>
                  <a:gd name="connsiteY25" fmla="*/ 702366 h 730563"/>
                  <a:gd name="connsiteX26" fmla="*/ 2411895 w 2703443"/>
                  <a:gd name="connsiteY26" fmla="*/ 715618 h 730563"/>
                  <a:gd name="connsiteX27" fmla="*/ 2451652 w 2703443"/>
                  <a:gd name="connsiteY27" fmla="*/ 728870 h 730563"/>
                  <a:gd name="connsiteX28" fmla="*/ 2703443 w 2703443"/>
                  <a:gd name="connsiteY28" fmla="*/ 728870 h 730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703443" h="730563">
                    <a:moveTo>
                      <a:pt x="0" y="106018"/>
                    </a:moveTo>
                    <a:cubicBezTo>
                      <a:pt x="206427" y="76529"/>
                      <a:pt x="157918" y="77992"/>
                      <a:pt x="503582" y="106018"/>
                    </a:cubicBezTo>
                    <a:cubicBezTo>
                      <a:pt x="531429" y="108276"/>
                      <a:pt x="556591" y="123687"/>
                      <a:pt x="583095" y="132522"/>
                    </a:cubicBezTo>
                    <a:lnTo>
                      <a:pt x="622852" y="145774"/>
                    </a:lnTo>
                    <a:cubicBezTo>
                      <a:pt x="646832" y="109805"/>
                      <a:pt x="663802" y="78717"/>
                      <a:pt x="702365" y="53009"/>
                    </a:cubicBezTo>
                    <a:cubicBezTo>
                      <a:pt x="715617" y="44174"/>
                      <a:pt x="727567" y="32974"/>
                      <a:pt x="742121" y="26505"/>
                    </a:cubicBezTo>
                    <a:cubicBezTo>
                      <a:pt x="767651" y="15158"/>
                      <a:pt x="821634" y="0"/>
                      <a:pt x="821634" y="0"/>
                    </a:cubicBezTo>
                    <a:cubicBezTo>
                      <a:pt x="852556" y="4417"/>
                      <a:pt x="884767" y="3374"/>
                      <a:pt x="914400" y="13252"/>
                    </a:cubicBezTo>
                    <a:cubicBezTo>
                      <a:pt x="947977" y="24444"/>
                      <a:pt x="940089" y="56067"/>
                      <a:pt x="954156" y="79513"/>
                    </a:cubicBezTo>
                    <a:cubicBezTo>
                      <a:pt x="960584" y="90227"/>
                      <a:pt x="971825" y="97183"/>
                      <a:pt x="980660" y="106018"/>
                    </a:cubicBezTo>
                    <a:cubicBezTo>
                      <a:pt x="985078" y="119270"/>
                      <a:pt x="993913" y="131805"/>
                      <a:pt x="993913" y="145774"/>
                    </a:cubicBezTo>
                    <a:cubicBezTo>
                      <a:pt x="993913" y="173206"/>
                      <a:pt x="967556" y="205187"/>
                      <a:pt x="954156" y="225287"/>
                    </a:cubicBezTo>
                    <a:cubicBezTo>
                      <a:pt x="962991" y="234122"/>
                      <a:pt x="969946" y="245364"/>
                      <a:pt x="980660" y="251792"/>
                    </a:cubicBezTo>
                    <a:cubicBezTo>
                      <a:pt x="1059048" y="298825"/>
                      <a:pt x="981976" y="224522"/>
                      <a:pt x="1060173" y="291548"/>
                    </a:cubicBezTo>
                    <a:cubicBezTo>
                      <a:pt x="1079146" y="307810"/>
                      <a:pt x="1092390" y="330696"/>
                      <a:pt x="1113182" y="344557"/>
                    </a:cubicBezTo>
                    <a:cubicBezTo>
                      <a:pt x="1235550" y="426134"/>
                      <a:pt x="1085027" y="322033"/>
                      <a:pt x="1179443" y="397566"/>
                    </a:cubicBezTo>
                    <a:cubicBezTo>
                      <a:pt x="1191880" y="407516"/>
                      <a:pt x="1205948" y="415235"/>
                      <a:pt x="1219200" y="424070"/>
                    </a:cubicBezTo>
                    <a:cubicBezTo>
                      <a:pt x="1228035" y="437322"/>
                      <a:pt x="1235339" y="451733"/>
                      <a:pt x="1245704" y="463826"/>
                    </a:cubicBezTo>
                    <a:cubicBezTo>
                      <a:pt x="1261966" y="482799"/>
                      <a:pt x="1298713" y="516835"/>
                      <a:pt x="1298713" y="516835"/>
                    </a:cubicBezTo>
                    <a:cubicBezTo>
                      <a:pt x="1332022" y="616764"/>
                      <a:pt x="1283216" y="497465"/>
                      <a:pt x="1351721" y="583096"/>
                    </a:cubicBezTo>
                    <a:cubicBezTo>
                      <a:pt x="1360447" y="594004"/>
                      <a:pt x="1357786" y="610874"/>
                      <a:pt x="1364973" y="622852"/>
                    </a:cubicBezTo>
                    <a:cubicBezTo>
                      <a:pt x="1371401" y="633566"/>
                      <a:pt x="1382643" y="640522"/>
                      <a:pt x="1391478" y="649357"/>
                    </a:cubicBezTo>
                    <a:cubicBezTo>
                      <a:pt x="1395895" y="662609"/>
                      <a:pt x="1391379" y="685005"/>
                      <a:pt x="1404730" y="689113"/>
                    </a:cubicBezTo>
                    <a:cubicBezTo>
                      <a:pt x="1455570" y="704756"/>
                      <a:pt x="1511030" y="695336"/>
                      <a:pt x="1563756" y="702366"/>
                    </a:cubicBezTo>
                    <a:cubicBezTo>
                      <a:pt x="1577603" y="704212"/>
                      <a:pt x="1590261" y="711201"/>
                      <a:pt x="1603513" y="715618"/>
                    </a:cubicBezTo>
                    <a:cubicBezTo>
                      <a:pt x="1749287" y="711201"/>
                      <a:pt x="1894993" y="702366"/>
                      <a:pt x="2040834" y="702366"/>
                    </a:cubicBezTo>
                    <a:cubicBezTo>
                      <a:pt x="2164600" y="702366"/>
                      <a:pt x="2288386" y="707650"/>
                      <a:pt x="2411895" y="715618"/>
                    </a:cubicBezTo>
                    <a:cubicBezTo>
                      <a:pt x="2425835" y="716517"/>
                      <a:pt x="2437697" y="728236"/>
                      <a:pt x="2451652" y="728870"/>
                    </a:cubicBezTo>
                    <a:cubicBezTo>
                      <a:pt x="2535496" y="732681"/>
                      <a:pt x="2619513" y="728870"/>
                      <a:pt x="2703443" y="728870"/>
                    </a:cubicBez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B159B8C3-3A19-5648-AF2C-430E003B7196}"/>
                  </a:ext>
                </a:extLst>
              </p:cNvPr>
              <p:cNvSpPr/>
              <p:nvPr/>
            </p:nvSpPr>
            <p:spPr>
              <a:xfrm>
                <a:off x="2199861" y="4651513"/>
                <a:ext cx="834887" cy="702841"/>
              </a:xfrm>
              <a:custGeom>
                <a:avLst/>
                <a:gdLst>
                  <a:gd name="connsiteX0" fmla="*/ 0 w 834887"/>
                  <a:gd name="connsiteY0" fmla="*/ 0 h 702841"/>
                  <a:gd name="connsiteX1" fmla="*/ 92765 w 834887"/>
                  <a:gd name="connsiteY1" fmla="*/ 13252 h 702841"/>
                  <a:gd name="connsiteX2" fmla="*/ 410817 w 834887"/>
                  <a:gd name="connsiteY2" fmla="*/ 26504 h 702841"/>
                  <a:gd name="connsiteX3" fmla="*/ 516835 w 834887"/>
                  <a:gd name="connsiteY3" fmla="*/ 53009 h 702841"/>
                  <a:gd name="connsiteX4" fmla="*/ 596348 w 834887"/>
                  <a:gd name="connsiteY4" fmla="*/ 79513 h 702841"/>
                  <a:gd name="connsiteX5" fmla="*/ 622852 w 834887"/>
                  <a:gd name="connsiteY5" fmla="*/ 119270 h 702841"/>
                  <a:gd name="connsiteX6" fmla="*/ 662609 w 834887"/>
                  <a:gd name="connsiteY6" fmla="*/ 145774 h 702841"/>
                  <a:gd name="connsiteX7" fmla="*/ 675861 w 834887"/>
                  <a:gd name="connsiteY7" fmla="*/ 185530 h 702841"/>
                  <a:gd name="connsiteX8" fmla="*/ 702365 w 834887"/>
                  <a:gd name="connsiteY8" fmla="*/ 212035 h 702841"/>
                  <a:gd name="connsiteX9" fmla="*/ 755374 w 834887"/>
                  <a:gd name="connsiteY9" fmla="*/ 291548 h 702841"/>
                  <a:gd name="connsiteX10" fmla="*/ 781878 w 834887"/>
                  <a:gd name="connsiteY10" fmla="*/ 331304 h 702841"/>
                  <a:gd name="connsiteX11" fmla="*/ 834887 w 834887"/>
                  <a:gd name="connsiteY11" fmla="*/ 384313 h 702841"/>
                  <a:gd name="connsiteX12" fmla="*/ 808382 w 834887"/>
                  <a:gd name="connsiteY12" fmla="*/ 463826 h 702841"/>
                  <a:gd name="connsiteX13" fmla="*/ 768626 w 834887"/>
                  <a:gd name="connsiteY13" fmla="*/ 490330 h 702841"/>
                  <a:gd name="connsiteX14" fmla="*/ 742122 w 834887"/>
                  <a:gd name="connsiteY14" fmla="*/ 516835 h 702841"/>
                  <a:gd name="connsiteX15" fmla="*/ 702365 w 834887"/>
                  <a:gd name="connsiteY15" fmla="*/ 530087 h 702841"/>
                  <a:gd name="connsiteX16" fmla="*/ 596348 w 834887"/>
                  <a:gd name="connsiteY16" fmla="*/ 596348 h 702841"/>
                  <a:gd name="connsiteX17" fmla="*/ 516835 w 834887"/>
                  <a:gd name="connsiteY17" fmla="*/ 622852 h 702841"/>
                  <a:gd name="connsiteX18" fmla="*/ 477078 w 834887"/>
                  <a:gd name="connsiteY18" fmla="*/ 636104 h 702841"/>
                  <a:gd name="connsiteX19" fmla="*/ 331304 w 834887"/>
                  <a:gd name="connsiteY19" fmla="*/ 649357 h 702841"/>
                  <a:gd name="connsiteX20" fmla="*/ 106017 w 834887"/>
                  <a:gd name="connsiteY20" fmla="*/ 662609 h 702841"/>
                  <a:gd name="connsiteX21" fmla="*/ 66261 w 834887"/>
                  <a:gd name="connsiteY21" fmla="*/ 675861 h 702841"/>
                  <a:gd name="connsiteX22" fmla="*/ 13252 w 834887"/>
                  <a:gd name="connsiteY22" fmla="*/ 702365 h 702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34887" h="702841">
                    <a:moveTo>
                      <a:pt x="0" y="0"/>
                    </a:moveTo>
                    <a:cubicBezTo>
                      <a:pt x="30922" y="4417"/>
                      <a:pt x="61594" y="11241"/>
                      <a:pt x="92765" y="13252"/>
                    </a:cubicBezTo>
                    <a:cubicBezTo>
                      <a:pt x="198654" y="20083"/>
                      <a:pt x="305171" y="16600"/>
                      <a:pt x="410817" y="26504"/>
                    </a:cubicBezTo>
                    <a:cubicBezTo>
                      <a:pt x="447085" y="29904"/>
                      <a:pt x="482277" y="41490"/>
                      <a:pt x="516835" y="53009"/>
                    </a:cubicBezTo>
                    <a:lnTo>
                      <a:pt x="596348" y="79513"/>
                    </a:lnTo>
                    <a:cubicBezTo>
                      <a:pt x="605183" y="92765"/>
                      <a:pt x="611590" y="108008"/>
                      <a:pt x="622852" y="119270"/>
                    </a:cubicBezTo>
                    <a:cubicBezTo>
                      <a:pt x="634114" y="130532"/>
                      <a:pt x="652659" y="133337"/>
                      <a:pt x="662609" y="145774"/>
                    </a:cubicBezTo>
                    <a:cubicBezTo>
                      <a:pt x="671335" y="156682"/>
                      <a:pt x="668674" y="173552"/>
                      <a:pt x="675861" y="185530"/>
                    </a:cubicBezTo>
                    <a:cubicBezTo>
                      <a:pt x="682289" y="196244"/>
                      <a:pt x="694868" y="202040"/>
                      <a:pt x="702365" y="212035"/>
                    </a:cubicBezTo>
                    <a:cubicBezTo>
                      <a:pt x="721478" y="237519"/>
                      <a:pt x="737704" y="265044"/>
                      <a:pt x="755374" y="291548"/>
                    </a:cubicBezTo>
                    <a:cubicBezTo>
                      <a:pt x="764209" y="304800"/>
                      <a:pt x="770616" y="320042"/>
                      <a:pt x="781878" y="331304"/>
                    </a:cubicBezTo>
                    <a:lnTo>
                      <a:pt x="834887" y="384313"/>
                    </a:lnTo>
                    <a:cubicBezTo>
                      <a:pt x="826052" y="410817"/>
                      <a:pt x="831628" y="448329"/>
                      <a:pt x="808382" y="463826"/>
                    </a:cubicBezTo>
                    <a:cubicBezTo>
                      <a:pt x="795130" y="472661"/>
                      <a:pt x="781063" y="480380"/>
                      <a:pt x="768626" y="490330"/>
                    </a:cubicBezTo>
                    <a:cubicBezTo>
                      <a:pt x="758870" y="498135"/>
                      <a:pt x="752836" y="510407"/>
                      <a:pt x="742122" y="516835"/>
                    </a:cubicBezTo>
                    <a:cubicBezTo>
                      <a:pt x="730144" y="524022"/>
                      <a:pt x="715617" y="525670"/>
                      <a:pt x="702365" y="530087"/>
                    </a:cubicBezTo>
                    <a:cubicBezTo>
                      <a:pt x="660364" y="593090"/>
                      <a:pt x="690971" y="564808"/>
                      <a:pt x="596348" y="596348"/>
                    </a:cubicBezTo>
                    <a:lnTo>
                      <a:pt x="516835" y="622852"/>
                    </a:lnTo>
                    <a:cubicBezTo>
                      <a:pt x="503583" y="627269"/>
                      <a:pt x="490990" y="634839"/>
                      <a:pt x="477078" y="636104"/>
                    </a:cubicBezTo>
                    <a:lnTo>
                      <a:pt x="331304" y="649357"/>
                    </a:lnTo>
                    <a:cubicBezTo>
                      <a:pt x="205503" y="691290"/>
                      <a:pt x="279614" y="678390"/>
                      <a:pt x="106017" y="662609"/>
                    </a:cubicBezTo>
                    <a:cubicBezTo>
                      <a:pt x="92765" y="667026"/>
                      <a:pt x="78239" y="668674"/>
                      <a:pt x="66261" y="675861"/>
                    </a:cubicBezTo>
                    <a:cubicBezTo>
                      <a:pt x="11675" y="708612"/>
                      <a:pt x="67689" y="702365"/>
                      <a:pt x="13252" y="702365"/>
                    </a:cubicBez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64BC9374-25FC-F24C-B96F-98B64DE81442}"/>
                  </a:ext>
                </a:extLst>
              </p:cNvPr>
              <p:cNvSpPr/>
              <p:nvPr/>
            </p:nvSpPr>
            <p:spPr>
              <a:xfrm>
                <a:off x="2213113" y="5234423"/>
                <a:ext cx="2160104" cy="530273"/>
              </a:xfrm>
              <a:custGeom>
                <a:avLst/>
                <a:gdLst>
                  <a:gd name="connsiteX0" fmla="*/ 0 w 2160104"/>
                  <a:gd name="connsiteY0" fmla="*/ 530273 h 530273"/>
                  <a:gd name="connsiteX1" fmla="*/ 92765 w 2160104"/>
                  <a:gd name="connsiteY1" fmla="*/ 517020 h 530273"/>
                  <a:gd name="connsiteX2" fmla="*/ 159026 w 2160104"/>
                  <a:gd name="connsiteY2" fmla="*/ 503768 h 530273"/>
                  <a:gd name="connsiteX3" fmla="*/ 265044 w 2160104"/>
                  <a:gd name="connsiteY3" fmla="*/ 490516 h 530273"/>
                  <a:gd name="connsiteX4" fmla="*/ 318052 w 2160104"/>
                  <a:gd name="connsiteY4" fmla="*/ 477264 h 530273"/>
                  <a:gd name="connsiteX5" fmla="*/ 450574 w 2160104"/>
                  <a:gd name="connsiteY5" fmla="*/ 437507 h 530273"/>
                  <a:gd name="connsiteX6" fmla="*/ 543339 w 2160104"/>
                  <a:gd name="connsiteY6" fmla="*/ 424255 h 530273"/>
                  <a:gd name="connsiteX7" fmla="*/ 622852 w 2160104"/>
                  <a:gd name="connsiteY7" fmla="*/ 397751 h 530273"/>
                  <a:gd name="connsiteX8" fmla="*/ 649357 w 2160104"/>
                  <a:gd name="connsiteY8" fmla="*/ 371247 h 530273"/>
                  <a:gd name="connsiteX9" fmla="*/ 768626 w 2160104"/>
                  <a:gd name="connsiteY9" fmla="*/ 304986 h 530273"/>
                  <a:gd name="connsiteX10" fmla="*/ 861391 w 2160104"/>
                  <a:gd name="connsiteY10" fmla="*/ 225473 h 530273"/>
                  <a:gd name="connsiteX11" fmla="*/ 914400 w 2160104"/>
                  <a:gd name="connsiteY11" fmla="*/ 159212 h 530273"/>
                  <a:gd name="connsiteX12" fmla="*/ 967409 w 2160104"/>
                  <a:gd name="connsiteY12" fmla="*/ 106203 h 530273"/>
                  <a:gd name="connsiteX13" fmla="*/ 1007165 w 2160104"/>
                  <a:gd name="connsiteY13" fmla="*/ 92951 h 530273"/>
                  <a:gd name="connsiteX14" fmla="*/ 1325217 w 2160104"/>
                  <a:gd name="connsiteY14" fmla="*/ 53194 h 530273"/>
                  <a:gd name="connsiteX15" fmla="*/ 1842052 w 2160104"/>
                  <a:gd name="connsiteY15" fmla="*/ 39942 h 530273"/>
                  <a:gd name="connsiteX16" fmla="*/ 1895061 w 2160104"/>
                  <a:gd name="connsiteY16" fmla="*/ 26690 h 530273"/>
                  <a:gd name="connsiteX17" fmla="*/ 2093844 w 2160104"/>
                  <a:gd name="connsiteY17" fmla="*/ 13438 h 530273"/>
                  <a:gd name="connsiteX18" fmla="*/ 2160104 w 2160104"/>
                  <a:gd name="connsiteY18" fmla="*/ 186 h 530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160104" h="530273">
                    <a:moveTo>
                      <a:pt x="0" y="530273"/>
                    </a:moveTo>
                    <a:cubicBezTo>
                      <a:pt x="30922" y="525855"/>
                      <a:pt x="61954" y="522155"/>
                      <a:pt x="92765" y="517020"/>
                    </a:cubicBezTo>
                    <a:cubicBezTo>
                      <a:pt x="114983" y="513317"/>
                      <a:pt x="136764" y="507193"/>
                      <a:pt x="159026" y="503768"/>
                    </a:cubicBezTo>
                    <a:cubicBezTo>
                      <a:pt x="194226" y="498353"/>
                      <a:pt x="229705" y="494933"/>
                      <a:pt x="265044" y="490516"/>
                    </a:cubicBezTo>
                    <a:cubicBezTo>
                      <a:pt x="282713" y="486099"/>
                      <a:pt x="300607" y="482497"/>
                      <a:pt x="318052" y="477264"/>
                    </a:cubicBezTo>
                    <a:cubicBezTo>
                      <a:pt x="371234" y="461309"/>
                      <a:pt x="398892" y="446904"/>
                      <a:pt x="450574" y="437507"/>
                    </a:cubicBezTo>
                    <a:cubicBezTo>
                      <a:pt x="481306" y="431919"/>
                      <a:pt x="512417" y="428672"/>
                      <a:pt x="543339" y="424255"/>
                    </a:cubicBezTo>
                    <a:cubicBezTo>
                      <a:pt x="569843" y="415420"/>
                      <a:pt x="603096" y="417506"/>
                      <a:pt x="622852" y="397751"/>
                    </a:cubicBezTo>
                    <a:cubicBezTo>
                      <a:pt x="631687" y="388916"/>
                      <a:pt x="638643" y="377675"/>
                      <a:pt x="649357" y="371247"/>
                    </a:cubicBezTo>
                    <a:cubicBezTo>
                      <a:pt x="732674" y="321256"/>
                      <a:pt x="647067" y="426545"/>
                      <a:pt x="768626" y="304986"/>
                    </a:cubicBezTo>
                    <a:cubicBezTo>
                      <a:pt x="896231" y="177381"/>
                      <a:pt x="760476" y="306205"/>
                      <a:pt x="861391" y="225473"/>
                    </a:cubicBezTo>
                    <a:cubicBezTo>
                      <a:pt x="902403" y="192663"/>
                      <a:pt x="876829" y="203045"/>
                      <a:pt x="914400" y="159212"/>
                    </a:cubicBezTo>
                    <a:cubicBezTo>
                      <a:pt x="930662" y="140239"/>
                      <a:pt x="943703" y="114105"/>
                      <a:pt x="967409" y="106203"/>
                    </a:cubicBezTo>
                    <a:lnTo>
                      <a:pt x="1007165" y="92951"/>
                    </a:lnTo>
                    <a:cubicBezTo>
                      <a:pt x="1122723" y="-22607"/>
                      <a:pt x="1035216" y="38694"/>
                      <a:pt x="1325217" y="53194"/>
                    </a:cubicBezTo>
                    <a:cubicBezTo>
                      <a:pt x="1497495" y="48777"/>
                      <a:pt x="1669903" y="47949"/>
                      <a:pt x="1842052" y="39942"/>
                    </a:cubicBezTo>
                    <a:cubicBezTo>
                      <a:pt x="1860246" y="39096"/>
                      <a:pt x="1876948" y="28597"/>
                      <a:pt x="1895061" y="26690"/>
                    </a:cubicBezTo>
                    <a:cubicBezTo>
                      <a:pt x="1961104" y="19738"/>
                      <a:pt x="2027583" y="17855"/>
                      <a:pt x="2093844" y="13438"/>
                    </a:cubicBezTo>
                    <a:cubicBezTo>
                      <a:pt x="2141981" y="-2608"/>
                      <a:pt x="2119631" y="186"/>
                      <a:pt x="2160104" y="186"/>
                    </a:cubicBez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759EAECC-D22E-2E4A-BEC4-BAC8FC34F399}"/>
                  </a:ext>
                </a:extLst>
              </p:cNvPr>
              <p:cNvSpPr/>
              <p:nvPr/>
            </p:nvSpPr>
            <p:spPr>
              <a:xfrm>
                <a:off x="2138832" y="4343401"/>
                <a:ext cx="131023" cy="2722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4106F13A-ECAA-0E44-877E-7F06CFB1B368}"/>
                  </a:ext>
                </a:extLst>
              </p:cNvPr>
              <p:cNvSpPr/>
              <p:nvPr/>
            </p:nvSpPr>
            <p:spPr>
              <a:xfrm>
                <a:off x="2155819" y="5361517"/>
                <a:ext cx="132820" cy="35348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C0F76389-60F7-7D4A-8B21-16EE72BE8CFD}"/>
                </a:ext>
              </a:extLst>
            </p:cNvPr>
            <p:cNvGrpSpPr/>
            <p:nvPr/>
          </p:nvGrpSpPr>
          <p:grpSpPr>
            <a:xfrm flipH="1">
              <a:off x="-414600" y="4240695"/>
              <a:ext cx="2111867" cy="1550505"/>
              <a:chOff x="2138832" y="4214191"/>
              <a:chExt cx="2250218" cy="1550505"/>
            </a:xfrm>
          </p:grpSpPr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EBE02AA6-633A-5940-B9F0-CA80B6AECE45}"/>
                  </a:ext>
                </a:extLst>
              </p:cNvPr>
              <p:cNvSpPr/>
              <p:nvPr/>
            </p:nvSpPr>
            <p:spPr>
              <a:xfrm>
                <a:off x="2173358" y="4214191"/>
                <a:ext cx="2215692" cy="730563"/>
              </a:xfrm>
              <a:custGeom>
                <a:avLst/>
                <a:gdLst>
                  <a:gd name="connsiteX0" fmla="*/ 0 w 2703443"/>
                  <a:gd name="connsiteY0" fmla="*/ 106018 h 730563"/>
                  <a:gd name="connsiteX1" fmla="*/ 503582 w 2703443"/>
                  <a:gd name="connsiteY1" fmla="*/ 106018 h 730563"/>
                  <a:gd name="connsiteX2" fmla="*/ 583095 w 2703443"/>
                  <a:gd name="connsiteY2" fmla="*/ 132522 h 730563"/>
                  <a:gd name="connsiteX3" fmla="*/ 622852 w 2703443"/>
                  <a:gd name="connsiteY3" fmla="*/ 145774 h 730563"/>
                  <a:gd name="connsiteX4" fmla="*/ 702365 w 2703443"/>
                  <a:gd name="connsiteY4" fmla="*/ 53009 h 730563"/>
                  <a:gd name="connsiteX5" fmla="*/ 742121 w 2703443"/>
                  <a:gd name="connsiteY5" fmla="*/ 26505 h 730563"/>
                  <a:gd name="connsiteX6" fmla="*/ 821634 w 2703443"/>
                  <a:gd name="connsiteY6" fmla="*/ 0 h 730563"/>
                  <a:gd name="connsiteX7" fmla="*/ 914400 w 2703443"/>
                  <a:gd name="connsiteY7" fmla="*/ 13252 h 730563"/>
                  <a:gd name="connsiteX8" fmla="*/ 954156 w 2703443"/>
                  <a:gd name="connsiteY8" fmla="*/ 79513 h 730563"/>
                  <a:gd name="connsiteX9" fmla="*/ 980660 w 2703443"/>
                  <a:gd name="connsiteY9" fmla="*/ 106018 h 730563"/>
                  <a:gd name="connsiteX10" fmla="*/ 993913 w 2703443"/>
                  <a:gd name="connsiteY10" fmla="*/ 145774 h 730563"/>
                  <a:gd name="connsiteX11" fmla="*/ 954156 w 2703443"/>
                  <a:gd name="connsiteY11" fmla="*/ 225287 h 730563"/>
                  <a:gd name="connsiteX12" fmla="*/ 980660 w 2703443"/>
                  <a:gd name="connsiteY12" fmla="*/ 251792 h 730563"/>
                  <a:gd name="connsiteX13" fmla="*/ 1060173 w 2703443"/>
                  <a:gd name="connsiteY13" fmla="*/ 291548 h 730563"/>
                  <a:gd name="connsiteX14" fmla="*/ 1113182 w 2703443"/>
                  <a:gd name="connsiteY14" fmla="*/ 344557 h 730563"/>
                  <a:gd name="connsiteX15" fmla="*/ 1179443 w 2703443"/>
                  <a:gd name="connsiteY15" fmla="*/ 397566 h 730563"/>
                  <a:gd name="connsiteX16" fmla="*/ 1219200 w 2703443"/>
                  <a:gd name="connsiteY16" fmla="*/ 424070 h 730563"/>
                  <a:gd name="connsiteX17" fmla="*/ 1245704 w 2703443"/>
                  <a:gd name="connsiteY17" fmla="*/ 463826 h 730563"/>
                  <a:gd name="connsiteX18" fmla="*/ 1298713 w 2703443"/>
                  <a:gd name="connsiteY18" fmla="*/ 516835 h 730563"/>
                  <a:gd name="connsiteX19" fmla="*/ 1351721 w 2703443"/>
                  <a:gd name="connsiteY19" fmla="*/ 583096 h 730563"/>
                  <a:gd name="connsiteX20" fmla="*/ 1364973 w 2703443"/>
                  <a:gd name="connsiteY20" fmla="*/ 622852 h 730563"/>
                  <a:gd name="connsiteX21" fmla="*/ 1391478 w 2703443"/>
                  <a:gd name="connsiteY21" fmla="*/ 649357 h 730563"/>
                  <a:gd name="connsiteX22" fmla="*/ 1404730 w 2703443"/>
                  <a:gd name="connsiteY22" fmla="*/ 689113 h 730563"/>
                  <a:gd name="connsiteX23" fmla="*/ 1563756 w 2703443"/>
                  <a:gd name="connsiteY23" fmla="*/ 702366 h 730563"/>
                  <a:gd name="connsiteX24" fmla="*/ 1603513 w 2703443"/>
                  <a:gd name="connsiteY24" fmla="*/ 715618 h 730563"/>
                  <a:gd name="connsiteX25" fmla="*/ 2040834 w 2703443"/>
                  <a:gd name="connsiteY25" fmla="*/ 702366 h 730563"/>
                  <a:gd name="connsiteX26" fmla="*/ 2411895 w 2703443"/>
                  <a:gd name="connsiteY26" fmla="*/ 715618 h 730563"/>
                  <a:gd name="connsiteX27" fmla="*/ 2451652 w 2703443"/>
                  <a:gd name="connsiteY27" fmla="*/ 728870 h 730563"/>
                  <a:gd name="connsiteX28" fmla="*/ 2703443 w 2703443"/>
                  <a:gd name="connsiteY28" fmla="*/ 728870 h 730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703443" h="730563">
                    <a:moveTo>
                      <a:pt x="0" y="106018"/>
                    </a:moveTo>
                    <a:cubicBezTo>
                      <a:pt x="206427" y="76529"/>
                      <a:pt x="157918" y="77992"/>
                      <a:pt x="503582" y="106018"/>
                    </a:cubicBezTo>
                    <a:cubicBezTo>
                      <a:pt x="531429" y="108276"/>
                      <a:pt x="556591" y="123687"/>
                      <a:pt x="583095" y="132522"/>
                    </a:cubicBezTo>
                    <a:lnTo>
                      <a:pt x="622852" y="145774"/>
                    </a:lnTo>
                    <a:cubicBezTo>
                      <a:pt x="646832" y="109805"/>
                      <a:pt x="663802" y="78717"/>
                      <a:pt x="702365" y="53009"/>
                    </a:cubicBezTo>
                    <a:cubicBezTo>
                      <a:pt x="715617" y="44174"/>
                      <a:pt x="727567" y="32974"/>
                      <a:pt x="742121" y="26505"/>
                    </a:cubicBezTo>
                    <a:cubicBezTo>
                      <a:pt x="767651" y="15158"/>
                      <a:pt x="821634" y="0"/>
                      <a:pt x="821634" y="0"/>
                    </a:cubicBezTo>
                    <a:cubicBezTo>
                      <a:pt x="852556" y="4417"/>
                      <a:pt x="884767" y="3374"/>
                      <a:pt x="914400" y="13252"/>
                    </a:cubicBezTo>
                    <a:cubicBezTo>
                      <a:pt x="947977" y="24444"/>
                      <a:pt x="940089" y="56067"/>
                      <a:pt x="954156" y="79513"/>
                    </a:cubicBezTo>
                    <a:cubicBezTo>
                      <a:pt x="960584" y="90227"/>
                      <a:pt x="971825" y="97183"/>
                      <a:pt x="980660" y="106018"/>
                    </a:cubicBezTo>
                    <a:cubicBezTo>
                      <a:pt x="985078" y="119270"/>
                      <a:pt x="993913" y="131805"/>
                      <a:pt x="993913" y="145774"/>
                    </a:cubicBezTo>
                    <a:cubicBezTo>
                      <a:pt x="993913" y="173206"/>
                      <a:pt x="967556" y="205187"/>
                      <a:pt x="954156" y="225287"/>
                    </a:cubicBezTo>
                    <a:cubicBezTo>
                      <a:pt x="962991" y="234122"/>
                      <a:pt x="969946" y="245364"/>
                      <a:pt x="980660" y="251792"/>
                    </a:cubicBezTo>
                    <a:cubicBezTo>
                      <a:pt x="1059048" y="298825"/>
                      <a:pt x="981976" y="224522"/>
                      <a:pt x="1060173" y="291548"/>
                    </a:cubicBezTo>
                    <a:cubicBezTo>
                      <a:pt x="1079146" y="307810"/>
                      <a:pt x="1092390" y="330696"/>
                      <a:pt x="1113182" y="344557"/>
                    </a:cubicBezTo>
                    <a:cubicBezTo>
                      <a:pt x="1235550" y="426134"/>
                      <a:pt x="1085027" y="322033"/>
                      <a:pt x="1179443" y="397566"/>
                    </a:cubicBezTo>
                    <a:cubicBezTo>
                      <a:pt x="1191880" y="407516"/>
                      <a:pt x="1205948" y="415235"/>
                      <a:pt x="1219200" y="424070"/>
                    </a:cubicBezTo>
                    <a:cubicBezTo>
                      <a:pt x="1228035" y="437322"/>
                      <a:pt x="1235339" y="451733"/>
                      <a:pt x="1245704" y="463826"/>
                    </a:cubicBezTo>
                    <a:cubicBezTo>
                      <a:pt x="1261966" y="482799"/>
                      <a:pt x="1298713" y="516835"/>
                      <a:pt x="1298713" y="516835"/>
                    </a:cubicBezTo>
                    <a:cubicBezTo>
                      <a:pt x="1332022" y="616764"/>
                      <a:pt x="1283216" y="497465"/>
                      <a:pt x="1351721" y="583096"/>
                    </a:cubicBezTo>
                    <a:cubicBezTo>
                      <a:pt x="1360447" y="594004"/>
                      <a:pt x="1357786" y="610874"/>
                      <a:pt x="1364973" y="622852"/>
                    </a:cubicBezTo>
                    <a:cubicBezTo>
                      <a:pt x="1371401" y="633566"/>
                      <a:pt x="1382643" y="640522"/>
                      <a:pt x="1391478" y="649357"/>
                    </a:cubicBezTo>
                    <a:cubicBezTo>
                      <a:pt x="1395895" y="662609"/>
                      <a:pt x="1391379" y="685005"/>
                      <a:pt x="1404730" y="689113"/>
                    </a:cubicBezTo>
                    <a:cubicBezTo>
                      <a:pt x="1455570" y="704756"/>
                      <a:pt x="1511030" y="695336"/>
                      <a:pt x="1563756" y="702366"/>
                    </a:cubicBezTo>
                    <a:cubicBezTo>
                      <a:pt x="1577603" y="704212"/>
                      <a:pt x="1590261" y="711201"/>
                      <a:pt x="1603513" y="715618"/>
                    </a:cubicBezTo>
                    <a:cubicBezTo>
                      <a:pt x="1749287" y="711201"/>
                      <a:pt x="1894993" y="702366"/>
                      <a:pt x="2040834" y="702366"/>
                    </a:cubicBezTo>
                    <a:cubicBezTo>
                      <a:pt x="2164600" y="702366"/>
                      <a:pt x="2288386" y="707650"/>
                      <a:pt x="2411895" y="715618"/>
                    </a:cubicBezTo>
                    <a:cubicBezTo>
                      <a:pt x="2425835" y="716517"/>
                      <a:pt x="2437697" y="728236"/>
                      <a:pt x="2451652" y="728870"/>
                    </a:cubicBezTo>
                    <a:cubicBezTo>
                      <a:pt x="2535496" y="732681"/>
                      <a:pt x="2619513" y="728870"/>
                      <a:pt x="2703443" y="728870"/>
                    </a:cubicBez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0B19DE4F-6CA8-FE46-A1C5-AFCC6BAD2D06}"/>
                  </a:ext>
                </a:extLst>
              </p:cNvPr>
              <p:cNvSpPr/>
              <p:nvPr/>
            </p:nvSpPr>
            <p:spPr>
              <a:xfrm>
                <a:off x="2199861" y="4651513"/>
                <a:ext cx="834887" cy="702841"/>
              </a:xfrm>
              <a:custGeom>
                <a:avLst/>
                <a:gdLst>
                  <a:gd name="connsiteX0" fmla="*/ 0 w 834887"/>
                  <a:gd name="connsiteY0" fmla="*/ 0 h 702841"/>
                  <a:gd name="connsiteX1" fmla="*/ 92765 w 834887"/>
                  <a:gd name="connsiteY1" fmla="*/ 13252 h 702841"/>
                  <a:gd name="connsiteX2" fmla="*/ 410817 w 834887"/>
                  <a:gd name="connsiteY2" fmla="*/ 26504 h 702841"/>
                  <a:gd name="connsiteX3" fmla="*/ 516835 w 834887"/>
                  <a:gd name="connsiteY3" fmla="*/ 53009 h 702841"/>
                  <a:gd name="connsiteX4" fmla="*/ 596348 w 834887"/>
                  <a:gd name="connsiteY4" fmla="*/ 79513 h 702841"/>
                  <a:gd name="connsiteX5" fmla="*/ 622852 w 834887"/>
                  <a:gd name="connsiteY5" fmla="*/ 119270 h 702841"/>
                  <a:gd name="connsiteX6" fmla="*/ 662609 w 834887"/>
                  <a:gd name="connsiteY6" fmla="*/ 145774 h 702841"/>
                  <a:gd name="connsiteX7" fmla="*/ 675861 w 834887"/>
                  <a:gd name="connsiteY7" fmla="*/ 185530 h 702841"/>
                  <a:gd name="connsiteX8" fmla="*/ 702365 w 834887"/>
                  <a:gd name="connsiteY8" fmla="*/ 212035 h 702841"/>
                  <a:gd name="connsiteX9" fmla="*/ 755374 w 834887"/>
                  <a:gd name="connsiteY9" fmla="*/ 291548 h 702841"/>
                  <a:gd name="connsiteX10" fmla="*/ 781878 w 834887"/>
                  <a:gd name="connsiteY10" fmla="*/ 331304 h 702841"/>
                  <a:gd name="connsiteX11" fmla="*/ 834887 w 834887"/>
                  <a:gd name="connsiteY11" fmla="*/ 384313 h 702841"/>
                  <a:gd name="connsiteX12" fmla="*/ 808382 w 834887"/>
                  <a:gd name="connsiteY12" fmla="*/ 463826 h 702841"/>
                  <a:gd name="connsiteX13" fmla="*/ 768626 w 834887"/>
                  <a:gd name="connsiteY13" fmla="*/ 490330 h 702841"/>
                  <a:gd name="connsiteX14" fmla="*/ 742122 w 834887"/>
                  <a:gd name="connsiteY14" fmla="*/ 516835 h 702841"/>
                  <a:gd name="connsiteX15" fmla="*/ 702365 w 834887"/>
                  <a:gd name="connsiteY15" fmla="*/ 530087 h 702841"/>
                  <a:gd name="connsiteX16" fmla="*/ 596348 w 834887"/>
                  <a:gd name="connsiteY16" fmla="*/ 596348 h 702841"/>
                  <a:gd name="connsiteX17" fmla="*/ 516835 w 834887"/>
                  <a:gd name="connsiteY17" fmla="*/ 622852 h 702841"/>
                  <a:gd name="connsiteX18" fmla="*/ 477078 w 834887"/>
                  <a:gd name="connsiteY18" fmla="*/ 636104 h 702841"/>
                  <a:gd name="connsiteX19" fmla="*/ 331304 w 834887"/>
                  <a:gd name="connsiteY19" fmla="*/ 649357 h 702841"/>
                  <a:gd name="connsiteX20" fmla="*/ 106017 w 834887"/>
                  <a:gd name="connsiteY20" fmla="*/ 662609 h 702841"/>
                  <a:gd name="connsiteX21" fmla="*/ 66261 w 834887"/>
                  <a:gd name="connsiteY21" fmla="*/ 675861 h 702841"/>
                  <a:gd name="connsiteX22" fmla="*/ 13252 w 834887"/>
                  <a:gd name="connsiteY22" fmla="*/ 702365 h 702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34887" h="702841">
                    <a:moveTo>
                      <a:pt x="0" y="0"/>
                    </a:moveTo>
                    <a:cubicBezTo>
                      <a:pt x="30922" y="4417"/>
                      <a:pt x="61594" y="11241"/>
                      <a:pt x="92765" y="13252"/>
                    </a:cubicBezTo>
                    <a:cubicBezTo>
                      <a:pt x="198654" y="20083"/>
                      <a:pt x="305171" y="16600"/>
                      <a:pt x="410817" y="26504"/>
                    </a:cubicBezTo>
                    <a:cubicBezTo>
                      <a:pt x="447085" y="29904"/>
                      <a:pt x="482277" y="41490"/>
                      <a:pt x="516835" y="53009"/>
                    </a:cubicBezTo>
                    <a:lnTo>
                      <a:pt x="596348" y="79513"/>
                    </a:lnTo>
                    <a:cubicBezTo>
                      <a:pt x="605183" y="92765"/>
                      <a:pt x="611590" y="108008"/>
                      <a:pt x="622852" y="119270"/>
                    </a:cubicBezTo>
                    <a:cubicBezTo>
                      <a:pt x="634114" y="130532"/>
                      <a:pt x="652659" y="133337"/>
                      <a:pt x="662609" y="145774"/>
                    </a:cubicBezTo>
                    <a:cubicBezTo>
                      <a:pt x="671335" y="156682"/>
                      <a:pt x="668674" y="173552"/>
                      <a:pt x="675861" y="185530"/>
                    </a:cubicBezTo>
                    <a:cubicBezTo>
                      <a:pt x="682289" y="196244"/>
                      <a:pt x="694868" y="202040"/>
                      <a:pt x="702365" y="212035"/>
                    </a:cubicBezTo>
                    <a:cubicBezTo>
                      <a:pt x="721478" y="237519"/>
                      <a:pt x="737704" y="265044"/>
                      <a:pt x="755374" y="291548"/>
                    </a:cubicBezTo>
                    <a:cubicBezTo>
                      <a:pt x="764209" y="304800"/>
                      <a:pt x="770616" y="320042"/>
                      <a:pt x="781878" y="331304"/>
                    </a:cubicBezTo>
                    <a:lnTo>
                      <a:pt x="834887" y="384313"/>
                    </a:lnTo>
                    <a:cubicBezTo>
                      <a:pt x="826052" y="410817"/>
                      <a:pt x="831628" y="448329"/>
                      <a:pt x="808382" y="463826"/>
                    </a:cubicBezTo>
                    <a:cubicBezTo>
                      <a:pt x="795130" y="472661"/>
                      <a:pt x="781063" y="480380"/>
                      <a:pt x="768626" y="490330"/>
                    </a:cubicBezTo>
                    <a:cubicBezTo>
                      <a:pt x="758870" y="498135"/>
                      <a:pt x="752836" y="510407"/>
                      <a:pt x="742122" y="516835"/>
                    </a:cubicBezTo>
                    <a:cubicBezTo>
                      <a:pt x="730144" y="524022"/>
                      <a:pt x="715617" y="525670"/>
                      <a:pt x="702365" y="530087"/>
                    </a:cubicBezTo>
                    <a:cubicBezTo>
                      <a:pt x="660364" y="593090"/>
                      <a:pt x="690971" y="564808"/>
                      <a:pt x="596348" y="596348"/>
                    </a:cubicBezTo>
                    <a:lnTo>
                      <a:pt x="516835" y="622852"/>
                    </a:lnTo>
                    <a:cubicBezTo>
                      <a:pt x="503583" y="627269"/>
                      <a:pt x="490990" y="634839"/>
                      <a:pt x="477078" y="636104"/>
                    </a:cubicBezTo>
                    <a:lnTo>
                      <a:pt x="331304" y="649357"/>
                    </a:lnTo>
                    <a:cubicBezTo>
                      <a:pt x="205503" y="691290"/>
                      <a:pt x="279614" y="678390"/>
                      <a:pt x="106017" y="662609"/>
                    </a:cubicBezTo>
                    <a:cubicBezTo>
                      <a:pt x="92765" y="667026"/>
                      <a:pt x="78239" y="668674"/>
                      <a:pt x="66261" y="675861"/>
                    </a:cubicBezTo>
                    <a:cubicBezTo>
                      <a:pt x="11675" y="708612"/>
                      <a:pt x="67689" y="702365"/>
                      <a:pt x="13252" y="702365"/>
                    </a:cubicBez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1D7C1118-7523-6B4B-BCA1-37A35568F7A0}"/>
                  </a:ext>
                </a:extLst>
              </p:cNvPr>
              <p:cNvSpPr/>
              <p:nvPr/>
            </p:nvSpPr>
            <p:spPr>
              <a:xfrm>
                <a:off x="2213113" y="5234423"/>
                <a:ext cx="2160104" cy="530273"/>
              </a:xfrm>
              <a:custGeom>
                <a:avLst/>
                <a:gdLst>
                  <a:gd name="connsiteX0" fmla="*/ 0 w 2160104"/>
                  <a:gd name="connsiteY0" fmla="*/ 530273 h 530273"/>
                  <a:gd name="connsiteX1" fmla="*/ 92765 w 2160104"/>
                  <a:gd name="connsiteY1" fmla="*/ 517020 h 530273"/>
                  <a:gd name="connsiteX2" fmla="*/ 159026 w 2160104"/>
                  <a:gd name="connsiteY2" fmla="*/ 503768 h 530273"/>
                  <a:gd name="connsiteX3" fmla="*/ 265044 w 2160104"/>
                  <a:gd name="connsiteY3" fmla="*/ 490516 h 530273"/>
                  <a:gd name="connsiteX4" fmla="*/ 318052 w 2160104"/>
                  <a:gd name="connsiteY4" fmla="*/ 477264 h 530273"/>
                  <a:gd name="connsiteX5" fmla="*/ 450574 w 2160104"/>
                  <a:gd name="connsiteY5" fmla="*/ 437507 h 530273"/>
                  <a:gd name="connsiteX6" fmla="*/ 543339 w 2160104"/>
                  <a:gd name="connsiteY6" fmla="*/ 424255 h 530273"/>
                  <a:gd name="connsiteX7" fmla="*/ 622852 w 2160104"/>
                  <a:gd name="connsiteY7" fmla="*/ 397751 h 530273"/>
                  <a:gd name="connsiteX8" fmla="*/ 649357 w 2160104"/>
                  <a:gd name="connsiteY8" fmla="*/ 371247 h 530273"/>
                  <a:gd name="connsiteX9" fmla="*/ 768626 w 2160104"/>
                  <a:gd name="connsiteY9" fmla="*/ 304986 h 530273"/>
                  <a:gd name="connsiteX10" fmla="*/ 861391 w 2160104"/>
                  <a:gd name="connsiteY10" fmla="*/ 225473 h 530273"/>
                  <a:gd name="connsiteX11" fmla="*/ 914400 w 2160104"/>
                  <a:gd name="connsiteY11" fmla="*/ 159212 h 530273"/>
                  <a:gd name="connsiteX12" fmla="*/ 967409 w 2160104"/>
                  <a:gd name="connsiteY12" fmla="*/ 106203 h 530273"/>
                  <a:gd name="connsiteX13" fmla="*/ 1007165 w 2160104"/>
                  <a:gd name="connsiteY13" fmla="*/ 92951 h 530273"/>
                  <a:gd name="connsiteX14" fmla="*/ 1325217 w 2160104"/>
                  <a:gd name="connsiteY14" fmla="*/ 53194 h 530273"/>
                  <a:gd name="connsiteX15" fmla="*/ 1842052 w 2160104"/>
                  <a:gd name="connsiteY15" fmla="*/ 39942 h 530273"/>
                  <a:gd name="connsiteX16" fmla="*/ 1895061 w 2160104"/>
                  <a:gd name="connsiteY16" fmla="*/ 26690 h 530273"/>
                  <a:gd name="connsiteX17" fmla="*/ 2093844 w 2160104"/>
                  <a:gd name="connsiteY17" fmla="*/ 13438 h 530273"/>
                  <a:gd name="connsiteX18" fmla="*/ 2160104 w 2160104"/>
                  <a:gd name="connsiteY18" fmla="*/ 186 h 530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160104" h="530273">
                    <a:moveTo>
                      <a:pt x="0" y="530273"/>
                    </a:moveTo>
                    <a:cubicBezTo>
                      <a:pt x="30922" y="525855"/>
                      <a:pt x="61954" y="522155"/>
                      <a:pt x="92765" y="517020"/>
                    </a:cubicBezTo>
                    <a:cubicBezTo>
                      <a:pt x="114983" y="513317"/>
                      <a:pt x="136764" y="507193"/>
                      <a:pt x="159026" y="503768"/>
                    </a:cubicBezTo>
                    <a:cubicBezTo>
                      <a:pt x="194226" y="498353"/>
                      <a:pt x="229705" y="494933"/>
                      <a:pt x="265044" y="490516"/>
                    </a:cubicBezTo>
                    <a:cubicBezTo>
                      <a:pt x="282713" y="486099"/>
                      <a:pt x="300607" y="482497"/>
                      <a:pt x="318052" y="477264"/>
                    </a:cubicBezTo>
                    <a:cubicBezTo>
                      <a:pt x="371234" y="461309"/>
                      <a:pt x="398892" y="446904"/>
                      <a:pt x="450574" y="437507"/>
                    </a:cubicBezTo>
                    <a:cubicBezTo>
                      <a:pt x="481306" y="431919"/>
                      <a:pt x="512417" y="428672"/>
                      <a:pt x="543339" y="424255"/>
                    </a:cubicBezTo>
                    <a:cubicBezTo>
                      <a:pt x="569843" y="415420"/>
                      <a:pt x="603096" y="417506"/>
                      <a:pt x="622852" y="397751"/>
                    </a:cubicBezTo>
                    <a:cubicBezTo>
                      <a:pt x="631687" y="388916"/>
                      <a:pt x="638643" y="377675"/>
                      <a:pt x="649357" y="371247"/>
                    </a:cubicBezTo>
                    <a:cubicBezTo>
                      <a:pt x="732674" y="321256"/>
                      <a:pt x="647067" y="426545"/>
                      <a:pt x="768626" y="304986"/>
                    </a:cubicBezTo>
                    <a:cubicBezTo>
                      <a:pt x="896231" y="177381"/>
                      <a:pt x="760476" y="306205"/>
                      <a:pt x="861391" y="225473"/>
                    </a:cubicBezTo>
                    <a:cubicBezTo>
                      <a:pt x="902403" y="192663"/>
                      <a:pt x="876829" y="203045"/>
                      <a:pt x="914400" y="159212"/>
                    </a:cubicBezTo>
                    <a:cubicBezTo>
                      <a:pt x="930662" y="140239"/>
                      <a:pt x="943703" y="114105"/>
                      <a:pt x="967409" y="106203"/>
                    </a:cubicBezTo>
                    <a:lnTo>
                      <a:pt x="1007165" y="92951"/>
                    </a:lnTo>
                    <a:cubicBezTo>
                      <a:pt x="1122723" y="-22607"/>
                      <a:pt x="1035216" y="38694"/>
                      <a:pt x="1325217" y="53194"/>
                    </a:cubicBezTo>
                    <a:cubicBezTo>
                      <a:pt x="1497495" y="48777"/>
                      <a:pt x="1669903" y="47949"/>
                      <a:pt x="1842052" y="39942"/>
                    </a:cubicBezTo>
                    <a:cubicBezTo>
                      <a:pt x="1860246" y="39096"/>
                      <a:pt x="1876948" y="28597"/>
                      <a:pt x="1895061" y="26690"/>
                    </a:cubicBezTo>
                    <a:cubicBezTo>
                      <a:pt x="1961104" y="19738"/>
                      <a:pt x="2027583" y="17855"/>
                      <a:pt x="2093844" y="13438"/>
                    </a:cubicBezTo>
                    <a:cubicBezTo>
                      <a:pt x="2141981" y="-2608"/>
                      <a:pt x="2119631" y="186"/>
                      <a:pt x="2160104" y="186"/>
                    </a:cubicBez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21BABA57-9BA6-854E-B0FB-DDE77EB671E9}"/>
                  </a:ext>
                </a:extLst>
              </p:cNvPr>
              <p:cNvSpPr/>
              <p:nvPr/>
            </p:nvSpPr>
            <p:spPr>
              <a:xfrm>
                <a:off x="2138832" y="4343401"/>
                <a:ext cx="131023" cy="2722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2A0C9774-C192-564B-AAB5-BDAE85A55523}"/>
                  </a:ext>
                </a:extLst>
              </p:cNvPr>
              <p:cNvSpPr/>
              <p:nvPr/>
            </p:nvSpPr>
            <p:spPr>
              <a:xfrm>
                <a:off x="2155819" y="5361517"/>
                <a:ext cx="132820" cy="35348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823E301-B44E-D44D-ADC5-3943CEAB8283}"/>
              </a:ext>
            </a:extLst>
          </p:cNvPr>
          <p:cNvCxnSpPr>
            <a:cxnSpLocks/>
          </p:cNvCxnSpPr>
          <p:nvPr/>
        </p:nvCxnSpPr>
        <p:spPr>
          <a:xfrm>
            <a:off x="4259355" y="3961657"/>
            <a:ext cx="15533" cy="2225167"/>
          </a:xfrm>
          <a:prstGeom prst="line">
            <a:avLst/>
          </a:prstGeom>
          <a:ln w="444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7EBA9F3A-C2E4-1B4B-8036-C75358A5D812}"/>
              </a:ext>
            </a:extLst>
          </p:cNvPr>
          <p:cNvCxnSpPr>
            <a:cxnSpLocks/>
          </p:cNvCxnSpPr>
          <p:nvPr/>
        </p:nvCxnSpPr>
        <p:spPr>
          <a:xfrm>
            <a:off x="4480267" y="3962400"/>
            <a:ext cx="15533" cy="2225167"/>
          </a:xfrm>
          <a:prstGeom prst="line">
            <a:avLst/>
          </a:prstGeom>
          <a:ln w="444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reeform 4">
            <a:extLst>
              <a:ext uri="{FF2B5EF4-FFF2-40B4-BE49-F238E27FC236}">
                <a16:creationId xmlns:a16="http://schemas.microsoft.com/office/drawing/2014/main" id="{17C0C52E-FF9C-9E4E-98BC-E43D5E258891}"/>
              </a:ext>
            </a:extLst>
          </p:cNvPr>
          <p:cNvSpPr/>
          <p:nvPr/>
        </p:nvSpPr>
        <p:spPr>
          <a:xfrm>
            <a:off x="3498574" y="4357315"/>
            <a:ext cx="55659" cy="182880"/>
          </a:xfrm>
          <a:custGeom>
            <a:avLst/>
            <a:gdLst>
              <a:gd name="connsiteX0" fmla="*/ 55659 w 55659"/>
              <a:gd name="connsiteY0" fmla="*/ 182880 h 182880"/>
              <a:gd name="connsiteX1" fmla="*/ 39756 w 55659"/>
              <a:gd name="connsiteY1" fmla="*/ 127221 h 182880"/>
              <a:gd name="connsiteX2" fmla="*/ 23854 w 55659"/>
              <a:gd name="connsiteY2" fmla="*/ 103367 h 182880"/>
              <a:gd name="connsiteX3" fmla="*/ 7951 w 55659"/>
              <a:gd name="connsiteY3" fmla="*/ 55659 h 182880"/>
              <a:gd name="connsiteX4" fmla="*/ 0 w 55659"/>
              <a:gd name="connsiteY4" fmla="*/ 31805 h 182880"/>
              <a:gd name="connsiteX5" fmla="*/ 0 w 55659"/>
              <a:gd name="connsiteY5" fmla="*/ 0 h 18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659" h="182880">
                <a:moveTo>
                  <a:pt x="55659" y="182880"/>
                </a:moveTo>
                <a:cubicBezTo>
                  <a:pt x="50358" y="164327"/>
                  <a:pt x="46922" y="145136"/>
                  <a:pt x="39756" y="127221"/>
                </a:cubicBezTo>
                <a:cubicBezTo>
                  <a:pt x="36207" y="118348"/>
                  <a:pt x="27735" y="112100"/>
                  <a:pt x="23854" y="103367"/>
                </a:cubicBezTo>
                <a:cubicBezTo>
                  <a:pt x="17046" y="88049"/>
                  <a:pt x="13252" y="71562"/>
                  <a:pt x="7951" y="55659"/>
                </a:cubicBezTo>
                <a:cubicBezTo>
                  <a:pt x="5301" y="47708"/>
                  <a:pt x="0" y="40186"/>
                  <a:pt x="0" y="31805"/>
                </a:cubicBezTo>
                <a:lnTo>
                  <a:pt x="0" y="0"/>
                </a:lnTo>
              </a:path>
            </a:pathLst>
          </a:custGeom>
          <a:noFill/>
          <a:ln w="44450">
            <a:solidFill>
              <a:srgbClr val="00B0F0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7D2A5D2D-6A21-6547-9792-869BE43C15C1}"/>
              </a:ext>
            </a:extLst>
          </p:cNvPr>
          <p:cNvSpPr/>
          <p:nvPr/>
        </p:nvSpPr>
        <p:spPr>
          <a:xfrm>
            <a:off x="1590261" y="4540195"/>
            <a:ext cx="1963972" cy="580445"/>
          </a:xfrm>
          <a:custGeom>
            <a:avLst/>
            <a:gdLst>
              <a:gd name="connsiteX0" fmla="*/ 0 w 1963972"/>
              <a:gd name="connsiteY0" fmla="*/ 548640 h 580445"/>
              <a:gd name="connsiteX1" fmla="*/ 55659 w 1963972"/>
              <a:gd name="connsiteY1" fmla="*/ 564542 h 580445"/>
              <a:gd name="connsiteX2" fmla="*/ 190831 w 1963972"/>
              <a:gd name="connsiteY2" fmla="*/ 572494 h 580445"/>
              <a:gd name="connsiteX3" fmla="*/ 278296 w 1963972"/>
              <a:gd name="connsiteY3" fmla="*/ 580445 h 580445"/>
              <a:gd name="connsiteX4" fmla="*/ 612250 w 1963972"/>
              <a:gd name="connsiteY4" fmla="*/ 572494 h 580445"/>
              <a:gd name="connsiteX5" fmla="*/ 683812 w 1963972"/>
              <a:gd name="connsiteY5" fmla="*/ 564542 h 580445"/>
              <a:gd name="connsiteX6" fmla="*/ 866692 w 1963972"/>
              <a:gd name="connsiteY6" fmla="*/ 548640 h 580445"/>
              <a:gd name="connsiteX7" fmla="*/ 962108 w 1963972"/>
              <a:gd name="connsiteY7" fmla="*/ 532737 h 580445"/>
              <a:gd name="connsiteX8" fmla="*/ 1137036 w 1963972"/>
              <a:gd name="connsiteY8" fmla="*/ 548640 h 580445"/>
              <a:gd name="connsiteX9" fmla="*/ 1375576 w 1963972"/>
              <a:gd name="connsiteY9" fmla="*/ 540688 h 580445"/>
              <a:gd name="connsiteX10" fmla="*/ 1470991 w 1963972"/>
              <a:gd name="connsiteY10" fmla="*/ 516835 h 580445"/>
              <a:gd name="connsiteX11" fmla="*/ 1494845 w 1963972"/>
              <a:gd name="connsiteY11" fmla="*/ 508883 h 580445"/>
              <a:gd name="connsiteX12" fmla="*/ 1542553 w 1963972"/>
              <a:gd name="connsiteY12" fmla="*/ 485029 h 580445"/>
              <a:gd name="connsiteX13" fmla="*/ 1566407 w 1963972"/>
              <a:gd name="connsiteY13" fmla="*/ 469127 h 580445"/>
              <a:gd name="connsiteX14" fmla="*/ 1614115 w 1963972"/>
              <a:gd name="connsiteY14" fmla="*/ 445273 h 580445"/>
              <a:gd name="connsiteX15" fmla="*/ 1630017 w 1963972"/>
              <a:gd name="connsiteY15" fmla="*/ 421419 h 580445"/>
              <a:gd name="connsiteX16" fmla="*/ 1653871 w 1963972"/>
              <a:gd name="connsiteY16" fmla="*/ 405516 h 580445"/>
              <a:gd name="connsiteX17" fmla="*/ 1685676 w 1963972"/>
              <a:gd name="connsiteY17" fmla="*/ 357808 h 580445"/>
              <a:gd name="connsiteX18" fmla="*/ 1701579 w 1963972"/>
              <a:gd name="connsiteY18" fmla="*/ 333955 h 580445"/>
              <a:gd name="connsiteX19" fmla="*/ 1725433 w 1963972"/>
              <a:gd name="connsiteY19" fmla="*/ 318052 h 580445"/>
              <a:gd name="connsiteX20" fmla="*/ 1741336 w 1963972"/>
              <a:gd name="connsiteY20" fmla="*/ 294198 h 580445"/>
              <a:gd name="connsiteX21" fmla="*/ 1765189 w 1963972"/>
              <a:gd name="connsiteY21" fmla="*/ 278295 h 580445"/>
              <a:gd name="connsiteX22" fmla="*/ 1820849 w 1963972"/>
              <a:gd name="connsiteY22" fmla="*/ 214685 h 580445"/>
              <a:gd name="connsiteX23" fmla="*/ 1844702 w 1963972"/>
              <a:gd name="connsiteY23" fmla="*/ 166977 h 580445"/>
              <a:gd name="connsiteX24" fmla="*/ 1860605 w 1963972"/>
              <a:gd name="connsiteY24" fmla="*/ 119269 h 580445"/>
              <a:gd name="connsiteX25" fmla="*/ 1908313 w 1963972"/>
              <a:gd name="connsiteY25" fmla="*/ 87464 h 580445"/>
              <a:gd name="connsiteX26" fmla="*/ 1916264 w 1963972"/>
              <a:gd name="connsiteY26" fmla="*/ 63610 h 580445"/>
              <a:gd name="connsiteX27" fmla="*/ 1940118 w 1963972"/>
              <a:gd name="connsiteY27" fmla="*/ 47708 h 580445"/>
              <a:gd name="connsiteX28" fmla="*/ 1956021 w 1963972"/>
              <a:gd name="connsiteY28" fmla="*/ 23854 h 580445"/>
              <a:gd name="connsiteX29" fmla="*/ 1963972 w 1963972"/>
              <a:gd name="connsiteY29" fmla="*/ 0 h 58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963972" h="580445">
                <a:moveTo>
                  <a:pt x="0" y="548640"/>
                </a:moveTo>
                <a:cubicBezTo>
                  <a:pt x="18553" y="553941"/>
                  <a:pt x="36513" y="562149"/>
                  <a:pt x="55659" y="564542"/>
                </a:cubicBezTo>
                <a:cubicBezTo>
                  <a:pt x="100446" y="570140"/>
                  <a:pt x="145810" y="569278"/>
                  <a:pt x="190831" y="572494"/>
                </a:cubicBezTo>
                <a:cubicBezTo>
                  <a:pt x="220032" y="574580"/>
                  <a:pt x="249141" y="577795"/>
                  <a:pt x="278296" y="580445"/>
                </a:cubicBezTo>
                <a:lnTo>
                  <a:pt x="612250" y="572494"/>
                </a:lnTo>
                <a:cubicBezTo>
                  <a:pt x="636232" y="571553"/>
                  <a:pt x="659910" y="566715"/>
                  <a:pt x="683812" y="564542"/>
                </a:cubicBezTo>
                <a:cubicBezTo>
                  <a:pt x="735497" y="559843"/>
                  <a:pt x="813100" y="555948"/>
                  <a:pt x="866692" y="548640"/>
                </a:cubicBezTo>
                <a:cubicBezTo>
                  <a:pt x="898640" y="544283"/>
                  <a:pt x="962108" y="532737"/>
                  <a:pt x="962108" y="532737"/>
                </a:cubicBezTo>
                <a:cubicBezTo>
                  <a:pt x="988544" y="535380"/>
                  <a:pt x="1116723" y="548640"/>
                  <a:pt x="1137036" y="548640"/>
                </a:cubicBezTo>
                <a:cubicBezTo>
                  <a:pt x="1216594" y="548640"/>
                  <a:pt x="1296063" y="543339"/>
                  <a:pt x="1375576" y="540688"/>
                </a:cubicBezTo>
                <a:cubicBezTo>
                  <a:pt x="1439813" y="529982"/>
                  <a:pt x="1407994" y="537834"/>
                  <a:pt x="1470991" y="516835"/>
                </a:cubicBezTo>
                <a:cubicBezTo>
                  <a:pt x="1478942" y="514185"/>
                  <a:pt x="1487871" y="513532"/>
                  <a:pt x="1494845" y="508883"/>
                </a:cubicBezTo>
                <a:cubicBezTo>
                  <a:pt x="1563206" y="463311"/>
                  <a:pt x="1476714" y="517949"/>
                  <a:pt x="1542553" y="485029"/>
                </a:cubicBezTo>
                <a:cubicBezTo>
                  <a:pt x="1551100" y="480755"/>
                  <a:pt x="1557860" y="473401"/>
                  <a:pt x="1566407" y="469127"/>
                </a:cubicBezTo>
                <a:cubicBezTo>
                  <a:pt x="1632246" y="436207"/>
                  <a:pt x="1545754" y="490845"/>
                  <a:pt x="1614115" y="445273"/>
                </a:cubicBezTo>
                <a:cubicBezTo>
                  <a:pt x="1619416" y="437322"/>
                  <a:pt x="1623260" y="428176"/>
                  <a:pt x="1630017" y="421419"/>
                </a:cubicBezTo>
                <a:cubicBezTo>
                  <a:pt x="1636774" y="414662"/>
                  <a:pt x="1647578" y="412708"/>
                  <a:pt x="1653871" y="405516"/>
                </a:cubicBezTo>
                <a:cubicBezTo>
                  <a:pt x="1666457" y="391132"/>
                  <a:pt x="1675074" y="373711"/>
                  <a:pt x="1685676" y="357808"/>
                </a:cubicBezTo>
                <a:cubicBezTo>
                  <a:pt x="1690977" y="349857"/>
                  <a:pt x="1693628" y="339256"/>
                  <a:pt x="1701579" y="333955"/>
                </a:cubicBezTo>
                <a:lnTo>
                  <a:pt x="1725433" y="318052"/>
                </a:lnTo>
                <a:cubicBezTo>
                  <a:pt x="1730734" y="310101"/>
                  <a:pt x="1734579" y="300955"/>
                  <a:pt x="1741336" y="294198"/>
                </a:cubicBezTo>
                <a:cubicBezTo>
                  <a:pt x="1748093" y="287441"/>
                  <a:pt x="1758896" y="285487"/>
                  <a:pt x="1765189" y="278295"/>
                </a:cubicBezTo>
                <a:cubicBezTo>
                  <a:pt x="1830123" y="204085"/>
                  <a:pt x="1767179" y="250466"/>
                  <a:pt x="1820849" y="214685"/>
                </a:cubicBezTo>
                <a:cubicBezTo>
                  <a:pt x="1849843" y="127699"/>
                  <a:pt x="1803604" y="259449"/>
                  <a:pt x="1844702" y="166977"/>
                </a:cubicBezTo>
                <a:cubicBezTo>
                  <a:pt x="1851510" y="151659"/>
                  <a:pt x="1846657" y="128567"/>
                  <a:pt x="1860605" y="119269"/>
                </a:cubicBezTo>
                <a:lnTo>
                  <a:pt x="1908313" y="87464"/>
                </a:lnTo>
                <a:cubicBezTo>
                  <a:pt x="1910963" y="79513"/>
                  <a:pt x="1911028" y="70155"/>
                  <a:pt x="1916264" y="63610"/>
                </a:cubicBezTo>
                <a:cubicBezTo>
                  <a:pt x="1922234" y="56148"/>
                  <a:pt x="1933361" y="54465"/>
                  <a:pt x="1940118" y="47708"/>
                </a:cubicBezTo>
                <a:cubicBezTo>
                  <a:pt x="1946875" y="40951"/>
                  <a:pt x="1950720" y="31805"/>
                  <a:pt x="1956021" y="23854"/>
                </a:cubicBezTo>
                <a:lnTo>
                  <a:pt x="1963972" y="0"/>
                </a:lnTo>
              </a:path>
            </a:pathLst>
          </a:cu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D51BCC-1504-294F-A849-44DF385F8FFE}"/>
              </a:ext>
            </a:extLst>
          </p:cNvPr>
          <p:cNvCxnSpPr>
            <a:cxnSpLocks/>
          </p:cNvCxnSpPr>
          <p:nvPr/>
        </p:nvCxnSpPr>
        <p:spPr>
          <a:xfrm>
            <a:off x="1402080" y="4944194"/>
            <a:ext cx="198120" cy="161206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E7D497A-0EE4-1341-86D7-29A259927714}"/>
              </a:ext>
            </a:extLst>
          </p:cNvPr>
          <p:cNvCxnSpPr>
            <a:cxnSpLocks/>
            <a:endCxn id="7" idx="0"/>
          </p:cNvCxnSpPr>
          <p:nvPr/>
        </p:nvCxnSpPr>
        <p:spPr>
          <a:xfrm flipV="1">
            <a:off x="1396191" y="5088835"/>
            <a:ext cx="194070" cy="144365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76529F0-8978-AE47-9A0F-D395F09BC9FC}"/>
              </a:ext>
            </a:extLst>
          </p:cNvPr>
          <p:cNvSpPr txBox="1"/>
          <p:nvPr/>
        </p:nvSpPr>
        <p:spPr>
          <a:xfrm>
            <a:off x="988075" y="4844457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R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B8037D2-0125-F446-B121-959D681CAC4B}"/>
              </a:ext>
            </a:extLst>
          </p:cNvPr>
          <p:cNvCxnSpPr>
            <a:cxnSpLocks/>
          </p:cNvCxnSpPr>
          <p:nvPr/>
        </p:nvCxnSpPr>
        <p:spPr>
          <a:xfrm>
            <a:off x="4355739" y="4530241"/>
            <a:ext cx="103413" cy="153487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52E6DB7-7704-A841-B38C-E4138FE87099}"/>
              </a:ext>
            </a:extLst>
          </p:cNvPr>
          <p:cNvCxnSpPr>
            <a:cxnSpLocks/>
          </p:cNvCxnSpPr>
          <p:nvPr/>
        </p:nvCxnSpPr>
        <p:spPr>
          <a:xfrm flipH="1">
            <a:off x="4322624" y="4539567"/>
            <a:ext cx="45145" cy="169992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8FA2931-1DBB-1F4F-9F6C-DE4912E12C13}"/>
              </a:ext>
            </a:extLst>
          </p:cNvPr>
          <p:cNvCxnSpPr/>
          <p:nvPr/>
        </p:nvCxnSpPr>
        <p:spPr>
          <a:xfrm>
            <a:off x="1981200" y="4267200"/>
            <a:ext cx="0" cy="83820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B6956A8E-0868-E646-BCAB-7D476541BC83}"/>
              </a:ext>
            </a:extLst>
          </p:cNvPr>
          <p:cNvSpPr txBox="1"/>
          <p:nvPr/>
        </p:nvSpPr>
        <p:spPr>
          <a:xfrm>
            <a:off x="1343614" y="4025045"/>
            <a:ext cx="14572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70C0"/>
                </a:solidFill>
              </a:rPr>
              <a:t>First order neuron</a:t>
            </a: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4399047D-7EB9-114D-A977-4A752EE21D83}"/>
              </a:ext>
            </a:extLst>
          </p:cNvPr>
          <p:cNvSpPr/>
          <p:nvPr/>
        </p:nvSpPr>
        <p:spPr>
          <a:xfrm>
            <a:off x="3570514" y="4484914"/>
            <a:ext cx="805543" cy="76200"/>
          </a:xfrm>
          <a:custGeom>
            <a:avLst/>
            <a:gdLst>
              <a:gd name="connsiteX0" fmla="*/ 0 w 805543"/>
              <a:gd name="connsiteY0" fmla="*/ 76200 h 76200"/>
              <a:gd name="connsiteX1" fmla="*/ 76200 w 805543"/>
              <a:gd name="connsiteY1" fmla="*/ 54429 h 76200"/>
              <a:gd name="connsiteX2" fmla="*/ 141515 w 805543"/>
              <a:gd name="connsiteY2" fmla="*/ 43543 h 76200"/>
              <a:gd name="connsiteX3" fmla="*/ 206829 w 805543"/>
              <a:gd name="connsiteY3" fmla="*/ 21772 h 76200"/>
              <a:gd name="connsiteX4" fmla="*/ 457200 w 805543"/>
              <a:gd name="connsiteY4" fmla="*/ 0 h 76200"/>
              <a:gd name="connsiteX5" fmla="*/ 718457 w 805543"/>
              <a:gd name="connsiteY5" fmla="*/ 32657 h 76200"/>
              <a:gd name="connsiteX6" fmla="*/ 783772 w 805543"/>
              <a:gd name="connsiteY6" fmla="*/ 54429 h 76200"/>
              <a:gd name="connsiteX7" fmla="*/ 805543 w 805543"/>
              <a:gd name="connsiteY7" fmla="*/ 76200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5543" h="76200">
                <a:moveTo>
                  <a:pt x="0" y="76200"/>
                </a:moveTo>
                <a:cubicBezTo>
                  <a:pt x="25400" y="68943"/>
                  <a:pt x="50460" y="60369"/>
                  <a:pt x="76200" y="54429"/>
                </a:cubicBezTo>
                <a:cubicBezTo>
                  <a:pt x="97707" y="49466"/>
                  <a:pt x="120102" y="48896"/>
                  <a:pt x="141515" y="43543"/>
                </a:cubicBezTo>
                <a:cubicBezTo>
                  <a:pt x="163779" y="37977"/>
                  <a:pt x="184020" y="24306"/>
                  <a:pt x="206829" y="21772"/>
                </a:cubicBezTo>
                <a:cubicBezTo>
                  <a:pt x="355418" y="5262"/>
                  <a:pt x="272026" y="13227"/>
                  <a:pt x="457200" y="0"/>
                </a:cubicBezTo>
                <a:cubicBezTo>
                  <a:pt x="676054" y="12159"/>
                  <a:pt x="591086" y="-9800"/>
                  <a:pt x="718457" y="32657"/>
                </a:cubicBezTo>
                <a:lnTo>
                  <a:pt x="783772" y="54429"/>
                </a:lnTo>
                <a:lnTo>
                  <a:pt x="805543" y="76200"/>
                </a:lnTo>
              </a:path>
            </a:pathLst>
          </a:cu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Explosion 1 99">
            <a:extLst>
              <a:ext uri="{FF2B5EF4-FFF2-40B4-BE49-F238E27FC236}">
                <a16:creationId xmlns:a16="http://schemas.microsoft.com/office/drawing/2014/main" id="{17BA0709-99E6-B143-A878-E7FBB81FD4E4}"/>
              </a:ext>
            </a:extLst>
          </p:cNvPr>
          <p:cNvSpPr/>
          <p:nvPr/>
        </p:nvSpPr>
        <p:spPr>
          <a:xfrm>
            <a:off x="4273367" y="4684822"/>
            <a:ext cx="252720" cy="245091"/>
          </a:xfrm>
          <a:prstGeom prst="irregularSeal1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9B0C3F9F-7EFB-744A-86DB-9E6B8C8498B0}"/>
              </a:ext>
            </a:extLst>
          </p:cNvPr>
          <p:cNvSpPr/>
          <p:nvPr/>
        </p:nvSpPr>
        <p:spPr>
          <a:xfrm>
            <a:off x="4185138" y="4804117"/>
            <a:ext cx="147711" cy="14181"/>
          </a:xfrm>
          <a:custGeom>
            <a:avLst/>
            <a:gdLst>
              <a:gd name="connsiteX0" fmla="*/ 147711 w 147711"/>
              <a:gd name="connsiteY0" fmla="*/ 0 h 14181"/>
              <a:gd name="connsiteX1" fmla="*/ 0 w 147711"/>
              <a:gd name="connsiteY1" fmla="*/ 14068 h 14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7711" h="14181">
                <a:moveTo>
                  <a:pt x="147711" y="0"/>
                </a:moveTo>
                <a:cubicBezTo>
                  <a:pt x="32990" y="16389"/>
                  <a:pt x="82395" y="14068"/>
                  <a:pt x="0" y="14068"/>
                </a:cubicBezTo>
              </a:path>
            </a:pathLst>
          </a:cu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BBF0DFC4-73D2-5349-B3BE-51A645A0EE86}"/>
              </a:ext>
            </a:extLst>
          </p:cNvPr>
          <p:cNvSpPr/>
          <p:nvPr/>
        </p:nvSpPr>
        <p:spPr>
          <a:xfrm>
            <a:off x="4191604" y="3720905"/>
            <a:ext cx="7602" cy="1118381"/>
          </a:xfrm>
          <a:custGeom>
            <a:avLst/>
            <a:gdLst>
              <a:gd name="connsiteX0" fmla="*/ 7602 w 7602"/>
              <a:gd name="connsiteY0" fmla="*/ 0 h 1118381"/>
              <a:gd name="connsiteX1" fmla="*/ 7602 w 7602"/>
              <a:gd name="connsiteY1" fmla="*/ 499403 h 1118381"/>
              <a:gd name="connsiteX2" fmla="*/ 568 w 7602"/>
              <a:gd name="connsiteY2" fmla="*/ 780757 h 1118381"/>
              <a:gd name="connsiteX3" fmla="*/ 568 w 7602"/>
              <a:gd name="connsiteY3" fmla="*/ 1118381 h 1118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02" h="1118381">
                <a:moveTo>
                  <a:pt x="7602" y="0"/>
                </a:moveTo>
                <a:cubicBezTo>
                  <a:pt x="-8728" y="310268"/>
                  <a:pt x="7602" y="-60898"/>
                  <a:pt x="7602" y="499403"/>
                </a:cubicBezTo>
                <a:cubicBezTo>
                  <a:pt x="7602" y="593217"/>
                  <a:pt x="1634" y="686949"/>
                  <a:pt x="568" y="780757"/>
                </a:cubicBezTo>
                <a:cubicBezTo>
                  <a:pt x="-711" y="893291"/>
                  <a:pt x="568" y="1005840"/>
                  <a:pt x="568" y="1118381"/>
                </a:cubicBezTo>
              </a:path>
            </a:pathLst>
          </a:cu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89888375-8A57-B04F-AC0C-BC9D1DDE089B}"/>
              </a:ext>
            </a:extLst>
          </p:cNvPr>
          <p:cNvSpPr/>
          <p:nvPr/>
        </p:nvSpPr>
        <p:spPr>
          <a:xfrm>
            <a:off x="4192171" y="3300323"/>
            <a:ext cx="658265" cy="448717"/>
          </a:xfrm>
          <a:custGeom>
            <a:avLst/>
            <a:gdLst>
              <a:gd name="connsiteX0" fmla="*/ 0 w 492370"/>
              <a:gd name="connsiteY0" fmla="*/ 344658 h 344658"/>
              <a:gd name="connsiteX1" fmla="*/ 63305 w 492370"/>
              <a:gd name="connsiteY1" fmla="*/ 288387 h 344658"/>
              <a:gd name="connsiteX2" fmla="*/ 84406 w 492370"/>
              <a:gd name="connsiteY2" fmla="*/ 274320 h 344658"/>
              <a:gd name="connsiteX3" fmla="*/ 126610 w 492370"/>
              <a:gd name="connsiteY3" fmla="*/ 260252 h 344658"/>
              <a:gd name="connsiteX4" fmla="*/ 168813 w 492370"/>
              <a:gd name="connsiteY4" fmla="*/ 232116 h 344658"/>
              <a:gd name="connsiteX5" fmla="*/ 182880 w 492370"/>
              <a:gd name="connsiteY5" fmla="*/ 211015 h 344658"/>
              <a:gd name="connsiteX6" fmla="*/ 225083 w 492370"/>
              <a:gd name="connsiteY6" fmla="*/ 182880 h 344658"/>
              <a:gd name="connsiteX7" fmla="*/ 246185 w 492370"/>
              <a:gd name="connsiteY7" fmla="*/ 168812 h 344658"/>
              <a:gd name="connsiteX8" fmla="*/ 281354 w 492370"/>
              <a:gd name="connsiteY8" fmla="*/ 140676 h 344658"/>
              <a:gd name="connsiteX9" fmla="*/ 323557 w 492370"/>
              <a:gd name="connsiteY9" fmla="*/ 112541 h 344658"/>
              <a:gd name="connsiteX10" fmla="*/ 344659 w 492370"/>
              <a:gd name="connsiteY10" fmla="*/ 98473 h 344658"/>
              <a:gd name="connsiteX11" fmla="*/ 365760 w 492370"/>
              <a:gd name="connsiteY11" fmla="*/ 91440 h 344658"/>
              <a:gd name="connsiteX12" fmla="*/ 422031 w 492370"/>
              <a:gd name="connsiteY12" fmla="*/ 42203 h 344658"/>
              <a:gd name="connsiteX13" fmla="*/ 443133 w 492370"/>
              <a:gd name="connsiteY13" fmla="*/ 28135 h 344658"/>
              <a:gd name="connsiteX14" fmla="*/ 464234 w 492370"/>
              <a:gd name="connsiteY14" fmla="*/ 14067 h 344658"/>
              <a:gd name="connsiteX15" fmla="*/ 492370 w 492370"/>
              <a:gd name="connsiteY15" fmla="*/ 0 h 344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92370" h="344658">
                <a:moveTo>
                  <a:pt x="0" y="344658"/>
                </a:moveTo>
                <a:cubicBezTo>
                  <a:pt x="77352" y="254413"/>
                  <a:pt x="11295" y="314392"/>
                  <a:pt x="63305" y="288387"/>
                </a:cubicBezTo>
                <a:cubicBezTo>
                  <a:pt x="70866" y="284607"/>
                  <a:pt x="76681" y="277753"/>
                  <a:pt x="84406" y="274320"/>
                </a:cubicBezTo>
                <a:cubicBezTo>
                  <a:pt x="97957" y="268297"/>
                  <a:pt x="126610" y="260252"/>
                  <a:pt x="126610" y="260252"/>
                </a:cubicBezTo>
                <a:cubicBezTo>
                  <a:pt x="140678" y="250873"/>
                  <a:pt x="159435" y="246184"/>
                  <a:pt x="168813" y="232116"/>
                </a:cubicBezTo>
                <a:cubicBezTo>
                  <a:pt x="173502" y="225082"/>
                  <a:pt x="176518" y="216582"/>
                  <a:pt x="182880" y="211015"/>
                </a:cubicBezTo>
                <a:cubicBezTo>
                  <a:pt x="195604" y="199882"/>
                  <a:pt x="211015" y="192258"/>
                  <a:pt x="225083" y="182880"/>
                </a:cubicBezTo>
                <a:lnTo>
                  <a:pt x="246185" y="168812"/>
                </a:lnTo>
                <a:cubicBezTo>
                  <a:pt x="272178" y="129823"/>
                  <a:pt x="245381" y="160661"/>
                  <a:pt x="281354" y="140676"/>
                </a:cubicBezTo>
                <a:cubicBezTo>
                  <a:pt x="296134" y="132465"/>
                  <a:pt x="309489" y="121919"/>
                  <a:pt x="323557" y="112541"/>
                </a:cubicBezTo>
                <a:cubicBezTo>
                  <a:pt x="330591" y="107852"/>
                  <a:pt x="336639" y="101146"/>
                  <a:pt x="344659" y="98473"/>
                </a:cubicBezTo>
                <a:lnTo>
                  <a:pt x="365760" y="91440"/>
                </a:lnTo>
                <a:cubicBezTo>
                  <a:pt x="389206" y="56270"/>
                  <a:pt x="372794" y="75028"/>
                  <a:pt x="422031" y="42203"/>
                </a:cubicBezTo>
                <a:lnTo>
                  <a:pt x="443133" y="28135"/>
                </a:lnTo>
                <a:cubicBezTo>
                  <a:pt x="450167" y="23446"/>
                  <a:pt x="456214" y="16740"/>
                  <a:pt x="464234" y="14067"/>
                </a:cubicBezTo>
                <a:cubicBezTo>
                  <a:pt x="488481" y="5985"/>
                  <a:pt x="480093" y="12275"/>
                  <a:pt x="492370" y="0"/>
                </a:cubicBezTo>
              </a:path>
            </a:pathLst>
          </a:cu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D9F5C03-80AF-0746-BF03-2740295FB499}"/>
              </a:ext>
            </a:extLst>
          </p:cNvPr>
          <p:cNvCxnSpPr>
            <a:cxnSpLocks/>
            <a:endCxn id="47" idx="15"/>
          </p:cNvCxnSpPr>
          <p:nvPr/>
        </p:nvCxnSpPr>
        <p:spPr>
          <a:xfrm flipH="1">
            <a:off x="4850436" y="1595918"/>
            <a:ext cx="9561" cy="1704405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053AB2D8-C213-404D-8CEE-3751CF16F553}"/>
              </a:ext>
            </a:extLst>
          </p:cNvPr>
          <p:cNvCxnSpPr>
            <a:cxnSpLocks/>
          </p:cNvCxnSpPr>
          <p:nvPr/>
        </p:nvCxnSpPr>
        <p:spPr>
          <a:xfrm>
            <a:off x="4749703" y="1449406"/>
            <a:ext cx="103413" cy="153487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BCEAF87-FA2A-4949-9B6C-032AB1CA562A}"/>
              </a:ext>
            </a:extLst>
          </p:cNvPr>
          <p:cNvCxnSpPr>
            <a:cxnSpLocks/>
          </p:cNvCxnSpPr>
          <p:nvPr/>
        </p:nvCxnSpPr>
        <p:spPr>
          <a:xfrm flipH="1">
            <a:off x="4865167" y="1438202"/>
            <a:ext cx="88134" cy="197294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Explosion 1 113">
            <a:extLst>
              <a:ext uri="{FF2B5EF4-FFF2-40B4-BE49-F238E27FC236}">
                <a16:creationId xmlns:a16="http://schemas.microsoft.com/office/drawing/2014/main" id="{C842CE7C-24BF-6B4F-8930-03D52B7FFEB8}"/>
              </a:ext>
            </a:extLst>
          </p:cNvPr>
          <p:cNvSpPr/>
          <p:nvPr/>
        </p:nvSpPr>
        <p:spPr>
          <a:xfrm>
            <a:off x="4724400" y="1264343"/>
            <a:ext cx="252720" cy="245091"/>
          </a:xfrm>
          <a:prstGeom prst="irregularSeal1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5D92342-02CD-6C44-AEE9-C1C1807F54FD}"/>
              </a:ext>
            </a:extLst>
          </p:cNvPr>
          <p:cNvCxnSpPr>
            <a:cxnSpLocks/>
            <a:endCxn id="6" idx="7"/>
          </p:cNvCxnSpPr>
          <p:nvPr/>
        </p:nvCxnSpPr>
        <p:spPr>
          <a:xfrm flipV="1">
            <a:off x="4850436" y="617913"/>
            <a:ext cx="393026" cy="768975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BB2DEF9A-EA0E-5443-A4A4-85C319C1776D}"/>
              </a:ext>
            </a:extLst>
          </p:cNvPr>
          <p:cNvCxnSpPr>
            <a:cxnSpLocks/>
          </p:cNvCxnSpPr>
          <p:nvPr/>
        </p:nvCxnSpPr>
        <p:spPr>
          <a:xfrm>
            <a:off x="5219575" y="457200"/>
            <a:ext cx="4939" cy="167165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F69423A6-AD3C-7C45-BF34-30612665EABD}"/>
              </a:ext>
            </a:extLst>
          </p:cNvPr>
          <p:cNvCxnSpPr>
            <a:cxnSpLocks/>
          </p:cNvCxnSpPr>
          <p:nvPr/>
        </p:nvCxnSpPr>
        <p:spPr>
          <a:xfrm flipH="1">
            <a:off x="5236566" y="541543"/>
            <a:ext cx="173634" cy="86117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2B655300-9A41-6A47-BDF5-E092DC62EC2D}"/>
              </a:ext>
            </a:extLst>
          </p:cNvPr>
          <p:cNvCxnSpPr>
            <a:cxnSpLocks/>
          </p:cNvCxnSpPr>
          <p:nvPr/>
        </p:nvCxnSpPr>
        <p:spPr>
          <a:xfrm flipH="1" flipV="1">
            <a:off x="4890349" y="2414336"/>
            <a:ext cx="893014" cy="3819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86C03D05-4051-BD42-A91B-471C2B1BC82A}"/>
              </a:ext>
            </a:extLst>
          </p:cNvPr>
          <p:cNvSpPr txBox="1"/>
          <p:nvPr/>
        </p:nvSpPr>
        <p:spPr>
          <a:xfrm>
            <a:off x="5733612" y="2279835"/>
            <a:ext cx="16577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70C0"/>
                </a:solidFill>
              </a:rPr>
              <a:t>Second order neuron</a:t>
            </a:r>
            <a:endParaRPr lang="en-US" sz="2000" b="1" dirty="0">
              <a:solidFill>
                <a:srgbClr val="0070C0"/>
              </a:solidFill>
            </a:endParaRP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E8D1254F-11AA-D748-A0EA-E1425DF5B7DB}"/>
              </a:ext>
            </a:extLst>
          </p:cNvPr>
          <p:cNvCxnSpPr>
            <a:cxnSpLocks/>
          </p:cNvCxnSpPr>
          <p:nvPr/>
        </p:nvCxnSpPr>
        <p:spPr>
          <a:xfrm flipH="1" flipV="1">
            <a:off x="5103099" y="936270"/>
            <a:ext cx="893014" cy="3819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5913C571-7143-B744-A0CB-B97008BE4C63}"/>
              </a:ext>
            </a:extLst>
          </p:cNvPr>
          <p:cNvSpPr txBox="1"/>
          <p:nvPr/>
        </p:nvSpPr>
        <p:spPr>
          <a:xfrm>
            <a:off x="5946362" y="801769"/>
            <a:ext cx="16577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70C0"/>
                </a:solidFill>
              </a:rPr>
              <a:t>Third order neuron</a:t>
            </a: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103" name="Down Arrow 102">
            <a:extLst>
              <a:ext uri="{FF2B5EF4-FFF2-40B4-BE49-F238E27FC236}">
                <a16:creationId xmlns:a16="http://schemas.microsoft.com/office/drawing/2014/main" id="{713CC1E4-819F-4C43-B513-C7CBD1A83E8A}"/>
              </a:ext>
            </a:extLst>
          </p:cNvPr>
          <p:cNvSpPr/>
          <p:nvPr/>
        </p:nvSpPr>
        <p:spPr>
          <a:xfrm flipV="1">
            <a:off x="1414432" y="405876"/>
            <a:ext cx="414368" cy="1888265"/>
          </a:xfrm>
          <a:prstGeom prst="downArrow">
            <a:avLst/>
          </a:prstGeom>
          <a:solidFill>
            <a:srgbClr val="00B0F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586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8" grpId="0"/>
      <p:bldP spid="92" grpId="0"/>
      <p:bldP spid="30" grpId="0" animBg="1"/>
      <p:bldP spid="100" grpId="0" animBg="1"/>
      <p:bldP spid="40" grpId="0" animBg="1"/>
      <p:bldP spid="45" grpId="0" animBg="1"/>
      <p:bldP spid="47" grpId="0" animBg="1"/>
      <p:bldP spid="114" grpId="0" animBg="1"/>
      <p:bldP spid="132" grpId="0"/>
      <p:bldP spid="146" grpId="0"/>
      <p:bldP spid="10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4">
            <a:extLst>
              <a:ext uri="{FF2B5EF4-FFF2-40B4-BE49-F238E27FC236}">
                <a16:creationId xmlns:a16="http://schemas.microsoft.com/office/drawing/2014/main" id="{FA82C718-AB94-0647-9537-C84803D33B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066800"/>
            <a:ext cx="9144000" cy="5791200"/>
          </a:xfrm>
        </p:spPr>
        <p:txBody>
          <a:bodyPr>
            <a:normAutofit fontScale="85000" lnSpcReduction="20000"/>
          </a:bodyPr>
          <a:lstStyle/>
          <a:p>
            <a:pPr marL="228600" indent="-228600" eaLnBrk="1" hangingPunct="1">
              <a:lnSpc>
                <a:spcPct val="120000"/>
              </a:lnSpc>
              <a:buFont typeface="Times" charset="0"/>
              <a:buChar char="•"/>
              <a:defRPr/>
            </a:pPr>
            <a:r>
              <a:rPr lang="en-US" sz="2700" b="1" dirty="0">
                <a:ea typeface="ＭＳ Ｐゴシック" charset="0"/>
                <a:cs typeface="Times New Roman" charset="0"/>
              </a:rPr>
              <a:t>MOTOR </a:t>
            </a:r>
            <a:r>
              <a:rPr lang="en-US" sz="2700" i="1" dirty="0">
                <a:ea typeface="ＭＳ Ｐゴシック" charset="0"/>
                <a:cs typeface="Times New Roman" charset="0"/>
              </a:rPr>
              <a:t>(Somatic): </a:t>
            </a:r>
            <a:r>
              <a:rPr lang="en-US" sz="2700" b="1" i="1" dirty="0">
                <a:ea typeface="ＭＳ Ｐゴシック" charset="0"/>
                <a:cs typeface="Times New Roman" charset="0"/>
              </a:rPr>
              <a:t>CNS </a:t>
            </a:r>
            <a:r>
              <a:rPr lang="en-US" sz="2700" b="1" i="1" dirty="0">
                <a:ea typeface="ＭＳ Ｐゴシック" charset="0"/>
                <a:cs typeface="Times New Roman" charset="0"/>
                <a:sym typeface="Wingdings" charset="0"/>
              </a:rPr>
              <a:t> Body</a:t>
            </a: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endParaRPr lang="en-US" sz="800" b="1" i="1" dirty="0">
              <a:ea typeface="ＭＳ Ｐゴシック" charset="0"/>
              <a:cs typeface="Times New Roman" charset="0"/>
              <a:sym typeface="Wingdings" charset="0"/>
            </a:endParaRPr>
          </a:p>
          <a:p>
            <a:pPr marL="628650" lvl="1" indent="-228600" eaLnBrk="1" hangingPunct="1">
              <a:lnSpc>
                <a:spcPct val="120000"/>
              </a:lnSpc>
              <a:buFont typeface="Times" charset="0"/>
              <a:buChar char="•"/>
              <a:defRPr/>
            </a:pPr>
            <a:r>
              <a:rPr lang="en-US" sz="2300" b="1" dirty="0">
                <a:ea typeface="ＭＳ Ｐゴシック" charset="0"/>
                <a:cs typeface="Times New Roman" charset="0"/>
                <a:sym typeface="Wingdings" charset="0"/>
              </a:rPr>
              <a:t>Descending</a:t>
            </a:r>
            <a:r>
              <a:rPr lang="en-US" sz="2300" dirty="0">
                <a:ea typeface="ＭＳ Ｐゴシック" charset="0"/>
                <a:cs typeface="Times New Roman" charset="0"/>
                <a:sym typeface="Wingdings" charset="0"/>
              </a:rPr>
              <a:t> pathway – neurons travel inferiorly</a:t>
            </a:r>
          </a:p>
          <a:p>
            <a:pPr marL="400050" lvl="1" indent="0" eaLnBrk="1" hangingPunct="1">
              <a:lnSpc>
                <a:spcPct val="120000"/>
              </a:lnSpc>
              <a:buNone/>
              <a:defRPr/>
            </a:pPr>
            <a:endParaRPr lang="en-US" sz="800" dirty="0">
              <a:ea typeface="ＭＳ Ｐゴシック" charset="0"/>
              <a:cs typeface="Times New Roman" charset="0"/>
              <a:sym typeface="Wingdings" charset="0"/>
            </a:endParaRPr>
          </a:p>
          <a:p>
            <a:pPr marL="628650" lvl="1" indent="-228600" eaLnBrk="1" hangingPunct="1">
              <a:lnSpc>
                <a:spcPct val="120000"/>
              </a:lnSpc>
              <a:buFont typeface="Times" charset="0"/>
              <a:buChar char="•"/>
              <a:defRPr/>
            </a:pPr>
            <a:r>
              <a:rPr lang="en-US" sz="2300" u="sng" dirty="0">
                <a:ea typeface="ＭＳ Ｐゴシック" charset="0"/>
                <a:cs typeface="Times New Roman" charset="0"/>
                <a:sym typeface="Wingdings" charset="0"/>
              </a:rPr>
              <a:t>2</a:t>
            </a:r>
            <a:r>
              <a:rPr lang="en-US" sz="2300" dirty="0">
                <a:ea typeface="ＭＳ Ｐゴシック" charset="0"/>
                <a:cs typeface="Times New Roman" charset="0"/>
                <a:sym typeface="Wingdings" charset="0"/>
              </a:rPr>
              <a:t> “Steps”</a:t>
            </a:r>
          </a:p>
          <a:p>
            <a:pPr marL="1028700" lvl="2" eaLnBrk="1" hangingPunct="1">
              <a:lnSpc>
                <a:spcPct val="120000"/>
              </a:lnSpc>
              <a:buFont typeface="Times" charset="0"/>
              <a:buChar char="•"/>
              <a:defRPr/>
            </a:pPr>
            <a:r>
              <a:rPr lang="en-US" sz="1900" dirty="0">
                <a:ea typeface="ＭＳ Ｐゴシック" charset="0"/>
                <a:cs typeface="Times New Roman" charset="0"/>
              </a:rPr>
              <a:t>1</a:t>
            </a:r>
            <a:r>
              <a:rPr lang="en-US" sz="1900" baseline="30000" dirty="0">
                <a:ea typeface="ＭＳ Ｐゴシック" charset="0"/>
                <a:cs typeface="Times New Roman" charset="0"/>
              </a:rPr>
              <a:t>st</a:t>
            </a:r>
            <a:r>
              <a:rPr lang="en-US" sz="1900" dirty="0">
                <a:ea typeface="ＭＳ Ｐゴシック" charset="0"/>
                <a:cs typeface="Times New Roman" charset="0"/>
              </a:rPr>
              <a:t> order neuron = </a:t>
            </a:r>
            <a:r>
              <a:rPr lang="en-US" sz="1900" i="1" dirty="0">
                <a:ea typeface="ＭＳ Ｐゴシック" charset="0"/>
                <a:cs typeface="Times New Roman" charset="0"/>
              </a:rPr>
              <a:t>Multipolar</a:t>
            </a:r>
          </a:p>
          <a:p>
            <a:pPr marL="1028700" lvl="2" eaLnBrk="1" hangingPunct="1">
              <a:lnSpc>
                <a:spcPct val="120000"/>
              </a:lnSpc>
              <a:buFont typeface="Times" charset="0"/>
              <a:buChar char="•"/>
              <a:defRPr/>
            </a:pPr>
            <a:r>
              <a:rPr lang="en-US" sz="1900" dirty="0">
                <a:ea typeface="ＭＳ Ｐゴシック" charset="0"/>
                <a:cs typeface="Times New Roman" charset="0"/>
              </a:rPr>
              <a:t>2</a:t>
            </a:r>
            <a:r>
              <a:rPr lang="en-US" sz="1900" baseline="30000" dirty="0">
                <a:ea typeface="ＭＳ Ｐゴシック" charset="0"/>
                <a:cs typeface="Times New Roman" charset="0"/>
              </a:rPr>
              <a:t>nd</a:t>
            </a:r>
            <a:r>
              <a:rPr lang="en-US" sz="1900" dirty="0">
                <a:ea typeface="ＭＳ Ｐゴシック" charset="0"/>
                <a:cs typeface="Times New Roman" charset="0"/>
              </a:rPr>
              <a:t> order neuron = </a:t>
            </a:r>
            <a:r>
              <a:rPr lang="en-US" sz="1900" i="1" dirty="0">
                <a:ea typeface="ＭＳ Ｐゴシック" charset="0"/>
                <a:cs typeface="Times New Roman" charset="0"/>
              </a:rPr>
              <a:t>Multipolar</a:t>
            </a:r>
          </a:p>
          <a:p>
            <a:pPr marL="800100" lvl="2" indent="0" eaLnBrk="1" hangingPunct="1">
              <a:lnSpc>
                <a:spcPct val="120000"/>
              </a:lnSpc>
              <a:buNone/>
              <a:defRPr/>
            </a:pPr>
            <a:endParaRPr lang="en-US" sz="800" dirty="0">
              <a:ea typeface="ＭＳ Ｐゴシック" charset="0"/>
              <a:cs typeface="Times New Roman" charset="0"/>
            </a:endParaRPr>
          </a:p>
          <a:p>
            <a:pPr marL="628650" lvl="1" indent="-228600" eaLnBrk="1" hangingPunct="1">
              <a:lnSpc>
                <a:spcPct val="120000"/>
              </a:lnSpc>
              <a:buFont typeface="Times" charset="0"/>
              <a:buChar char="•"/>
              <a:defRPr/>
            </a:pPr>
            <a:r>
              <a:rPr lang="en-US" sz="2400" u="sng" dirty="0">
                <a:ea typeface="ＭＳ Ｐゴシック" charset="0"/>
                <a:cs typeface="Times New Roman" charset="0"/>
              </a:rPr>
              <a:t>Pathway</a:t>
            </a:r>
          </a:p>
          <a:p>
            <a:pPr marL="1257300" lvl="2" indent="-457200" eaLnBrk="1" hangingPunct="1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sz="2000" dirty="0">
                <a:ea typeface="ＭＳ Ｐゴシック" charset="0"/>
                <a:cs typeface="Times New Roman" charset="0"/>
              </a:rPr>
              <a:t>Primary motor cortex (brain)</a:t>
            </a:r>
          </a:p>
          <a:p>
            <a:pPr marL="1257300" lvl="2" indent="-457200" eaLnBrk="1" hangingPunct="1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sz="2000" i="1" dirty="0">
                <a:ea typeface="ＭＳ Ｐゴシック" charset="0"/>
                <a:cs typeface="Times New Roman" charset="0"/>
                <a:sym typeface="Wingdings"/>
              </a:rPr>
              <a:t>+/- Basal Nuclei and Cerebellum</a:t>
            </a:r>
          </a:p>
          <a:p>
            <a:pPr marL="1257300" lvl="2" indent="-457200" eaLnBrk="1" hangingPunct="1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sz="2000" dirty="0">
                <a:ea typeface="ＭＳ Ｐゴシック" charset="0"/>
                <a:cs typeface="Times New Roman" charset="0"/>
                <a:sym typeface="Wingdings"/>
              </a:rPr>
              <a:t>Cross over at Medulla Oblongata (brainstem)</a:t>
            </a:r>
            <a:endParaRPr lang="en-US" sz="2000" i="1" dirty="0">
              <a:ea typeface="ＭＳ Ｐゴシック" charset="0"/>
              <a:cs typeface="Times New Roman" charset="0"/>
              <a:sym typeface="Wingdings"/>
            </a:endParaRPr>
          </a:p>
          <a:p>
            <a:pPr marL="1257300" lvl="2" indent="-457200" eaLnBrk="1" hangingPunct="1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sz="2000" dirty="0">
                <a:ea typeface="ＭＳ Ｐゴシック" charset="0"/>
                <a:cs typeface="Times New Roman" charset="0"/>
                <a:sym typeface="Wingdings"/>
              </a:rPr>
              <a:t>Anterior white column (spinal cord)</a:t>
            </a:r>
          </a:p>
          <a:p>
            <a:pPr marL="1257300" lvl="2" indent="-457200" eaLnBrk="1" hangingPunct="1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sz="2000" dirty="0">
                <a:ea typeface="ＭＳ Ｐゴシック" charset="0"/>
                <a:cs typeface="Times New Roman" charset="0"/>
                <a:sym typeface="Wingdings"/>
              </a:rPr>
              <a:t>Anterior gray horn (spinal cord)</a:t>
            </a:r>
          </a:p>
          <a:p>
            <a:pPr marL="1257300" lvl="2" indent="-457200" eaLnBrk="1" hangingPunct="1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sz="2000" dirty="0">
                <a:ea typeface="ＭＳ Ｐゴシック" charset="0"/>
                <a:cs typeface="Times New Roman" charset="0"/>
                <a:sym typeface="Wingdings"/>
              </a:rPr>
              <a:t>Anterior root (spinal cord)</a:t>
            </a:r>
          </a:p>
          <a:p>
            <a:pPr marL="1257300" lvl="2" indent="-457200" eaLnBrk="1" hangingPunct="1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sz="2000" dirty="0">
                <a:ea typeface="ＭＳ Ｐゴシック" charset="0"/>
                <a:cs typeface="Times New Roman" charset="0"/>
                <a:sym typeface="Wingdings" pitchFamily="2" charset="2"/>
              </a:rPr>
              <a:t>Spinal nerve</a:t>
            </a:r>
          </a:p>
          <a:p>
            <a:pPr marL="1257300" lvl="2" indent="-457200" eaLnBrk="1" hangingPunct="1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sz="2000" dirty="0">
                <a:ea typeface="ＭＳ Ｐゴシック" charset="0"/>
                <a:cs typeface="Times New Roman" charset="0"/>
                <a:sym typeface="Wingdings"/>
              </a:rPr>
              <a:t>Skeletal muscle</a:t>
            </a:r>
          </a:p>
          <a:p>
            <a:pPr marL="800100" lvl="2" indent="0" eaLnBrk="1" hangingPunct="1">
              <a:lnSpc>
                <a:spcPct val="120000"/>
              </a:lnSpc>
              <a:buNone/>
              <a:defRPr/>
            </a:pPr>
            <a:endParaRPr lang="en-US" sz="2300" dirty="0">
              <a:ea typeface="ＭＳ Ｐゴシック" charset="0"/>
              <a:cs typeface="Times New Roman" charset="0"/>
              <a:sym typeface="Wingdings"/>
            </a:endParaRPr>
          </a:p>
          <a:p>
            <a:pPr marL="228600" indent="-228600" eaLnBrk="1" hangingPunct="1">
              <a:lnSpc>
                <a:spcPct val="120000"/>
              </a:lnSpc>
              <a:buFont typeface="Times" charset="0"/>
              <a:buChar char="•"/>
              <a:defRPr/>
            </a:pPr>
            <a:r>
              <a:rPr lang="en-US" sz="2700" b="1" i="1" dirty="0">
                <a:ea typeface="ＭＳ Ｐゴシック" charset="0"/>
                <a:cs typeface="Times New Roman" charset="0"/>
                <a:sym typeface="Wingdings"/>
              </a:rPr>
              <a:t>Neurons </a:t>
            </a:r>
            <a:r>
              <a:rPr lang="en-US" sz="2700" b="1" i="1" u="sng" dirty="0">
                <a:ea typeface="ＭＳ Ｐゴシック" charset="0"/>
                <a:cs typeface="Times New Roman" charset="0"/>
                <a:sym typeface="Wingdings"/>
              </a:rPr>
              <a:t>synapse</a:t>
            </a:r>
            <a:r>
              <a:rPr lang="en-US" sz="2700" b="1" i="1" dirty="0">
                <a:ea typeface="ＭＳ Ｐゴシック" charset="0"/>
                <a:cs typeface="Times New Roman" charset="0"/>
                <a:sym typeface="Wingdings"/>
              </a:rPr>
              <a:t> in the spinal cord before going to the body</a:t>
            </a:r>
            <a:endParaRPr lang="en-US" sz="2700" b="1" i="1" dirty="0">
              <a:ea typeface="ＭＳ Ｐゴシック" charset="0"/>
              <a:cs typeface="Times New Roman" charset="0"/>
            </a:endParaRPr>
          </a:p>
        </p:txBody>
      </p:sp>
      <p:sp>
        <p:nvSpPr>
          <p:cNvPr id="36866" name="Title 1">
            <a:extLst>
              <a:ext uri="{FF2B5EF4-FFF2-40B4-BE49-F238E27FC236}">
                <a16:creationId xmlns:a16="http://schemas.microsoft.com/office/drawing/2014/main" id="{2FD1FC5B-1D5D-4545-AFC3-9DC82D80D4DE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991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400" b="1"/>
              <a:t>ANATOMY SUMMARY</a:t>
            </a: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86BF73D2-20D6-4A36-B841-EF1EA230F943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50457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B659809-2136-7A4A-AB9A-84D8457FFF94}"/>
              </a:ext>
            </a:extLst>
          </p:cNvPr>
          <p:cNvGrpSpPr/>
          <p:nvPr/>
        </p:nvGrpSpPr>
        <p:grpSpPr>
          <a:xfrm>
            <a:off x="2057400" y="314564"/>
            <a:ext cx="4803650" cy="6238636"/>
            <a:chOff x="-414600" y="315787"/>
            <a:chExt cx="4803650" cy="6238636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D972F2DD-193B-7546-BF25-E508060E6644}"/>
                </a:ext>
              </a:extLst>
            </p:cNvPr>
            <p:cNvGrpSpPr/>
            <p:nvPr/>
          </p:nvGrpSpPr>
          <p:grpSpPr>
            <a:xfrm>
              <a:off x="609600" y="501187"/>
              <a:ext cx="2590800" cy="6053236"/>
              <a:chOff x="609600" y="501187"/>
              <a:chExt cx="2590800" cy="6053236"/>
            </a:xfrm>
          </p:grpSpPr>
          <p:sp>
            <p:nvSpPr>
              <p:cNvPr id="4" name="Freeform 3">
                <a:extLst>
                  <a:ext uri="{FF2B5EF4-FFF2-40B4-BE49-F238E27FC236}">
                    <a16:creationId xmlns:a16="http://schemas.microsoft.com/office/drawing/2014/main" id="{821DF903-B663-934E-B939-CE7CC82924B1}"/>
                  </a:ext>
                </a:extLst>
              </p:cNvPr>
              <p:cNvSpPr/>
              <p:nvPr/>
            </p:nvSpPr>
            <p:spPr>
              <a:xfrm>
                <a:off x="609600" y="533400"/>
                <a:ext cx="2295561" cy="5985164"/>
              </a:xfrm>
              <a:custGeom>
                <a:avLst/>
                <a:gdLst>
                  <a:gd name="connsiteX0" fmla="*/ 1547416 w 2212473"/>
                  <a:gd name="connsiteY0" fmla="*/ 99753 h 5985164"/>
                  <a:gd name="connsiteX1" fmla="*/ 1381161 w 2212473"/>
                  <a:gd name="connsiteY1" fmla="*/ 216131 h 5985164"/>
                  <a:gd name="connsiteX2" fmla="*/ 1231532 w 2212473"/>
                  <a:gd name="connsiteY2" fmla="*/ 199506 h 5985164"/>
                  <a:gd name="connsiteX3" fmla="*/ 1131779 w 2212473"/>
                  <a:gd name="connsiteY3" fmla="*/ 166255 h 5985164"/>
                  <a:gd name="connsiteX4" fmla="*/ 932274 w 2212473"/>
                  <a:gd name="connsiteY4" fmla="*/ 66502 h 5985164"/>
                  <a:gd name="connsiteX5" fmla="*/ 782645 w 2212473"/>
                  <a:gd name="connsiteY5" fmla="*/ 16626 h 5985164"/>
                  <a:gd name="connsiteX6" fmla="*/ 732768 w 2212473"/>
                  <a:gd name="connsiteY6" fmla="*/ 0 h 5985164"/>
                  <a:gd name="connsiteX7" fmla="*/ 416885 w 2212473"/>
                  <a:gd name="connsiteY7" fmla="*/ 49877 h 5985164"/>
                  <a:gd name="connsiteX8" fmla="*/ 317132 w 2212473"/>
                  <a:gd name="connsiteY8" fmla="*/ 83128 h 5985164"/>
                  <a:gd name="connsiteX9" fmla="*/ 217379 w 2212473"/>
                  <a:gd name="connsiteY9" fmla="*/ 149629 h 5985164"/>
                  <a:gd name="connsiteX10" fmla="*/ 167503 w 2212473"/>
                  <a:gd name="connsiteY10" fmla="*/ 182880 h 5985164"/>
                  <a:gd name="connsiteX11" fmla="*/ 101001 w 2212473"/>
                  <a:gd name="connsiteY11" fmla="*/ 282633 h 5985164"/>
                  <a:gd name="connsiteX12" fmla="*/ 67750 w 2212473"/>
                  <a:gd name="connsiteY12" fmla="*/ 332509 h 5985164"/>
                  <a:gd name="connsiteX13" fmla="*/ 34499 w 2212473"/>
                  <a:gd name="connsiteY13" fmla="*/ 432262 h 5985164"/>
                  <a:gd name="connsiteX14" fmla="*/ 17874 w 2212473"/>
                  <a:gd name="connsiteY14" fmla="*/ 482139 h 5985164"/>
                  <a:gd name="connsiteX15" fmla="*/ 1248 w 2212473"/>
                  <a:gd name="connsiteY15" fmla="*/ 665019 h 5985164"/>
                  <a:gd name="connsiteX16" fmla="*/ 34499 w 2212473"/>
                  <a:gd name="connsiteY16" fmla="*/ 1113906 h 5985164"/>
                  <a:gd name="connsiteX17" fmla="*/ 67750 w 2212473"/>
                  <a:gd name="connsiteY17" fmla="*/ 1213659 h 5985164"/>
                  <a:gd name="connsiteX18" fmla="*/ 84376 w 2212473"/>
                  <a:gd name="connsiteY18" fmla="*/ 1263535 h 5985164"/>
                  <a:gd name="connsiteX19" fmla="*/ 167503 w 2212473"/>
                  <a:gd name="connsiteY19" fmla="*/ 1413164 h 5985164"/>
                  <a:gd name="connsiteX20" fmla="*/ 217379 w 2212473"/>
                  <a:gd name="connsiteY20" fmla="*/ 1446415 h 5985164"/>
                  <a:gd name="connsiteX21" fmla="*/ 234005 w 2212473"/>
                  <a:gd name="connsiteY21" fmla="*/ 1546168 h 5985164"/>
                  <a:gd name="connsiteX22" fmla="*/ 134252 w 2212473"/>
                  <a:gd name="connsiteY22" fmla="*/ 1579419 h 5985164"/>
                  <a:gd name="connsiteX23" fmla="*/ 51125 w 2212473"/>
                  <a:gd name="connsiteY23" fmla="*/ 1778924 h 5985164"/>
                  <a:gd name="connsiteX24" fmla="*/ 84376 w 2212473"/>
                  <a:gd name="connsiteY24" fmla="*/ 2028306 h 5985164"/>
                  <a:gd name="connsiteX25" fmla="*/ 117626 w 2212473"/>
                  <a:gd name="connsiteY25" fmla="*/ 2078182 h 5985164"/>
                  <a:gd name="connsiteX26" fmla="*/ 167503 w 2212473"/>
                  <a:gd name="connsiteY26" fmla="*/ 2111433 h 5985164"/>
                  <a:gd name="connsiteX27" fmla="*/ 200754 w 2212473"/>
                  <a:gd name="connsiteY27" fmla="*/ 2161309 h 5985164"/>
                  <a:gd name="connsiteX28" fmla="*/ 300506 w 2212473"/>
                  <a:gd name="connsiteY28" fmla="*/ 2227811 h 5985164"/>
                  <a:gd name="connsiteX29" fmla="*/ 350383 w 2212473"/>
                  <a:gd name="connsiteY29" fmla="*/ 2261062 h 5985164"/>
                  <a:gd name="connsiteX30" fmla="*/ 416885 w 2212473"/>
                  <a:gd name="connsiteY30" fmla="*/ 2277688 h 5985164"/>
                  <a:gd name="connsiteX31" fmla="*/ 466761 w 2212473"/>
                  <a:gd name="connsiteY31" fmla="*/ 2310939 h 5985164"/>
                  <a:gd name="connsiteX32" fmla="*/ 516637 w 2212473"/>
                  <a:gd name="connsiteY32" fmla="*/ 2294313 h 5985164"/>
                  <a:gd name="connsiteX33" fmla="*/ 566514 w 2212473"/>
                  <a:gd name="connsiteY33" fmla="*/ 2310939 h 5985164"/>
                  <a:gd name="connsiteX34" fmla="*/ 699517 w 2212473"/>
                  <a:gd name="connsiteY34" fmla="*/ 2709949 h 5985164"/>
                  <a:gd name="connsiteX35" fmla="*/ 749394 w 2212473"/>
                  <a:gd name="connsiteY35" fmla="*/ 2859579 h 5985164"/>
                  <a:gd name="connsiteX36" fmla="*/ 782645 w 2212473"/>
                  <a:gd name="connsiteY36" fmla="*/ 2959331 h 5985164"/>
                  <a:gd name="connsiteX37" fmla="*/ 849146 w 2212473"/>
                  <a:gd name="connsiteY37" fmla="*/ 3059084 h 5985164"/>
                  <a:gd name="connsiteX38" fmla="*/ 882397 w 2212473"/>
                  <a:gd name="connsiteY38" fmla="*/ 3108960 h 5985164"/>
                  <a:gd name="connsiteX39" fmla="*/ 932274 w 2212473"/>
                  <a:gd name="connsiteY39" fmla="*/ 3208713 h 5985164"/>
                  <a:gd name="connsiteX40" fmla="*/ 982150 w 2212473"/>
                  <a:gd name="connsiteY40" fmla="*/ 3241964 h 5985164"/>
                  <a:gd name="connsiteX41" fmla="*/ 1032026 w 2212473"/>
                  <a:gd name="connsiteY41" fmla="*/ 3391593 h 5985164"/>
                  <a:gd name="connsiteX42" fmla="*/ 998776 w 2212473"/>
                  <a:gd name="connsiteY42" fmla="*/ 4222866 h 5985164"/>
                  <a:gd name="connsiteX43" fmla="*/ 982150 w 2212473"/>
                  <a:gd name="connsiteY43" fmla="*/ 4721629 h 5985164"/>
                  <a:gd name="connsiteX44" fmla="*/ 998776 w 2212473"/>
                  <a:gd name="connsiteY44" fmla="*/ 5286895 h 5985164"/>
                  <a:gd name="connsiteX45" fmla="*/ 1048652 w 2212473"/>
                  <a:gd name="connsiteY45" fmla="*/ 5503026 h 5985164"/>
                  <a:gd name="connsiteX46" fmla="*/ 1065277 w 2212473"/>
                  <a:gd name="connsiteY46" fmla="*/ 5569528 h 5985164"/>
                  <a:gd name="connsiteX47" fmla="*/ 1098528 w 2212473"/>
                  <a:gd name="connsiteY47" fmla="*/ 5669280 h 5985164"/>
                  <a:gd name="connsiteX48" fmla="*/ 1148405 w 2212473"/>
                  <a:gd name="connsiteY48" fmla="*/ 5818909 h 5985164"/>
                  <a:gd name="connsiteX49" fmla="*/ 1181656 w 2212473"/>
                  <a:gd name="connsiteY49" fmla="*/ 5918662 h 5985164"/>
                  <a:gd name="connsiteX50" fmla="*/ 1198281 w 2212473"/>
                  <a:gd name="connsiteY50" fmla="*/ 5968539 h 5985164"/>
                  <a:gd name="connsiteX51" fmla="*/ 1248157 w 2212473"/>
                  <a:gd name="connsiteY51" fmla="*/ 5985164 h 5985164"/>
                  <a:gd name="connsiteX52" fmla="*/ 1298034 w 2212473"/>
                  <a:gd name="connsiteY52" fmla="*/ 5885411 h 5985164"/>
                  <a:gd name="connsiteX53" fmla="*/ 1347910 w 2212473"/>
                  <a:gd name="connsiteY53" fmla="*/ 5852160 h 5985164"/>
                  <a:gd name="connsiteX54" fmla="*/ 1364536 w 2212473"/>
                  <a:gd name="connsiteY54" fmla="*/ 5802284 h 5985164"/>
                  <a:gd name="connsiteX55" fmla="*/ 1414412 w 2212473"/>
                  <a:gd name="connsiteY55" fmla="*/ 5769033 h 5985164"/>
                  <a:gd name="connsiteX56" fmla="*/ 1447663 w 2212473"/>
                  <a:gd name="connsiteY56" fmla="*/ 5669280 h 5985164"/>
                  <a:gd name="connsiteX57" fmla="*/ 1480914 w 2212473"/>
                  <a:gd name="connsiteY57" fmla="*/ 5619404 h 5985164"/>
                  <a:gd name="connsiteX58" fmla="*/ 1497539 w 2212473"/>
                  <a:gd name="connsiteY58" fmla="*/ 5552902 h 5985164"/>
                  <a:gd name="connsiteX59" fmla="*/ 1530790 w 2212473"/>
                  <a:gd name="connsiteY59" fmla="*/ 5336771 h 5985164"/>
                  <a:gd name="connsiteX60" fmla="*/ 1514165 w 2212473"/>
                  <a:gd name="connsiteY60" fmla="*/ 4056611 h 5985164"/>
                  <a:gd name="connsiteX61" fmla="*/ 1497539 w 2212473"/>
                  <a:gd name="connsiteY61" fmla="*/ 3956859 h 5985164"/>
                  <a:gd name="connsiteX62" fmla="*/ 1514165 w 2212473"/>
                  <a:gd name="connsiteY62" fmla="*/ 3358342 h 5985164"/>
                  <a:gd name="connsiteX63" fmla="*/ 1613917 w 2212473"/>
                  <a:gd name="connsiteY63" fmla="*/ 3158837 h 5985164"/>
                  <a:gd name="connsiteX64" fmla="*/ 1663794 w 2212473"/>
                  <a:gd name="connsiteY64" fmla="*/ 2992582 h 5985164"/>
                  <a:gd name="connsiteX65" fmla="*/ 1697045 w 2212473"/>
                  <a:gd name="connsiteY65" fmla="*/ 2892829 h 5985164"/>
                  <a:gd name="connsiteX66" fmla="*/ 1713670 w 2212473"/>
                  <a:gd name="connsiteY66" fmla="*/ 2826328 h 5985164"/>
                  <a:gd name="connsiteX67" fmla="*/ 1730296 w 2212473"/>
                  <a:gd name="connsiteY67" fmla="*/ 2776451 h 5985164"/>
                  <a:gd name="connsiteX68" fmla="*/ 1746921 w 2212473"/>
                  <a:gd name="connsiteY68" fmla="*/ 2709949 h 5985164"/>
                  <a:gd name="connsiteX69" fmla="*/ 1780172 w 2212473"/>
                  <a:gd name="connsiteY69" fmla="*/ 2576946 h 5985164"/>
                  <a:gd name="connsiteX70" fmla="*/ 1813423 w 2212473"/>
                  <a:gd name="connsiteY70" fmla="*/ 2410691 h 5985164"/>
                  <a:gd name="connsiteX71" fmla="*/ 1863299 w 2212473"/>
                  <a:gd name="connsiteY71" fmla="*/ 2294313 h 5985164"/>
                  <a:gd name="connsiteX72" fmla="*/ 1913176 w 2212473"/>
                  <a:gd name="connsiteY72" fmla="*/ 2261062 h 5985164"/>
                  <a:gd name="connsiteX73" fmla="*/ 1996303 w 2212473"/>
                  <a:gd name="connsiteY73" fmla="*/ 2177935 h 5985164"/>
                  <a:gd name="connsiteX74" fmla="*/ 2029554 w 2212473"/>
                  <a:gd name="connsiteY74" fmla="*/ 2128059 h 5985164"/>
                  <a:gd name="connsiteX75" fmla="*/ 2079430 w 2212473"/>
                  <a:gd name="connsiteY75" fmla="*/ 2078182 h 5985164"/>
                  <a:gd name="connsiteX76" fmla="*/ 2112681 w 2212473"/>
                  <a:gd name="connsiteY76" fmla="*/ 1978429 h 5985164"/>
                  <a:gd name="connsiteX77" fmla="*/ 2129306 w 2212473"/>
                  <a:gd name="connsiteY77" fmla="*/ 1928553 h 5985164"/>
                  <a:gd name="connsiteX78" fmla="*/ 2112681 w 2212473"/>
                  <a:gd name="connsiteY78" fmla="*/ 1612669 h 5985164"/>
                  <a:gd name="connsiteX79" fmla="*/ 1979677 w 2212473"/>
                  <a:gd name="connsiteY79" fmla="*/ 1529542 h 5985164"/>
                  <a:gd name="connsiteX80" fmla="*/ 1929801 w 2212473"/>
                  <a:gd name="connsiteY80" fmla="*/ 1512917 h 5985164"/>
                  <a:gd name="connsiteX81" fmla="*/ 1979677 w 2212473"/>
                  <a:gd name="connsiteY81" fmla="*/ 1413164 h 5985164"/>
                  <a:gd name="connsiteX82" fmla="*/ 2029554 w 2212473"/>
                  <a:gd name="connsiteY82" fmla="*/ 1379913 h 5985164"/>
                  <a:gd name="connsiteX83" fmla="*/ 2062805 w 2212473"/>
                  <a:gd name="connsiteY83" fmla="*/ 1330037 h 5985164"/>
                  <a:gd name="connsiteX84" fmla="*/ 2112681 w 2212473"/>
                  <a:gd name="connsiteY84" fmla="*/ 1296786 h 5985164"/>
                  <a:gd name="connsiteX85" fmla="*/ 2179183 w 2212473"/>
                  <a:gd name="connsiteY85" fmla="*/ 1197033 h 5985164"/>
                  <a:gd name="connsiteX86" fmla="*/ 2212434 w 2212473"/>
                  <a:gd name="connsiteY86" fmla="*/ 1097280 h 5985164"/>
                  <a:gd name="connsiteX87" fmla="*/ 2195808 w 2212473"/>
                  <a:gd name="connsiteY87" fmla="*/ 581891 h 5985164"/>
                  <a:gd name="connsiteX88" fmla="*/ 2162557 w 2212473"/>
                  <a:gd name="connsiteY88" fmla="*/ 482139 h 5985164"/>
                  <a:gd name="connsiteX89" fmla="*/ 2145932 w 2212473"/>
                  <a:gd name="connsiteY89" fmla="*/ 399011 h 5985164"/>
                  <a:gd name="connsiteX90" fmla="*/ 2112681 w 2212473"/>
                  <a:gd name="connsiteY90" fmla="*/ 249382 h 5985164"/>
                  <a:gd name="connsiteX91" fmla="*/ 2046179 w 2212473"/>
                  <a:gd name="connsiteY91" fmla="*/ 149629 h 5985164"/>
                  <a:gd name="connsiteX92" fmla="*/ 1996303 w 2212473"/>
                  <a:gd name="connsiteY92" fmla="*/ 133004 h 5985164"/>
                  <a:gd name="connsiteX93" fmla="*/ 1963052 w 2212473"/>
                  <a:gd name="connsiteY93" fmla="*/ 83128 h 5985164"/>
                  <a:gd name="connsiteX94" fmla="*/ 1913176 w 2212473"/>
                  <a:gd name="connsiteY94" fmla="*/ 49877 h 5985164"/>
                  <a:gd name="connsiteX95" fmla="*/ 1780172 w 2212473"/>
                  <a:gd name="connsiteY95" fmla="*/ 16626 h 5985164"/>
                  <a:gd name="connsiteX96" fmla="*/ 1564041 w 2212473"/>
                  <a:gd name="connsiteY96" fmla="*/ 49877 h 5985164"/>
                  <a:gd name="connsiteX97" fmla="*/ 1547416 w 2212473"/>
                  <a:gd name="connsiteY97" fmla="*/ 99753 h 5985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</a:cxnLst>
                <a:rect l="l" t="t" r="r" b="b"/>
                <a:pathLst>
                  <a:path w="2212473" h="5985164">
                    <a:moveTo>
                      <a:pt x="1547416" y="99753"/>
                    </a:moveTo>
                    <a:cubicBezTo>
                      <a:pt x="1516936" y="127462"/>
                      <a:pt x="1441263" y="216131"/>
                      <a:pt x="1381161" y="216131"/>
                    </a:cubicBezTo>
                    <a:cubicBezTo>
                      <a:pt x="1330978" y="216131"/>
                      <a:pt x="1281408" y="205048"/>
                      <a:pt x="1231532" y="199506"/>
                    </a:cubicBezTo>
                    <a:cubicBezTo>
                      <a:pt x="1198281" y="188422"/>
                      <a:pt x="1160942" y="185697"/>
                      <a:pt x="1131779" y="166255"/>
                    </a:cubicBezTo>
                    <a:cubicBezTo>
                      <a:pt x="1002866" y="80313"/>
                      <a:pt x="1069936" y="112389"/>
                      <a:pt x="932274" y="66502"/>
                    </a:cubicBezTo>
                    <a:lnTo>
                      <a:pt x="782645" y="16626"/>
                    </a:lnTo>
                    <a:lnTo>
                      <a:pt x="732768" y="0"/>
                    </a:lnTo>
                    <a:cubicBezTo>
                      <a:pt x="481683" y="19315"/>
                      <a:pt x="585189" y="-6224"/>
                      <a:pt x="416885" y="49877"/>
                    </a:cubicBezTo>
                    <a:cubicBezTo>
                      <a:pt x="416880" y="49879"/>
                      <a:pt x="317137" y="83124"/>
                      <a:pt x="317132" y="83128"/>
                    </a:cubicBezTo>
                    <a:lnTo>
                      <a:pt x="217379" y="149629"/>
                    </a:lnTo>
                    <a:lnTo>
                      <a:pt x="167503" y="182880"/>
                    </a:lnTo>
                    <a:lnTo>
                      <a:pt x="101001" y="282633"/>
                    </a:lnTo>
                    <a:lnTo>
                      <a:pt x="67750" y="332509"/>
                    </a:lnTo>
                    <a:lnTo>
                      <a:pt x="34499" y="432262"/>
                    </a:lnTo>
                    <a:lnTo>
                      <a:pt x="17874" y="482139"/>
                    </a:lnTo>
                    <a:cubicBezTo>
                      <a:pt x="12332" y="543099"/>
                      <a:pt x="1248" y="603808"/>
                      <a:pt x="1248" y="665019"/>
                    </a:cubicBezTo>
                    <a:cubicBezTo>
                      <a:pt x="1248" y="834416"/>
                      <a:pt x="-9913" y="965865"/>
                      <a:pt x="34499" y="1113906"/>
                    </a:cubicBezTo>
                    <a:cubicBezTo>
                      <a:pt x="44570" y="1147477"/>
                      <a:pt x="56666" y="1180408"/>
                      <a:pt x="67750" y="1213659"/>
                    </a:cubicBezTo>
                    <a:lnTo>
                      <a:pt x="84376" y="1263535"/>
                    </a:lnTo>
                    <a:cubicBezTo>
                      <a:pt x="101701" y="1315511"/>
                      <a:pt x="118500" y="1380495"/>
                      <a:pt x="167503" y="1413164"/>
                    </a:cubicBezTo>
                    <a:lnTo>
                      <a:pt x="217379" y="1446415"/>
                    </a:lnTo>
                    <a:cubicBezTo>
                      <a:pt x="233347" y="1470366"/>
                      <a:pt x="280633" y="1512862"/>
                      <a:pt x="234005" y="1546168"/>
                    </a:cubicBezTo>
                    <a:cubicBezTo>
                      <a:pt x="205484" y="1566540"/>
                      <a:pt x="134252" y="1579419"/>
                      <a:pt x="134252" y="1579419"/>
                    </a:cubicBezTo>
                    <a:cubicBezTo>
                      <a:pt x="49051" y="1707219"/>
                      <a:pt x="74320" y="1639752"/>
                      <a:pt x="51125" y="1778924"/>
                    </a:cubicBezTo>
                    <a:cubicBezTo>
                      <a:pt x="54840" y="1823510"/>
                      <a:pt x="50420" y="1960392"/>
                      <a:pt x="84376" y="2028306"/>
                    </a:cubicBezTo>
                    <a:cubicBezTo>
                      <a:pt x="93312" y="2046178"/>
                      <a:pt x="103497" y="2064053"/>
                      <a:pt x="117626" y="2078182"/>
                    </a:cubicBezTo>
                    <a:cubicBezTo>
                      <a:pt x="131755" y="2092311"/>
                      <a:pt x="150877" y="2100349"/>
                      <a:pt x="167503" y="2111433"/>
                    </a:cubicBezTo>
                    <a:cubicBezTo>
                      <a:pt x="178587" y="2128058"/>
                      <a:pt x="185717" y="2148151"/>
                      <a:pt x="200754" y="2161309"/>
                    </a:cubicBezTo>
                    <a:cubicBezTo>
                      <a:pt x="230829" y="2187625"/>
                      <a:pt x="267255" y="2205644"/>
                      <a:pt x="300506" y="2227811"/>
                    </a:cubicBezTo>
                    <a:cubicBezTo>
                      <a:pt x="317132" y="2238895"/>
                      <a:pt x="330998" y="2256216"/>
                      <a:pt x="350383" y="2261062"/>
                    </a:cubicBezTo>
                    <a:lnTo>
                      <a:pt x="416885" y="2277688"/>
                    </a:lnTo>
                    <a:cubicBezTo>
                      <a:pt x="433510" y="2288772"/>
                      <a:pt x="447052" y="2307654"/>
                      <a:pt x="466761" y="2310939"/>
                    </a:cubicBezTo>
                    <a:cubicBezTo>
                      <a:pt x="484047" y="2313820"/>
                      <a:pt x="499112" y="2294313"/>
                      <a:pt x="516637" y="2294313"/>
                    </a:cubicBezTo>
                    <a:cubicBezTo>
                      <a:pt x="534162" y="2294313"/>
                      <a:pt x="549888" y="2305397"/>
                      <a:pt x="566514" y="2310939"/>
                    </a:cubicBezTo>
                    <a:lnTo>
                      <a:pt x="699517" y="2709949"/>
                    </a:lnTo>
                    <a:lnTo>
                      <a:pt x="749394" y="2859579"/>
                    </a:lnTo>
                    <a:cubicBezTo>
                      <a:pt x="749396" y="2859584"/>
                      <a:pt x="782642" y="2959327"/>
                      <a:pt x="782645" y="2959331"/>
                    </a:cubicBezTo>
                    <a:lnTo>
                      <a:pt x="849146" y="3059084"/>
                    </a:lnTo>
                    <a:cubicBezTo>
                      <a:pt x="860230" y="3075709"/>
                      <a:pt x="876078" y="3090004"/>
                      <a:pt x="882397" y="3108960"/>
                    </a:cubicBezTo>
                    <a:cubicBezTo>
                      <a:pt x="895919" y="3149526"/>
                      <a:pt x="900045" y="3176484"/>
                      <a:pt x="932274" y="3208713"/>
                    </a:cubicBezTo>
                    <a:cubicBezTo>
                      <a:pt x="946403" y="3222842"/>
                      <a:pt x="965525" y="3230880"/>
                      <a:pt x="982150" y="3241964"/>
                    </a:cubicBezTo>
                    <a:cubicBezTo>
                      <a:pt x="1022298" y="3302186"/>
                      <a:pt x="1032026" y="3301995"/>
                      <a:pt x="1032026" y="3391593"/>
                    </a:cubicBezTo>
                    <a:cubicBezTo>
                      <a:pt x="1032026" y="4081724"/>
                      <a:pt x="1062365" y="3904912"/>
                      <a:pt x="998776" y="4222866"/>
                    </a:cubicBezTo>
                    <a:cubicBezTo>
                      <a:pt x="993234" y="4389120"/>
                      <a:pt x="982150" y="4555282"/>
                      <a:pt x="982150" y="4721629"/>
                    </a:cubicBezTo>
                    <a:cubicBezTo>
                      <a:pt x="982150" y="4910132"/>
                      <a:pt x="985953" y="5098828"/>
                      <a:pt x="998776" y="5286895"/>
                    </a:cubicBezTo>
                    <a:cubicBezTo>
                      <a:pt x="1008686" y="5432250"/>
                      <a:pt x="1022457" y="5411343"/>
                      <a:pt x="1048652" y="5503026"/>
                    </a:cubicBezTo>
                    <a:cubicBezTo>
                      <a:pt x="1054929" y="5524996"/>
                      <a:pt x="1058711" y="5547642"/>
                      <a:pt x="1065277" y="5569528"/>
                    </a:cubicBezTo>
                    <a:cubicBezTo>
                      <a:pt x="1075348" y="5603099"/>
                      <a:pt x="1087444" y="5636029"/>
                      <a:pt x="1098528" y="5669280"/>
                    </a:cubicBezTo>
                    <a:lnTo>
                      <a:pt x="1148405" y="5818909"/>
                    </a:lnTo>
                    <a:lnTo>
                      <a:pt x="1181656" y="5918662"/>
                    </a:lnTo>
                    <a:cubicBezTo>
                      <a:pt x="1187198" y="5935288"/>
                      <a:pt x="1181655" y="5962997"/>
                      <a:pt x="1198281" y="5968539"/>
                    </a:cubicBezTo>
                    <a:lnTo>
                      <a:pt x="1248157" y="5985164"/>
                    </a:lnTo>
                    <a:cubicBezTo>
                      <a:pt x="1261679" y="5944599"/>
                      <a:pt x="1265806" y="5917640"/>
                      <a:pt x="1298034" y="5885411"/>
                    </a:cubicBezTo>
                    <a:cubicBezTo>
                      <a:pt x="1312163" y="5871282"/>
                      <a:pt x="1331285" y="5863244"/>
                      <a:pt x="1347910" y="5852160"/>
                    </a:cubicBezTo>
                    <a:cubicBezTo>
                      <a:pt x="1353452" y="5835535"/>
                      <a:pt x="1353588" y="5815968"/>
                      <a:pt x="1364536" y="5802284"/>
                    </a:cubicBezTo>
                    <a:cubicBezTo>
                      <a:pt x="1377018" y="5786681"/>
                      <a:pt x="1403822" y="5785977"/>
                      <a:pt x="1414412" y="5769033"/>
                    </a:cubicBezTo>
                    <a:cubicBezTo>
                      <a:pt x="1432988" y="5739311"/>
                      <a:pt x="1436579" y="5702531"/>
                      <a:pt x="1447663" y="5669280"/>
                    </a:cubicBezTo>
                    <a:cubicBezTo>
                      <a:pt x="1453982" y="5650324"/>
                      <a:pt x="1469830" y="5636029"/>
                      <a:pt x="1480914" y="5619404"/>
                    </a:cubicBezTo>
                    <a:cubicBezTo>
                      <a:pt x="1486456" y="5597237"/>
                      <a:pt x="1493058" y="5575308"/>
                      <a:pt x="1497539" y="5552902"/>
                    </a:cubicBezTo>
                    <a:cubicBezTo>
                      <a:pt x="1509076" y="5495215"/>
                      <a:pt x="1522802" y="5392686"/>
                      <a:pt x="1530790" y="5336771"/>
                    </a:cubicBezTo>
                    <a:cubicBezTo>
                      <a:pt x="1525248" y="4910051"/>
                      <a:pt x="1524445" y="4483243"/>
                      <a:pt x="1514165" y="4056611"/>
                    </a:cubicBezTo>
                    <a:cubicBezTo>
                      <a:pt x="1513353" y="4022911"/>
                      <a:pt x="1497539" y="3990568"/>
                      <a:pt x="1497539" y="3956859"/>
                    </a:cubicBezTo>
                    <a:cubicBezTo>
                      <a:pt x="1497539" y="3757276"/>
                      <a:pt x="1499945" y="3557417"/>
                      <a:pt x="1514165" y="3358342"/>
                    </a:cubicBezTo>
                    <a:cubicBezTo>
                      <a:pt x="1524444" y="3214439"/>
                      <a:pt x="1568574" y="3294865"/>
                      <a:pt x="1613917" y="3158837"/>
                    </a:cubicBezTo>
                    <a:cubicBezTo>
                      <a:pt x="1731477" y="2806156"/>
                      <a:pt x="1588414" y="3243845"/>
                      <a:pt x="1663794" y="2992582"/>
                    </a:cubicBezTo>
                    <a:cubicBezTo>
                      <a:pt x="1673866" y="2959011"/>
                      <a:pt x="1688544" y="2926832"/>
                      <a:pt x="1697045" y="2892829"/>
                    </a:cubicBezTo>
                    <a:cubicBezTo>
                      <a:pt x="1702587" y="2870662"/>
                      <a:pt x="1707393" y="2848298"/>
                      <a:pt x="1713670" y="2826328"/>
                    </a:cubicBezTo>
                    <a:cubicBezTo>
                      <a:pt x="1718485" y="2809477"/>
                      <a:pt x="1725482" y="2793302"/>
                      <a:pt x="1730296" y="2776451"/>
                    </a:cubicBezTo>
                    <a:cubicBezTo>
                      <a:pt x="1736573" y="2754481"/>
                      <a:pt x="1740644" y="2731919"/>
                      <a:pt x="1746921" y="2709949"/>
                    </a:cubicBezTo>
                    <a:cubicBezTo>
                      <a:pt x="1772616" y="2620013"/>
                      <a:pt x="1759892" y="2698627"/>
                      <a:pt x="1780172" y="2576946"/>
                    </a:cubicBezTo>
                    <a:cubicBezTo>
                      <a:pt x="1819898" y="2338593"/>
                      <a:pt x="1775182" y="2544534"/>
                      <a:pt x="1813423" y="2410691"/>
                    </a:cubicBezTo>
                    <a:cubicBezTo>
                      <a:pt x="1828686" y="2357272"/>
                      <a:pt x="1822802" y="2334809"/>
                      <a:pt x="1863299" y="2294313"/>
                    </a:cubicBezTo>
                    <a:cubicBezTo>
                      <a:pt x="1877428" y="2280184"/>
                      <a:pt x="1896550" y="2272146"/>
                      <a:pt x="1913176" y="2261062"/>
                    </a:cubicBezTo>
                    <a:cubicBezTo>
                      <a:pt x="2001839" y="2128065"/>
                      <a:pt x="1885470" y="2288766"/>
                      <a:pt x="1996303" y="2177935"/>
                    </a:cubicBezTo>
                    <a:cubicBezTo>
                      <a:pt x="2010432" y="2163806"/>
                      <a:pt x="2016762" y="2143409"/>
                      <a:pt x="2029554" y="2128059"/>
                    </a:cubicBezTo>
                    <a:cubicBezTo>
                      <a:pt x="2044606" y="2109997"/>
                      <a:pt x="2062805" y="2094808"/>
                      <a:pt x="2079430" y="2078182"/>
                    </a:cubicBezTo>
                    <a:lnTo>
                      <a:pt x="2112681" y="1978429"/>
                    </a:lnTo>
                    <a:lnTo>
                      <a:pt x="2129306" y="1928553"/>
                    </a:lnTo>
                    <a:cubicBezTo>
                      <a:pt x="2123764" y="1823258"/>
                      <a:pt x="2126927" y="1717143"/>
                      <a:pt x="2112681" y="1612669"/>
                    </a:cubicBezTo>
                    <a:cubicBezTo>
                      <a:pt x="2103899" y="1548267"/>
                      <a:pt x="2021360" y="1543436"/>
                      <a:pt x="1979677" y="1529542"/>
                    </a:cubicBezTo>
                    <a:lnTo>
                      <a:pt x="1929801" y="1512917"/>
                    </a:lnTo>
                    <a:cubicBezTo>
                      <a:pt x="1943323" y="1472350"/>
                      <a:pt x="1947447" y="1445393"/>
                      <a:pt x="1979677" y="1413164"/>
                    </a:cubicBezTo>
                    <a:cubicBezTo>
                      <a:pt x="1993806" y="1399035"/>
                      <a:pt x="2012928" y="1390997"/>
                      <a:pt x="2029554" y="1379913"/>
                    </a:cubicBezTo>
                    <a:cubicBezTo>
                      <a:pt x="2040638" y="1363288"/>
                      <a:pt x="2048676" y="1344166"/>
                      <a:pt x="2062805" y="1330037"/>
                    </a:cubicBezTo>
                    <a:cubicBezTo>
                      <a:pt x="2076934" y="1315908"/>
                      <a:pt x="2099523" y="1311823"/>
                      <a:pt x="2112681" y="1296786"/>
                    </a:cubicBezTo>
                    <a:cubicBezTo>
                      <a:pt x="2138997" y="1266711"/>
                      <a:pt x="2179183" y="1197033"/>
                      <a:pt x="2179183" y="1197033"/>
                    </a:cubicBezTo>
                    <a:cubicBezTo>
                      <a:pt x="2190267" y="1163782"/>
                      <a:pt x="2213564" y="1132311"/>
                      <a:pt x="2212434" y="1097280"/>
                    </a:cubicBezTo>
                    <a:cubicBezTo>
                      <a:pt x="2206892" y="925484"/>
                      <a:pt x="2209699" y="753214"/>
                      <a:pt x="2195808" y="581891"/>
                    </a:cubicBezTo>
                    <a:cubicBezTo>
                      <a:pt x="2192975" y="546956"/>
                      <a:pt x="2169430" y="516508"/>
                      <a:pt x="2162557" y="482139"/>
                    </a:cubicBezTo>
                    <a:cubicBezTo>
                      <a:pt x="2157015" y="454430"/>
                      <a:pt x="2150987" y="426813"/>
                      <a:pt x="2145932" y="399011"/>
                    </a:cubicBezTo>
                    <a:cubicBezTo>
                      <a:pt x="2140813" y="370855"/>
                      <a:pt x="2132485" y="285030"/>
                      <a:pt x="2112681" y="249382"/>
                    </a:cubicBezTo>
                    <a:cubicBezTo>
                      <a:pt x="2093274" y="214448"/>
                      <a:pt x="2084091" y="162266"/>
                      <a:pt x="2046179" y="149629"/>
                    </a:cubicBezTo>
                    <a:lnTo>
                      <a:pt x="1996303" y="133004"/>
                    </a:lnTo>
                    <a:cubicBezTo>
                      <a:pt x="1985219" y="116379"/>
                      <a:pt x="1977181" y="97257"/>
                      <a:pt x="1963052" y="83128"/>
                    </a:cubicBezTo>
                    <a:cubicBezTo>
                      <a:pt x="1948923" y="68999"/>
                      <a:pt x="1931048" y="58813"/>
                      <a:pt x="1913176" y="49877"/>
                    </a:cubicBezTo>
                    <a:cubicBezTo>
                      <a:pt x="1879092" y="32835"/>
                      <a:pt x="1811793" y="22950"/>
                      <a:pt x="1780172" y="16626"/>
                    </a:cubicBezTo>
                    <a:cubicBezTo>
                      <a:pt x="1732482" y="21395"/>
                      <a:pt x="1623959" y="19917"/>
                      <a:pt x="1564041" y="49877"/>
                    </a:cubicBezTo>
                    <a:cubicBezTo>
                      <a:pt x="1557031" y="53382"/>
                      <a:pt x="1577896" y="72044"/>
                      <a:pt x="1547416" y="99753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A9ED6F8A-D1A9-F348-A2BA-56E5078466DD}"/>
                  </a:ext>
                </a:extLst>
              </p:cNvPr>
              <p:cNvSpPr/>
              <p:nvPr/>
            </p:nvSpPr>
            <p:spPr>
              <a:xfrm flipH="1">
                <a:off x="923961" y="569259"/>
                <a:ext cx="2276439" cy="5985164"/>
              </a:xfrm>
              <a:custGeom>
                <a:avLst/>
                <a:gdLst>
                  <a:gd name="connsiteX0" fmla="*/ 1547416 w 2212473"/>
                  <a:gd name="connsiteY0" fmla="*/ 99753 h 5985164"/>
                  <a:gd name="connsiteX1" fmla="*/ 1381161 w 2212473"/>
                  <a:gd name="connsiteY1" fmla="*/ 216131 h 5985164"/>
                  <a:gd name="connsiteX2" fmla="*/ 1231532 w 2212473"/>
                  <a:gd name="connsiteY2" fmla="*/ 199506 h 5985164"/>
                  <a:gd name="connsiteX3" fmla="*/ 1131779 w 2212473"/>
                  <a:gd name="connsiteY3" fmla="*/ 166255 h 5985164"/>
                  <a:gd name="connsiteX4" fmla="*/ 932274 w 2212473"/>
                  <a:gd name="connsiteY4" fmla="*/ 66502 h 5985164"/>
                  <a:gd name="connsiteX5" fmla="*/ 782645 w 2212473"/>
                  <a:gd name="connsiteY5" fmla="*/ 16626 h 5985164"/>
                  <a:gd name="connsiteX6" fmla="*/ 732768 w 2212473"/>
                  <a:gd name="connsiteY6" fmla="*/ 0 h 5985164"/>
                  <a:gd name="connsiteX7" fmla="*/ 416885 w 2212473"/>
                  <a:gd name="connsiteY7" fmla="*/ 49877 h 5985164"/>
                  <a:gd name="connsiteX8" fmla="*/ 317132 w 2212473"/>
                  <a:gd name="connsiteY8" fmla="*/ 83128 h 5985164"/>
                  <a:gd name="connsiteX9" fmla="*/ 217379 w 2212473"/>
                  <a:gd name="connsiteY9" fmla="*/ 149629 h 5985164"/>
                  <a:gd name="connsiteX10" fmla="*/ 167503 w 2212473"/>
                  <a:gd name="connsiteY10" fmla="*/ 182880 h 5985164"/>
                  <a:gd name="connsiteX11" fmla="*/ 101001 w 2212473"/>
                  <a:gd name="connsiteY11" fmla="*/ 282633 h 5985164"/>
                  <a:gd name="connsiteX12" fmla="*/ 67750 w 2212473"/>
                  <a:gd name="connsiteY12" fmla="*/ 332509 h 5985164"/>
                  <a:gd name="connsiteX13" fmla="*/ 34499 w 2212473"/>
                  <a:gd name="connsiteY13" fmla="*/ 432262 h 5985164"/>
                  <a:gd name="connsiteX14" fmla="*/ 17874 w 2212473"/>
                  <a:gd name="connsiteY14" fmla="*/ 482139 h 5985164"/>
                  <a:gd name="connsiteX15" fmla="*/ 1248 w 2212473"/>
                  <a:gd name="connsiteY15" fmla="*/ 665019 h 5985164"/>
                  <a:gd name="connsiteX16" fmla="*/ 34499 w 2212473"/>
                  <a:gd name="connsiteY16" fmla="*/ 1113906 h 5985164"/>
                  <a:gd name="connsiteX17" fmla="*/ 67750 w 2212473"/>
                  <a:gd name="connsiteY17" fmla="*/ 1213659 h 5985164"/>
                  <a:gd name="connsiteX18" fmla="*/ 84376 w 2212473"/>
                  <a:gd name="connsiteY18" fmla="*/ 1263535 h 5985164"/>
                  <a:gd name="connsiteX19" fmla="*/ 167503 w 2212473"/>
                  <a:gd name="connsiteY19" fmla="*/ 1413164 h 5985164"/>
                  <a:gd name="connsiteX20" fmla="*/ 217379 w 2212473"/>
                  <a:gd name="connsiteY20" fmla="*/ 1446415 h 5985164"/>
                  <a:gd name="connsiteX21" fmla="*/ 234005 w 2212473"/>
                  <a:gd name="connsiteY21" fmla="*/ 1546168 h 5985164"/>
                  <a:gd name="connsiteX22" fmla="*/ 134252 w 2212473"/>
                  <a:gd name="connsiteY22" fmla="*/ 1579419 h 5985164"/>
                  <a:gd name="connsiteX23" fmla="*/ 51125 w 2212473"/>
                  <a:gd name="connsiteY23" fmla="*/ 1778924 h 5985164"/>
                  <a:gd name="connsiteX24" fmla="*/ 84376 w 2212473"/>
                  <a:gd name="connsiteY24" fmla="*/ 2028306 h 5985164"/>
                  <a:gd name="connsiteX25" fmla="*/ 117626 w 2212473"/>
                  <a:gd name="connsiteY25" fmla="*/ 2078182 h 5985164"/>
                  <a:gd name="connsiteX26" fmla="*/ 167503 w 2212473"/>
                  <a:gd name="connsiteY26" fmla="*/ 2111433 h 5985164"/>
                  <a:gd name="connsiteX27" fmla="*/ 200754 w 2212473"/>
                  <a:gd name="connsiteY27" fmla="*/ 2161309 h 5985164"/>
                  <a:gd name="connsiteX28" fmla="*/ 300506 w 2212473"/>
                  <a:gd name="connsiteY28" fmla="*/ 2227811 h 5985164"/>
                  <a:gd name="connsiteX29" fmla="*/ 350383 w 2212473"/>
                  <a:gd name="connsiteY29" fmla="*/ 2261062 h 5985164"/>
                  <a:gd name="connsiteX30" fmla="*/ 416885 w 2212473"/>
                  <a:gd name="connsiteY30" fmla="*/ 2277688 h 5985164"/>
                  <a:gd name="connsiteX31" fmla="*/ 466761 w 2212473"/>
                  <a:gd name="connsiteY31" fmla="*/ 2310939 h 5985164"/>
                  <a:gd name="connsiteX32" fmla="*/ 516637 w 2212473"/>
                  <a:gd name="connsiteY32" fmla="*/ 2294313 h 5985164"/>
                  <a:gd name="connsiteX33" fmla="*/ 566514 w 2212473"/>
                  <a:gd name="connsiteY33" fmla="*/ 2310939 h 5985164"/>
                  <a:gd name="connsiteX34" fmla="*/ 699517 w 2212473"/>
                  <a:gd name="connsiteY34" fmla="*/ 2709949 h 5985164"/>
                  <a:gd name="connsiteX35" fmla="*/ 749394 w 2212473"/>
                  <a:gd name="connsiteY35" fmla="*/ 2859579 h 5985164"/>
                  <a:gd name="connsiteX36" fmla="*/ 782645 w 2212473"/>
                  <a:gd name="connsiteY36" fmla="*/ 2959331 h 5985164"/>
                  <a:gd name="connsiteX37" fmla="*/ 849146 w 2212473"/>
                  <a:gd name="connsiteY37" fmla="*/ 3059084 h 5985164"/>
                  <a:gd name="connsiteX38" fmla="*/ 882397 w 2212473"/>
                  <a:gd name="connsiteY38" fmla="*/ 3108960 h 5985164"/>
                  <a:gd name="connsiteX39" fmla="*/ 932274 w 2212473"/>
                  <a:gd name="connsiteY39" fmla="*/ 3208713 h 5985164"/>
                  <a:gd name="connsiteX40" fmla="*/ 982150 w 2212473"/>
                  <a:gd name="connsiteY40" fmla="*/ 3241964 h 5985164"/>
                  <a:gd name="connsiteX41" fmla="*/ 1032026 w 2212473"/>
                  <a:gd name="connsiteY41" fmla="*/ 3391593 h 5985164"/>
                  <a:gd name="connsiteX42" fmla="*/ 998776 w 2212473"/>
                  <a:gd name="connsiteY42" fmla="*/ 4222866 h 5985164"/>
                  <a:gd name="connsiteX43" fmla="*/ 982150 w 2212473"/>
                  <a:gd name="connsiteY43" fmla="*/ 4721629 h 5985164"/>
                  <a:gd name="connsiteX44" fmla="*/ 998776 w 2212473"/>
                  <a:gd name="connsiteY44" fmla="*/ 5286895 h 5985164"/>
                  <a:gd name="connsiteX45" fmla="*/ 1048652 w 2212473"/>
                  <a:gd name="connsiteY45" fmla="*/ 5503026 h 5985164"/>
                  <a:gd name="connsiteX46" fmla="*/ 1065277 w 2212473"/>
                  <a:gd name="connsiteY46" fmla="*/ 5569528 h 5985164"/>
                  <a:gd name="connsiteX47" fmla="*/ 1098528 w 2212473"/>
                  <a:gd name="connsiteY47" fmla="*/ 5669280 h 5985164"/>
                  <a:gd name="connsiteX48" fmla="*/ 1148405 w 2212473"/>
                  <a:gd name="connsiteY48" fmla="*/ 5818909 h 5985164"/>
                  <a:gd name="connsiteX49" fmla="*/ 1181656 w 2212473"/>
                  <a:gd name="connsiteY49" fmla="*/ 5918662 h 5985164"/>
                  <a:gd name="connsiteX50" fmla="*/ 1198281 w 2212473"/>
                  <a:gd name="connsiteY50" fmla="*/ 5968539 h 5985164"/>
                  <a:gd name="connsiteX51" fmla="*/ 1248157 w 2212473"/>
                  <a:gd name="connsiteY51" fmla="*/ 5985164 h 5985164"/>
                  <a:gd name="connsiteX52" fmla="*/ 1298034 w 2212473"/>
                  <a:gd name="connsiteY52" fmla="*/ 5885411 h 5985164"/>
                  <a:gd name="connsiteX53" fmla="*/ 1347910 w 2212473"/>
                  <a:gd name="connsiteY53" fmla="*/ 5852160 h 5985164"/>
                  <a:gd name="connsiteX54" fmla="*/ 1364536 w 2212473"/>
                  <a:gd name="connsiteY54" fmla="*/ 5802284 h 5985164"/>
                  <a:gd name="connsiteX55" fmla="*/ 1414412 w 2212473"/>
                  <a:gd name="connsiteY55" fmla="*/ 5769033 h 5985164"/>
                  <a:gd name="connsiteX56" fmla="*/ 1447663 w 2212473"/>
                  <a:gd name="connsiteY56" fmla="*/ 5669280 h 5985164"/>
                  <a:gd name="connsiteX57" fmla="*/ 1480914 w 2212473"/>
                  <a:gd name="connsiteY57" fmla="*/ 5619404 h 5985164"/>
                  <a:gd name="connsiteX58" fmla="*/ 1497539 w 2212473"/>
                  <a:gd name="connsiteY58" fmla="*/ 5552902 h 5985164"/>
                  <a:gd name="connsiteX59" fmla="*/ 1530790 w 2212473"/>
                  <a:gd name="connsiteY59" fmla="*/ 5336771 h 5985164"/>
                  <a:gd name="connsiteX60" fmla="*/ 1514165 w 2212473"/>
                  <a:gd name="connsiteY60" fmla="*/ 4056611 h 5985164"/>
                  <a:gd name="connsiteX61" fmla="*/ 1497539 w 2212473"/>
                  <a:gd name="connsiteY61" fmla="*/ 3956859 h 5985164"/>
                  <a:gd name="connsiteX62" fmla="*/ 1514165 w 2212473"/>
                  <a:gd name="connsiteY62" fmla="*/ 3358342 h 5985164"/>
                  <a:gd name="connsiteX63" fmla="*/ 1613917 w 2212473"/>
                  <a:gd name="connsiteY63" fmla="*/ 3158837 h 5985164"/>
                  <a:gd name="connsiteX64" fmla="*/ 1663794 w 2212473"/>
                  <a:gd name="connsiteY64" fmla="*/ 2992582 h 5985164"/>
                  <a:gd name="connsiteX65" fmla="*/ 1697045 w 2212473"/>
                  <a:gd name="connsiteY65" fmla="*/ 2892829 h 5985164"/>
                  <a:gd name="connsiteX66" fmla="*/ 1713670 w 2212473"/>
                  <a:gd name="connsiteY66" fmla="*/ 2826328 h 5985164"/>
                  <a:gd name="connsiteX67" fmla="*/ 1730296 w 2212473"/>
                  <a:gd name="connsiteY67" fmla="*/ 2776451 h 5985164"/>
                  <a:gd name="connsiteX68" fmla="*/ 1746921 w 2212473"/>
                  <a:gd name="connsiteY68" fmla="*/ 2709949 h 5985164"/>
                  <a:gd name="connsiteX69" fmla="*/ 1780172 w 2212473"/>
                  <a:gd name="connsiteY69" fmla="*/ 2576946 h 5985164"/>
                  <a:gd name="connsiteX70" fmla="*/ 1813423 w 2212473"/>
                  <a:gd name="connsiteY70" fmla="*/ 2410691 h 5985164"/>
                  <a:gd name="connsiteX71" fmla="*/ 1863299 w 2212473"/>
                  <a:gd name="connsiteY71" fmla="*/ 2294313 h 5985164"/>
                  <a:gd name="connsiteX72" fmla="*/ 1913176 w 2212473"/>
                  <a:gd name="connsiteY72" fmla="*/ 2261062 h 5985164"/>
                  <a:gd name="connsiteX73" fmla="*/ 1996303 w 2212473"/>
                  <a:gd name="connsiteY73" fmla="*/ 2177935 h 5985164"/>
                  <a:gd name="connsiteX74" fmla="*/ 2029554 w 2212473"/>
                  <a:gd name="connsiteY74" fmla="*/ 2128059 h 5985164"/>
                  <a:gd name="connsiteX75" fmla="*/ 2079430 w 2212473"/>
                  <a:gd name="connsiteY75" fmla="*/ 2078182 h 5985164"/>
                  <a:gd name="connsiteX76" fmla="*/ 2112681 w 2212473"/>
                  <a:gd name="connsiteY76" fmla="*/ 1978429 h 5985164"/>
                  <a:gd name="connsiteX77" fmla="*/ 2129306 w 2212473"/>
                  <a:gd name="connsiteY77" fmla="*/ 1928553 h 5985164"/>
                  <a:gd name="connsiteX78" fmla="*/ 2112681 w 2212473"/>
                  <a:gd name="connsiteY78" fmla="*/ 1612669 h 5985164"/>
                  <a:gd name="connsiteX79" fmla="*/ 1979677 w 2212473"/>
                  <a:gd name="connsiteY79" fmla="*/ 1529542 h 5985164"/>
                  <a:gd name="connsiteX80" fmla="*/ 1929801 w 2212473"/>
                  <a:gd name="connsiteY80" fmla="*/ 1512917 h 5985164"/>
                  <a:gd name="connsiteX81" fmla="*/ 1979677 w 2212473"/>
                  <a:gd name="connsiteY81" fmla="*/ 1413164 h 5985164"/>
                  <a:gd name="connsiteX82" fmla="*/ 2029554 w 2212473"/>
                  <a:gd name="connsiteY82" fmla="*/ 1379913 h 5985164"/>
                  <a:gd name="connsiteX83" fmla="*/ 2062805 w 2212473"/>
                  <a:gd name="connsiteY83" fmla="*/ 1330037 h 5985164"/>
                  <a:gd name="connsiteX84" fmla="*/ 2112681 w 2212473"/>
                  <a:gd name="connsiteY84" fmla="*/ 1296786 h 5985164"/>
                  <a:gd name="connsiteX85" fmla="*/ 2179183 w 2212473"/>
                  <a:gd name="connsiteY85" fmla="*/ 1197033 h 5985164"/>
                  <a:gd name="connsiteX86" fmla="*/ 2212434 w 2212473"/>
                  <a:gd name="connsiteY86" fmla="*/ 1097280 h 5985164"/>
                  <a:gd name="connsiteX87" fmla="*/ 2195808 w 2212473"/>
                  <a:gd name="connsiteY87" fmla="*/ 581891 h 5985164"/>
                  <a:gd name="connsiteX88" fmla="*/ 2162557 w 2212473"/>
                  <a:gd name="connsiteY88" fmla="*/ 482139 h 5985164"/>
                  <a:gd name="connsiteX89" fmla="*/ 2145932 w 2212473"/>
                  <a:gd name="connsiteY89" fmla="*/ 399011 h 5985164"/>
                  <a:gd name="connsiteX90" fmla="*/ 2112681 w 2212473"/>
                  <a:gd name="connsiteY90" fmla="*/ 249382 h 5985164"/>
                  <a:gd name="connsiteX91" fmla="*/ 2046179 w 2212473"/>
                  <a:gd name="connsiteY91" fmla="*/ 149629 h 5985164"/>
                  <a:gd name="connsiteX92" fmla="*/ 1996303 w 2212473"/>
                  <a:gd name="connsiteY92" fmla="*/ 133004 h 5985164"/>
                  <a:gd name="connsiteX93" fmla="*/ 1963052 w 2212473"/>
                  <a:gd name="connsiteY93" fmla="*/ 83128 h 5985164"/>
                  <a:gd name="connsiteX94" fmla="*/ 1913176 w 2212473"/>
                  <a:gd name="connsiteY94" fmla="*/ 49877 h 5985164"/>
                  <a:gd name="connsiteX95" fmla="*/ 1780172 w 2212473"/>
                  <a:gd name="connsiteY95" fmla="*/ 16626 h 5985164"/>
                  <a:gd name="connsiteX96" fmla="*/ 1564041 w 2212473"/>
                  <a:gd name="connsiteY96" fmla="*/ 49877 h 5985164"/>
                  <a:gd name="connsiteX97" fmla="*/ 1547416 w 2212473"/>
                  <a:gd name="connsiteY97" fmla="*/ 99753 h 5985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</a:cxnLst>
                <a:rect l="l" t="t" r="r" b="b"/>
                <a:pathLst>
                  <a:path w="2212473" h="5985164">
                    <a:moveTo>
                      <a:pt x="1547416" y="99753"/>
                    </a:moveTo>
                    <a:cubicBezTo>
                      <a:pt x="1516936" y="127462"/>
                      <a:pt x="1441263" y="216131"/>
                      <a:pt x="1381161" y="216131"/>
                    </a:cubicBezTo>
                    <a:cubicBezTo>
                      <a:pt x="1330978" y="216131"/>
                      <a:pt x="1281408" y="205048"/>
                      <a:pt x="1231532" y="199506"/>
                    </a:cubicBezTo>
                    <a:cubicBezTo>
                      <a:pt x="1198281" y="188422"/>
                      <a:pt x="1160942" y="185697"/>
                      <a:pt x="1131779" y="166255"/>
                    </a:cubicBezTo>
                    <a:cubicBezTo>
                      <a:pt x="1002866" y="80313"/>
                      <a:pt x="1069936" y="112389"/>
                      <a:pt x="932274" y="66502"/>
                    </a:cubicBezTo>
                    <a:lnTo>
                      <a:pt x="782645" y="16626"/>
                    </a:lnTo>
                    <a:lnTo>
                      <a:pt x="732768" y="0"/>
                    </a:lnTo>
                    <a:cubicBezTo>
                      <a:pt x="481683" y="19315"/>
                      <a:pt x="585189" y="-6224"/>
                      <a:pt x="416885" y="49877"/>
                    </a:cubicBezTo>
                    <a:cubicBezTo>
                      <a:pt x="416880" y="49879"/>
                      <a:pt x="317137" y="83124"/>
                      <a:pt x="317132" y="83128"/>
                    </a:cubicBezTo>
                    <a:lnTo>
                      <a:pt x="217379" y="149629"/>
                    </a:lnTo>
                    <a:lnTo>
                      <a:pt x="167503" y="182880"/>
                    </a:lnTo>
                    <a:lnTo>
                      <a:pt x="101001" y="282633"/>
                    </a:lnTo>
                    <a:lnTo>
                      <a:pt x="67750" y="332509"/>
                    </a:lnTo>
                    <a:lnTo>
                      <a:pt x="34499" y="432262"/>
                    </a:lnTo>
                    <a:lnTo>
                      <a:pt x="17874" y="482139"/>
                    </a:lnTo>
                    <a:cubicBezTo>
                      <a:pt x="12332" y="543099"/>
                      <a:pt x="1248" y="603808"/>
                      <a:pt x="1248" y="665019"/>
                    </a:cubicBezTo>
                    <a:cubicBezTo>
                      <a:pt x="1248" y="834416"/>
                      <a:pt x="-9913" y="965865"/>
                      <a:pt x="34499" y="1113906"/>
                    </a:cubicBezTo>
                    <a:cubicBezTo>
                      <a:pt x="44570" y="1147477"/>
                      <a:pt x="56666" y="1180408"/>
                      <a:pt x="67750" y="1213659"/>
                    </a:cubicBezTo>
                    <a:lnTo>
                      <a:pt x="84376" y="1263535"/>
                    </a:lnTo>
                    <a:cubicBezTo>
                      <a:pt x="101701" y="1315511"/>
                      <a:pt x="118500" y="1380495"/>
                      <a:pt x="167503" y="1413164"/>
                    </a:cubicBezTo>
                    <a:lnTo>
                      <a:pt x="217379" y="1446415"/>
                    </a:lnTo>
                    <a:cubicBezTo>
                      <a:pt x="233347" y="1470366"/>
                      <a:pt x="280633" y="1512862"/>
                      <a:pt x="234005" y="1546168"/>
                    </a:cubicBezTo>
                    <a:cubicBezTo>
                      <a:pt x="205484" y="1566540"/>
                      <a:pt x="134252" y="1579419"/>
                      <a:pt x="134252" y="1579419"/>
                    </a:cubicBezTo>
                    <a:cubicBezTo>
                      <a:pt x="49051" y="1707219"/>
                      <a:pt x="74320" y="1639752"/>
                      <a:pt x="51125" y="1778924"/>
                    </a:cubicBezTo>
                    <a:cubicBezTo>
                      <a:pt x="54840" y="1823510"/>
                      <a:pt x="50420" y="1960392"/>
                      <a:pt x="84376" y="2028306"/>
                    </a:cubicBezTo>
                    <a:cubicBezTo>
                      <a:pt x="93312" y="2046178"/>
                      <a:pt x="103497" y="2064053"/>
                      <a:pt x="117626" y="2078182"/>
                    </a:cubicBezTo>
                    <a:cubicBezTo>
                      <a:pt x="131755" y="2092311"/>
                      <a:pt x="150877" y="2100349"/>
                      <a:pt x="167503" y="2111433"/>
                    </a:cubicBezTo>
                    <a:cubicBezTo>
                      <a:pt x="178587" y="2128058"/>
                      <a:pt x="185717" y="2148151"/>
                      <a:pt x="200754" y="2161309"/>
                    </a:cubicBezTo>
                    <a:cubicBezTo>
                      <a:pt x="230829" y="2187625"/>
                      <a:pt x="267255" y="2205644"/>
                      <a:pt x="300506" y="2227811"/>
                    </a:cubicBezTo>
                    <a:cubicBezTo>
                      <a:pt x="317132" y="2238895"/>
                      <a:pt x="330998" y="2256216"/>
                      <a:pt x="350383" y="2261062"/>
                    </a:cubicBezTo>
                    <a:lnTo>
                      <a:pt x="416885" y="2277688"/>
                    </a:lnTo>
                    <a:cubicBezTo>
                      <a:pt x="433510" y="2288772"/>
                      <a:pt x="447052" y="2307654"/>
                      <a:pt x="466761" y="2310939"/>
                    </a:cubicBezTo>
                    <a:cubicBezTo>
                      <a:pt x="484047" y="2313820"/>
                      <a:pt x="499112" y="2294313"/>
                      <a:pt x="516637" y="2294313"/>
                    </a:cubicBezTo>
                    <a:cubicBezTo>
                      <a:pt x="534162" y="2294313"/>
                      <a:pt x="549888" y="2305397"/>
                      <a:pt x="566514" y="2310939"/>
                    </a:cubicBezTo>
                    <a:lnTo>
                      <a:pt x="699517" y="2709949"/>
                    </a:lnTo>
                    <a:lnTo>
                      <a:pt x="749394" y="2859579"/>
                    </a:lnTo>
                    <a:cubicBezTo>
                      <a:pt x="749396" y="2859584"/>
                      <a:pt x="782642" y="2959327"/>
                      <a:pt x="782645" y="2959331"/>
                    </a:cubicBezTo>
                    <a:lnTo>
                      <a:pt x="849146" y="3059084"/>
                    </a:lnTo>
                    <a:cubicBezTo>
                      <a:pt x="860230" y="3075709"/>
                      <a:pt x="876078" y="3090004"/>
                      <a:pt x="882397" y="3108960"/>
                    </a:cubicBezTo>
                    <a:cubicBezTo>
                      <a:pt x="895919" y="3149526"/>
                      <a:pt x="900045" y="3176484"/>
                      <a:pt x="932274" y="3208713"/>
                    </a:cubicBezTo>
                    <a:cubicBezTo>
                      <a:pt x="946403" y="3222842"/>
                      <a:pt x="965525" y="3230880"/>
                      <a:pt x="982150" y="3241964"/>
                    </a:cubicBezTo>
                    <a:cubicBezTo>
                      <a:pt x="1022298" y="3302186"/>
                      <a:pt x="1032026" y="3301995"/>
                      <a:pt x="1032026" y="3391593"/>
                    </a:cubicBezTo>
                    <a:cubicBezTo>
                      <a:pt x="1032026" y="4081724"/>
                      <a:pt x="1062365" y="3904912"/>
                      <a:pt x="998776" y="4222866"/>
                    </a:cubicBezTo>
                    <a:cubicBezTo>
                      <a:pt x="993234" y="4389120"/>
                      <a:pt x="982150" y="4555282"/>
                      <a:pt x="982150" y="4721629"/>
                    </a:cubicBezTo>
                    <a:cubicBezTo>
                      <a:pt x="982150" y="4910132"/>
                      <a:pt x="985953" y="5098828"/>
                      <a:pt x="998776" y="5286895"/>
                    </a:cubicBezTo>
                    <a:cubicBezTo>
                      <a:pt x="1008686" y="5432250"/>
                      <a:pt x="1022457" y="5411343"/>
                      <a:pt x="1048652" y="5503026"/>
                    </a:cubicBezTo>
                    <a:cubicBezTo>
                      <a:pt x="1054929" y="5524996"/>
                      <a:pt x="1058711" y="5547642"/>
                      <a:pt x="1065277" y="5569528"/>
                    </a:cubicBezTo>
                    <a:cubicBezTo>
                      <a:pt x="1075348" y="5603099"/>
                      <a:pt x="1087444" y="5636029"/>
                      <a:pt x="1098528" y="5669280"/>
                    </a:cubicBezTo>
                    <a:lnTo>
                      <a:pt x="1148405" y="5818909"/>
                    </a:lnTo>
                    <a:lnTo>
                      <a:pt x="1181656" y="5918662"/>
                    </a:lnTo>
                    <a:cubicBezTo>
                      <a:pt x="1187198" y="5935288"/>
                      <a:pt x="1181655" y="5962997"/>
                      <a:pt x="1198281" y="5968539"/>
                    </a:cubicBezTo>
                    <a:lnTo>
                      <a:pt x="1248157" y="5985164"/>
                    </a:lnTo>
                    <a:cubicBezTo>
                      <a:pt x="1261679" y="5944599"/>
                      <a:pt x="1265806" y="5917640"/>
                      <a:pt x="1298034" y="5885411"/>
                    </a:cubicBezTo>
                    <a:cubicBezTo>
                      <a:pt x="1312163" y="5871282"/>
                      <a:pt x="1331285" y="5863244"/>
                      <a:pt x="1347910" y="5852160"/>
                    </a:cubicBezTo>
                    <a:cubicBezTo>
                      <a:pt x="1353452" y="5835535"/>
                      <a:pt x="1353588" y="5815968"/>
                      <a:pt x="1364536" y="5802284"/>
                    </a:cubicBezTo>
                    <a:cubicBezTo>
                      <a:pt x="1377018" y="5786681"/>
                      <a:pt x="1403822" y="5785977"/>
                      <a:pt x="1414412" y="5769033"/>
                    </a:cubicBezTo>
                    <a:cubicBezTo>
                      <a:pt x="1432988" y="5739311"/>
                      <a:pt x="1436579" y="5702531"/>
                      <a:pt x="1447663" y="5669280"/>
                    </a:cubicBezTo>
                    <a:cubicBezTo>
                      <a:pt x="1453982" y="5650324"/>
                      <a:pt x="1469830" y="5636029"/>
                      <a:pt x="1480914" y="5619404"/>
                    </a:cubicBezTo>
                    <a:cubicBezTo>
                      <a:pt x="1486456" y="5597237"/>
                      <a:pt x="1493058" y="5575308"/>
                      <a:pt x="1497539" y="5552902"/>
                    </a:cubicBezTo>
                    <a:cubicBezTo>
                      <a:pt x="1509076" y="5495215"/>
                      <a:pt x="1522802" y="5392686"/>
                      <a:pt x="1530790" y="5336771"/>
                    </a:cubicBezTo>
                    <a:cubicBezTo>
                      <a:pt x="1525248" y="4910051"/>
                      <a:pt x="1524445" y="4483243"/>
                      <a:pt x="1514165" y="4056611"/>
                    </a:cubicBezTo>
                    <a:cubicBezTo>
                      <a:pt x="1513353" y="4022911"/>
                      <a:pt x="1497539" y="3990568"/>
                      <a:pt x="1497539" y="3956859"/>
                    </a:cubicBezTo>
                    <a:cubicBezTo>
                      <a:pt x="1497539" y="3757276"/>
                      <a:pt x="1499945" y="3557417"/>
                      <a:pt x="1514165" y="3358342"/>
                    </a:cubicBezTo>
                    <a:cubicBezTo>
                      <a:pt x="1524444" y="3214439"/>
                      <a:pt x="1568574" y="3294865"/>
                      <a:pt x="1613917" y="3158837"/>
                    </a:cubicBezTo>
                    <a:cubicBezTo>
                      <a:pt x="1731477" y="2806156"/>
                      <a:pt x="1588414" y="3243845"/>
                      <a:pt x="1663794" y="2992582"/>
                    </a:cubicBezTo>
                    <a:cubicBezTo>
                      <a:pt x="1673866" y="2959011"/>
                      <a:pt x="1688544" y="2926832"/>
                      <a:pt x="1697045" y="2892829"/>
                    </a:cubicBezTo>
                    <a:cubicBezTo>
                      <a:pt x="1702587" y="2870662"/>
                      <a:pt x="1707393" y="2848298"/>
                      <a:pt x="1713670" y="2826328"/>
                    </a:cubicBezTo>
                    <a:cubicBezTo>
                      <a:pt x="1718485" y="2809477"/>
                      <a:pt x="1725482" y="2793302"/>
                      <a:pt x="1730296" y="2776451"/>
                    </a:cubicBezTo>
                    <a:cubicBezTo>
                      <a:pt x="1736573" y="2754481"/>
                      <a:pt x="1740644" y="2731919"/>
                      <a:pt x="1746921" y="2709949"/>
                    </a:cubicBezTo>
                    <a:cubicBezTo>
                      <a:pt x="1772616" y="2620013"/>
                      <a:pt x="1759892" y="2698627"/>
                      <a:pt x="1780172" y="2576946"/>
                    </a:cubicBezTo>
                    <a:cubicBezTo>
                      <a:pt x="1819898" y="2338593"/>
                      <a:pt x="1775182" y="2544534"/>
                      <a:pt x="1813423" y="2410691"/>
                    </a:cubicBezTo>
                    <a:cubicBezTo>
                      <a:pt x="1828686" y="2357272"/>
                      <a:pt x="1822802" y="2334809"/>
                      <a:pt x="1863299" y="2294313"/>
                    </a:cubicBezTo>
                    <a:cubicBezTo>
                      <a:pt x="1877428" y="2280184"/>
                      <a:pt x="1896550" y="2272146"/>
                      <a:pt x="1913176" y="2261062"/>
                    </a:cubicBezTo>
                    <a:cubicBezTo>
                      <a:pt x="2001839" y="2128065"/>
                      <a:pt x="1885470" y="2288766"/>
                      <a:pt x="1996303" y="2177935"/>
                    </a:cubicBezTo>
                    <a:cubicBezTo>
                      <a:pt x="2010432" y="2163806"/>
                      <a:pt x="2016762" y="2143409"/>
                      <a:pt x="2029554" y="2128059"/>
                    </a:cubicBezTo>
                    <a:cubicBezTo>
                      <a:pt x="2044606" y="2109997"/>
                      <a:pt x="2062805" y="2094808"/>
                      <a:pt x="2079430" y="2078182"/>
                    </a:cubicBezTo>
                    <a:lnTo>
                      <a:pt x="2112681" y="1978429"/>
                    </a:lnTo>
                    <a:lnTo>
                      <a:pt x="2129306" y="1928553"/>
                    </a:lnTo>
                    <a:cubicBezTo>
                      <a:pt x="2123764" y="1823258"/>
                      <a:pt x="2126927" y="1717143"/>
                      <a:pt x="2112681" y="1612669"/>
                    </a:cubicBezTo>
                    <a:cubicBezTo>
                      <a:pt x="2103899" y="1548267"/>
                      <a:pt x="2021360" y="1543436"/>
                      <a:pt x="1979677" y="1529542"/>
                    </a:cubicBezTo>
                    <a:lnTo>
                      <a:pt x="1929801" y="1512917"/>
                    </a:lnTo>
                    <a:cubicBezTo>
                      <a:pt x="1943323" y="1472350"/>
                      <a:pt x="1947447" y="1445393"/>
                      <a:pt x="1979677" y="1413164"/>
                    </a:cubicBezTo>
                    <a:cubicBezTo>
                      <a:pt x="1993806" y="1399035"/>
                      <a:pt x="2012928" y="1390997"/>
                      <a:pt x="2029554" y="1379913"/>
                    </a:cubicBezTo>
                    <a:cubicBezTo>
                      <a:pt x="2040638" y="1363288"/>
                      <a:pt x="2048676" y="1344166"/>
                      <a:pt x="2062805" y="1330037"/>
                    </a:cubicBezTo>
                    <a:cubicBezTo>
                      <a:pt x="2076934" y="1315908"/>
                      <a:pt x="2099523" y="1311823"/>
                      <a:pt x="2112681" y="1296786"/>
                    </a:cubicBezTo>
                    <a:cubicBezTo>
                      <a:pt x="2138997" y="1266711"/>
                      <a:pt x="2179183" y="1197033"/>
                      <a:pt x="2179183" y="1197033"/>
                    </a:cubicBezTo>
                    <a:cubicBezTo>
                      <a:pt x="2190267" y="1163782"/>
                      <a:pt x="2213564" y="1132311"/>
                      <a:pt x="2212434" y="1097280"/>
                    </a:cubicBezTo>
                    <a:cubicBezTo>
                      <a:pt x="2206892" y="925484"/>
                      <a:pt x="2209699" y="753214"/>
                      <a:pt x="2195808" y="581891"/>
                    </a:cubicBezTo>
                    <a:cubicBezTo>
                      <a:pt x="2192975" y="546956"/>
                      <a:pt x="2169430" y="516508"/>
                      <a:pt x="2162557" y="482139"/>
                    </a:cubicBezTo>
                    <a:cubicBezTo>
                      <a:pt x="2157015" y="454430"/>
                      <a:pt x="2150987" y="426813"/>
                      <a:pt x="2145932" y="399011"/>
                    </a:cubicBezTo>
                    <a:cubicBezTo>
                      <a:pt x="2140813" y="370855"/>
                      <a:pt x="2132485" y="285030"/>
                      <a:pt x="2112681" y="249382"/>
                    </a:cubicBezTo>
                    <a:cubicBezTo>
                      <a:pt x="2093274" y="214448"/>
                      <a:pt x="2084091" y="162266"/>
                      <a:pt x="2046179" y="149629"/>
                    </a:cubicBezTo>
                    <a:lnTo>
                      <a:pt x="1996303" y="133004"/>
                    </a:lnTo>
                    <a:cubicBezTo>
                      <a:pt x="1985219" y="116379"/>
                      <a:pt x="1977181" y="97257"/>
                      <a:pt x="1963052" y="83128"/>
                    </a:cubicBezTo>
                    <a:cubicBezTo>
                      <a:pt x="1948923" y="68999"/>
                      <a:pt x="1931048" y="58813"/>
                      <a:pt x="1913176" y="49877"/>
                    </a:cubicBezTo>
                    <a:cubicBezTo>
                      <a:pt x="1879092" y="32835"/>
                      <a:pt x="1811793" y="22950"/>
                      <a:pt x="1780172" y="16626"/>
                    </a:cubicBezTo>
                    <a:cubicBezTo>
                      <a:pt x="1732482" y="21395"/>
                      <a:pt x="1623959" y="19917"/>
                      <a:pt x="1564041" y="49877"/>
                    </a:cubicBezTo>
                    <a:cubicBezTo>
                      <a:pt x="1557031" y="53382"/>
                      <a:pt x="1577896" y="72044"/>
                      <a:pt x="1547416" y="99753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9C38B6C5-E997-B448-9F09-103D54FC3F0D}"/>
                  </a:ext>
                </a:extLst>
              </p:cNvPr>
              <p:cNvSpPr/>
              <p:nvPr/>
            </p:nvSpPr>
            <p:spPr>
              <a:xfrm>
                <a:off x="812998" y="560469"/>
                <a:ext cx="1313030" cy="1700023"/>
              </a:xfrm>
              <a:custGeom>
                <a:avLst/>
                <a:gdLst>
                  <a:gd name="connsiteX0" fmla="*/ 1312866 w 1313030"/>
                  <a:gd name="connsiteY0" fmla="*/ 219324 h 1700023"/>
                  <a:gd name="connsiteX1" fmla="*/ 1275733 w 1313030"/>
                  <a:gd name="connsiteY1" fmla="*/ 214682 h 1700023"/>
                  <a:gd name="connsiteX2" fmla="*/ 1247883 w 1313030"/>
                  <a:gd name="connsiteY2" fmla="*/ 210041 h 1700023"/>
                  <a:gd name="connsiteX3" fmla="*/ 1192184 w 1313030"/>
                  <a:gd name="connsiteY3" fmla="*/ 205399 h 1700023"/>
                  <a:gd name="connsiteX4" fmla="*/ 1034368 w 1313030"/>
                  <a:gd name="connsiteY4" fmla="*/ 200757 h 1700023"/>
                  <a:gd name="connsiteX5" fmla="*/ 1015802 w 1313030"/>
                  <a:gd name="connsiteY5" fmla="*/ 196116 h 1700023"/>
                  <a:gd name="connsiteX6" fmla="*/ 987952 w 1313030"/>
                  <a:gd name="connsiteY6" fmla="*/ 186833 h 1700023"/>
                  <a:gd name="connsiteX7" fmla="*/ 974027 w 1313030"/>
                  <a:gd name="connsiteY7" fmla="*/ 177549 h 1700023"/>
                  <a:gd name="connsiteX8" fmla="*/ 922970 w 1313030"/>
                  <a:gd name="connsiteY8" fmla="*/ 163624 h 1700023"/>
                  <a:gd name="connsiteX9" fmla="*/ 913686 w 1313030"/>
                  <a:gd name="connsiteY9" fmla="*/ 154341 h 1700023"/>
                  <a:gd name="connsiteX10" fmla="*/ 904403 w 1313030"/>
                  <a:gd name="connsiteY10" fmla="*/ 140416 h 1700023"/>
                  <a:gd name="connsiteX11" fmla="*/ 890478 w 1313030"/>
                  <a:gd name="connsiteY11" fmla="*/ 131133 h 1700023"/>
                  <a:gd name="connsiteX12" fmla="*/ 881195 w 1313030"/>
                  <a:gd name="connsiteY12" fmla="*/ 117208 h 1700023"/>
                  <a:gd name="connsiteX13" fmla="*/ 853345 w 1313030"/>
                  <a:gd name="connsiteY13" fmla="*/ 107925 h 1700023"/>
                  <a:gd name="connsiteX14" fmla="*/ 839420 w 1313030"/>
                  <a:gd name="connsiteY14" fmla="*/ 103283 h 1700023"/>
                  <a:gd name="connsiteX15" fmla="*/ 797646 w 1313030"/>
                  <a:gd name="connsiteY15" fmla="*/ 80075 h 1700023"/>
                  <a:gd name="connsiteX16" fmla="*/ 760513 w 1313030"/>
                  <a:gd name="connsiteY16" fmla="*/ 61509 h 1700023"/>
                  <a:gd name="connsiteX17" fmla="*/ 732663 w 1313030"/>
                  <a:gd name="connsiteY17" fmla="*/ 52225 h 1700023"/>
                  <a:gd name="connsiteX18" fmla="*/ 700172 w 1313030"/>
                  <a:gd name="connsiteY18" fmla="*/ 42942 h 1700023"/>
                  <a:gd name="connsiteX19" fmla="*/ 639830 w 1313030"/>
                  <a:gd name="connsiteY19" fmla="*/ 33659 h 1700023"/>
                  <a:gd name="connsiteX20" fmla="*/ 602697 w 1313030"/>
                  <a:gd name="connsiteY20" fmla="*/ 24376 h 1700023"/>
                  <a:gd name="connsiteX21" fmla="*/ 556281 w 1313030"/>
                  <a:gd name="connsiteY21" fmla="*/ 15092 h 1700023"/>
                  <a:gd name="connsiteX22" fmla="*/ 542356 w 1313030"/>
                  <a:gd name="connsiteY22" fmla="*/ 5809 h 1700023"/>
                  <a:gd name="connsiteX23" fmla="*/ 435599 w 1313030"/>
                  <a:gd name="connsiteY23" fmla="*/ 5809 h 1700023"/>
                  <a:gd name="connsiteX24" fmla="*/ 407749 w 1313030"/>
                  <a:gd name="connsiteY24" fmla="*/ 15092 h 1700023"/>
                  <a:gd name="connsiteX25" fmla="*/ 393824 w 1313030"/>
                  <a:gd name="connsiteY25" fmla="*/ 19734 h 1700023"/>
                  <a:gd name="connsiteX26" fmla="*/ 338125 w 1313030"/>
                  <a:gd name="connsiteY26" fmla="*/ 33659 h 1700023"/>
                  <a:gd name="connsiteX27" fmla="*/ 310275 w 1313030"/>
                  <a:gd name="connsiteY27" fmla="*/ 52225 h 1700023"/>
                  <a:gd name="connsiteX28" fmla="*/ 291709 w 1313030"/>
                  <a:gd name="connsiteY28" fmla="*/ 75434 h 1700023"/>
                  <a:gd name="connsiteX29" fmla="*/ 277784 w 1313030"/>
                  <a:gd name="connsiteY29" fmla="*/ 80075 h 1700023"/>
                  <a:gd name="connsiteX30" fmla="*/ 254576 w 1313030"/>
                  <a:gd name="connsiteY30" fmla="*/ 98642 h 1700023"/>
                  <a:gd name="connsiteX31" fmla="*/ 245292 w 1313030"/>
                  <a:gd name="connsiteY31" fmla="*/ 107925 h 1700023"/>
                  <a:gd name="connsiteX32" fmla="*/ 217443 w 1313030"/>
                  <a:gd name="connsiteY32" fmla="*/ 121850 h 1700023"/>
                  <a:gd name="connsiteX33" fmla="*/ 198876 w 1313030"/>
                  <a:gd name="connsiteY33" fmla="*/ 145058 h 1700023"/>
                  <a:gd name="connsiteX34" fmla="*/ 184951 w 1313030"/>
                  <a:gd name="connsiteY34" fmla="*/ 154341 h 1700023"/>
                  <a:gd name="connsiteX35" fmla="*/ 166385 w 1313030"/>
                  <a:gd name="connsiteY35" fmla="*/ 172908 h 1700023"/>
                  <a:gd name="connsiteX36" fmla="*/ 143177 w 1313030"/>
                  <a:gd name="connsiteY36" fmla="*/ 196116 h 1700023"/>
                  <a:gd name="connsiteX37" fmla="*/ 133893 w 1313030"/>
                  <a:gd name="connsiteY37" fmla="*/ 205399 h 1700023"/>
                  <a:gd name="connsiteX38" fmla="*/ 119968 w 1313030"/>
                  <a:gd name="connsiteY38" fmla="*/ 219324 h 1700023"/>
                  <a:gd name="connsiteX39" fmla="*/ 101402 w 1313030"/>
                  <a:gd name="connsiteY39" fmla="*/ 247174 h 1700023"/>
                  <a:gd name="connsiteX40" fmla="*/ 92119 w 1313030"/>
                  <a:gd name="connsiteY40" fmla="*/ 261099 h 1700023"/>
                  <a:gd name="connsiteX41" fmla="*/ 68911 w 1313030"/>
                  <a:gd name="connsiteY41" fmla="*/ 284307 h 1700023"/>
                  <a:gd name="connsiteX42" fmla="*/ 54986 w 1313030"/>
                  <a:gd name="connsiteY42" fmla="*/ 326081 h 1700023"/>
                  <a:gd name="connsiteX43" fmla="*/ 50344 w 1313030"/>
                  <a:gd name="connsiteY43" fmla="*/ 340006 h 1700023"/>
                  <a:gd name="connsiteX44" fmla="*/ 45703 w 1313030"/>
                  <a:gd name="connsiteY44" fmla="*/ 358573 h 1700023"/>
                  <a:gd name="connsiteX45" fmla="*/ 31778 w 1313030"/>
                  <a:gd name="connsiteY45" fmla="*/ 400347 h 1700023"/>
                  <a:gd name="connsiteX46" fmla="*/ 27136 w 1313030"/>
                  <a:gd name="connsiteY46" fmla="*/ 414272 h 1700023"/>
                  <a:gd name="connsiteX47" fmla="*/ 22494 w 1313030"/>
                  <a:gd name="connsiteY47" fmla="*/ 432839 h 1700023"/>
                  <a:gd name="connsiteX48" fmla="*/ 17853 w 1313030"/>
                  <a:gd name="connsiteY48" fmla="*/ 446763 h 1700023"/>
                  <a:gd name="connsiteX49" fmla="*/ 8570 w 1313030"/>
                  <a:gd name="connsiteY49" fmla="*/ 488538 h 1700023"/>
                  <a:gd name="connsiteX50" fmla="*/ 8570 w 1313030"/>
                  <a:gd name="connsiteY50" fmla="*/ 743827 h 1700023"/>
                  <a:gd name="connsiteX51" fmla="*/ 22494 w 1313030"/>
                  <a:gd name="connsiteY51" fmla="*/ 813452 h 1700023"/>
                  <a:gd name="connsiteX52" fmla="*/ 27136 w 1313030"/>
                  <a:gd name="connsiteY52" fmla="*/ 827377 h 1700023"/>
                  <a:gd name="connsiteX53" fmla="*/ 31778 w 1313030"/>
                  <a:gd name="connsiteY53" fmla="*/ 841302 h 1700023"/>
                  <a:gd name="connsiteX54" fmla="*/ 27136 w 1313030"/>
                  <a:gd name="connsiteY54" fmla="*/ 910926 h 1700023"/>
                  <a:gd name="connsiteX55" fmla="*/ 36419 w 1313030"/>
                  <a:gd name="connsiteY55" fmla="*/ 1003758 h 1700023"/>
                  <a:gd name="connsiteX56" fmla="*/ 45703 w 1313030"/>
                  <a:gd name="connsiteY56" fmla="*/ 1068741 h 1700023"/>
                  <a:gd name="connsiteX57" fmla="*/ 54986 w 1313030"/>
                  <a:gd name="connsiteY57" fmla="*/ 1096591 h 1700023"/>
                  <a:gd name="connsiteX58" fmla="*/ 64269 w 1313030"/>
                  <a:gd name="connsiteY58" fmla="*/ 1226556 h 1700023"/>
                  <a:gd name="connsiteX59" fmla="*/ 73552 w 1313030"/>
                  <a:gd name="connsiteY59" fmla="*/ 1254406 h 1700023"/>
                  <a:gd name="connsiteX60" fmla="*/ 78194 w 1313030"/>
                  <a:gd name="connsiteY60" fmla="*/ 1268331 h 1700023"/>
                  <a:gd name="connsiteX61" fmla="*/ 82836 w 1313030"/>
                  <a:gd name="connsiteY61" fmla="*/ 1282256 h 1700023"/>
                  <a:gd name="connsiteX62" fmla="*/ 92119 w 1313030"/>
                  <a:gd name="connsiteY62" fmla="*/ 1296181 h 1700023"/>
                  <a:gd name="connsiteX63" fmla="*/ 106044 w 1313030"/>
                  <a:gd name="connsiteY63" fmla="*/ 1319389 h 1700023"/>
                  <a:gd name="connsiteX64" fmla="*/ 110685 w 1313030"/>
                  <a:gd name="connsiteY64" fmla="*/ 1333314 h 1700023"/>
                  <a:gd name="connsiteX65" fmla="*/ 129252 w 1313030"/>
                  <a:gd name="connsiteY65" fmla="*/ 1356522 h 1700023"/>
                  <a:gd name="connsiteX66" fmla="*/ 138535 w 1313030"/>
                  <a:gd name="connsiteY66" fmla="*/ 1370447 h 1700023"/>
                  <a:gd name="connsiteX67" fmla="*/ 143177 w 1313030"/>
                  <a:gd name="connsiteY67" fmla="*/ 1384372 h 1700023"/>
                  <a:gd name="connsiteX68" fmla="*/ 157101 w 1313030"/>
                  <a:gd name="connsiteY68" fmla="*/ 1393655 h 1700023"/>
                  <a:gd name="connsiteX69" fmla="*/ 161743 w 1313030"/>
                  <a:gd name="connsiteY69" fmla="*/ 1430788 h 1700023"/>
                  <a:gd name="connsiteX70" fmla="*/ 166385 w 1313030"/>
                  <a:gd name="connsiteY70" fmla="*/ 1444713 h 1700023"/>
                  <a:gd name="connsiteX71" fmla="*/ 157101 w 1313030"/>
                  <a:gd name="connsiteY71" fmla="*/ 1523620 h 1700023"/>
                  <a:gd name="connsiteX72" fmla="*/ 152460 w 1313030"/>
                  <a:gd name="connsiteY72" fmla="*/ 1546828 h 1700023"/>
                  <a:gd name="connsiteX73" fmla="*/ 138535 w 1313030"/>
                  <a:gd name="connsiteY73" fmla="*/ 1588603 h 1700023"/>
                  <a:gd name="connsiteX74" fmla="*/ 133893 w 1313030"/>
                  <a:gd name="connsiteY74" fmla="*/ 1602528 h 1700023"/>
                  <a:gd name="connsiteX75" fmla="*/ 129252 w 1313030"/>
                  <a:gd name="connsiteY75" fmla="*/ 1616453 h 1700023"/>
                  <a:gd name="connsiteX76" fmla="*/ 129252 w 1313030"/>
                  <a:gd name="connsiteY76" fmla="*/ 1667511 h 1700023"/>
                  <a:gd name="connsiteX77" fmla="*/ 138535 w 1313030"/>
                  <a:gd name="connsiteY77" fmla="*/ 1681436 h 1700023"/>
                  <a:gd name="connsiteX78" fmla="*/ 157101 w 1313030"/>
                  <a:gd name="connsiteY78" fmla="*/ 1686077 h 1700023"/>
                  <a:gd name="connsiteX79" fmla="*/ 184951 w 1313030"/>
                  <a:gd name="connsiteY79" fmla="*/ 1700002 h 1700023"/>
                  <a:gd name="connsiteX80" fmla="*/ 370616 w 1313030"/>
                  <a:gd name="connsiteY80" fmla="*/ 1690719 h 1700023"/>
                  <a:gd name="connsiteX81" fmla="*/ 398466 w 1313030"/>
                  <a:gd name="connsiteY81" fmla="*/ 1681436 h 1700023"/>
                  <a:gd name="connsiteX82" fmla="*/ 412391 w 1313030"/>
                  <a:gd name="connsiteY82" fmla="*/ 1676794 h 1700023"/>
                  <a:gd name="connsiteX83" fmla="*/ 435599 w 1313030"/>
                  <a:gd name="connsiteY83" fmla="*/ 1658227 h 1700023"/>
                  <a:gd name="connsiteX84" fmla="*/ 444882 w 1313030"/>
                  <a:gd name="connsiteY84" fmla="*/ 1644303 h 1700023"/>
                  <a:gd name="connsiteX85" fmla="*/ 463449 w 1313030"/>
                  <a:gd name="connsiteY85" fmla="*/ 1625736 h 1700023"/>
                  <a:gd name="connsiteX86" fmla="*/ 477374 w 1313030"/>
                  <a:gd name="connsiteY86" fmla="*/ 1597886 h 1700023"/>
                  <a:gd name="connsiteX87" fmla="*/ 482015 w 1313030"/>
                  <a:gd name="connsiteY87" fmla="*/ 1583961 h 1700023"/>
                  <a:gd name="connsiteX88" fmla="*/ 477374 w 1313030"/>
                  <a:gd name="connsiteY88" fmla="*/ 1523620 h 1700023"/>
                  <a:gd name="connsiteX89" fmla="*/ 463449 w 1313030"/>
                  <a:gd name="connsiteY89" fmla="*/ 1495771 h 1700023"/>
                  <a:gd name="connsiteX90" fmla="*/ 444882 w 1313030"/>
                  <a:gd name="connsiteY90" fmla="*/ 1453996 h 1700023"/>
                  <a:gd name="connsiteX91" fmla="*/ 430957 w 1313030"/>
                  <a:gd name="connsiteY91" fmla="*/ 1412221 h 1700023"/>
                  <a:gd name="connsiteX92" fmla="*/ 421674 w 1313030"/>
                  <a:gd name="connsiteY92" fmla="*/ 1384372 h 1700023"/>
                  <a:gd name="connsiteX93" fmla="*/ 412391 w 1313030"/>
                  <a:gd name="connsiteY93" fmla="*/ 1370447 h 1700023"/>
                  <a:gd name="connsiteX94" fmla="*/ 389183 w 1313030"/>
                  <a:gd name="connsiteY94" fmla="*/ 1351880 h 1700023"/>
                  <a:gd name="connsiteX95" fmla="*/ 384541 w 1313030"/>
                  <a:gd name="connsiteY95" fmla="*/ 1337955 h 1700023"/>
                  <a:gd name="connsiteX96" fmla="*/ 352050 w 1313030"/>
                  <a:gd name="connsiteY96" fmla="*/ 1300822 h 1700023"/>
                  <a:gd name="connsiteX97" fmla="*/ 342766 w 1313030"/>
                  <a:gd name="connsiteY97" fmla="*/ 1291539 h 1700023"/>
                  <a:gd name="connsiteX98" fmla="*/ 328842 w 1313030"/>
                  <a:gd name="connsiteY98" fmla="*/ 1282256 h 1700023"/>
                  <a:gd name="connsiteX99" fmla="*/ 319558 w 1313030"/>
                  <a:gd name="connsiteY99" fmla="*/ 1272973 h 1700023"/>
                  <a:gd name="connsiteX100" fmla="*/ 291709 w 1313030"/>
                  <a:gd name="connsiteY100" fmla="*/ 1254406 h 1700023"/>
                  <a:gd name="connsiteX101" fmla="*/ 273142 w 1313030"/>
                  <a:gd name="connsiteY101" fmla="*/ 1226556 h 1700023"/>
                  <a:gd name="connsiteX102" fmla="*/ 259217 w 1313030"/>
                  <a:gd name="connsiteY102" fmla="*/ 1198707 h 1700023"/>
                  <a:gd name="connsiteX103" fmla="*/ 245292 w 1313030"/>
                  <a:gd name="connsiteY103" fmla="*/ 1170857 h 1700023"/>
                  <a:gd name="connsiteX104" fmla="*/ 231367 w 1313030"/>
                  <a:gd name="connsiteY104" fmla="*/ 1143007 h 1700023"/>
                  <a:gd name="connsiteX105" fmla="*/ 222084 w 1313030"/>
                  <a:gd name="connsiteY105" fmla="*/ 1115157 h 1700023"/>
                  <a:gd name="connsiteX106" fmla="*/ 217443 w 1313030"/>
                  <a:gd name="connsiteY106" fmla="*/ 1101233 h 1700023"/>
                  <a:gd name="connsiteX107" fmla="*/ 212801 w 1313030"/>
                  <a:gd name="connsiteY107" fmla="*/ 1078024 h 1700023"/>
                  <a:gd name="connsiteX108" fmla="*/ 208159 w 1313030"/>
                  <a:gd name="connsiteY108" fmla="*/ 1059458 h 1700023"/>
                  <a:gd name="connsiteX109" fmla="*/ 198876 w 1313030"/>
                  <a:gd name="connsiteY109" fmla="*/ 1013042 h 1700023"/>
                  <a:gd name="connsiteX110" fmla="*/ 203518 w 1313030"/>
                  <a:gd name="connsiteY110" fmla="*/ 780960 h 1700023"/>
                  <a:gd name="connsiteX111" fmla="*/ 208159 w 1313030"/>
                  <a:gd name="connsiteY111" fmla="*/ 748469 h 1700023"/>
                  <a:gd name="connsiteX112" fmla="*/ 212801 w 1313030"/>
                  <a:gd name="connsiteY112" fmla="*/ 702053 h 1700023"/>
                  <a:gd name="connsiteX113" fmla="*/ 222084 w 1313030"/>
                  <a:gd name="connsiteY113" fmla="*/ 664920 h 1700023"/>
                  <a:gd name="connsiteX114" fmla="*/ 226726 w 1313030"/>
                  <a:gd name="connsiteY114" fmla="*/ 534954 h 1700023"/>
                  <a:gd name="connsiteX115" fmla="*/ 231367 w 1313030"/>
                  <a:gd name="connsiteY115" fmla="*/ 521029 h 1700023"/>
                  <a:gd name="connsiteX116" fmla="*/ 236009 w 1313030"/>
                  <a:gd name="connsiteY116" fmla="*/ 497821 h 1700023"/>
                  <a:gd name="connsiteX117" fmla="*/ 254576 w 1313030"/>
                  <a:gd name="connsiteY117" fmla="*/ 451405 h 1700023"/>
                  <a:gd name="connsiteX118" fmla="*/ 259217 w 1313030"/>
                  <a:gd name="connsiteY118" fmla="*/ 437480 h 1700023"/>
                  <a:gd name="connsiteX119" fmla="*/ 277784 w 1313030"/>
                  <a:gd name="connsiteY119" fmla="*/ 409630 h 1700023"/>
                  <a:gd name="connsiteX120" fmla="*/ 291709 w 1313030"/>
                  <a:gd name="connsiteY120" fmla="*/ 381781 h 1700023"/>
                  <a:gd name="connsiteX121" fmla="*/ 296350 w 1313030"/>
                  <a:gd name="connsiteY121" fmla="*/ 367856 h 1700023"/>
                  <a:gd name="connsiteX122" fmla="*/ 314917 w 1313030"/>
                  <a:gd name="connsiteY122" fmla="*/ 340006 h 1700023"/>
                  <a:gd name="connsiteX123" fmla="*/ 324200 w 1313030"/>
                  <a:gd name="connsiteY123" fmla="*/ 326081 h 1700023"/>
                  <a:gd name="connsiteX124" fmla="*/ 342766 w 1313030"/>
                  <a:gd name="connsiteY124" fmla="*/ 298232 h 1700023"/>
                  <a:gd name="connsiteX125" fmla="*/ 365975 w 1313030"/>
                  <a:gd name="connsiteY125" fmla="*/ 275023 h 1700023"/>
                  <a:gd name="connsiteX126" fmla="*/ 384541 w 1313030"/>
                  <a:gd name="connsiteY126" fmla="*/ 251815 h 1700023"/>
                  <a:gd name="connsiteX127" fmla="*/ 403108 w 1313030"/>
                  <a:gd name="connsiteY127" fmla="*/ 219324 h 1700023"/>
                  <a:gd name="connsiteX128" fmla="*/ 417032 w 1313030"/>
                  <a:gd name="connsiteY128" fmla="*/ 210041 h 1700023"/>
                  <a:gd name="connsiteX129" fmla="*/ 454165 w 1313030"/>
                  <a:gd name="connsiteY129" fmla="*/ 177549 h 1700023"/>
                  <a:gd name="connsiteX130" fmla="*/ 468090 w 1313030"/>
                  <a:gd name="connsiteY130" fmla="*/ 172908 h 1700023"/>
                  <a:gd name="connsiteX131" fmla="*/ 500582 w 1313030"/>
                  <a:gd name="connsiteY131" fmla="*/ 168266 h 1700023"/>
                  <a:gd name="connsiteX132" fmla="*/ 514507 w 1313030"/>
                  <a:gd name="connsiteY132" fmla="*/ 172908 h 1700023"/>
                  <a:gd name="connsiteX133" fmla="*/ 523790 w 1313030"/>
                  <a:gd name="connsiteY133" fmla="*/ 163624 h 1700023"/>
                  <a:gd name="connsiteX134" fmla="*/ 537715 w 1313030"/>
                  <a:gd name="connsiteY134" fmla="*/ 154341 h 1700023"/>
                  <a:gd name="connsiteX135" fmla="*/ 584131 w 1313030"/>
                  <a:gd name="connsiteY135" fmla="*/ 140416 h 1700023"/>
                  <a:gd name="connsiteX136" fmla="*/ 635189 w 1313030"/>
                  <a:gd name="connsiteY136" fmla="*/ 145058 h 1700023"/>
                  <a:gd name="connsiteX137" fmla="*/ 663039 w 1313030"/>
                  <a:gd name="connsiteY137" fmla="*/ 200757 h 1700023"/>
                  <a:gd name="connsiteX138" fmla="*/ 672322 w 1313030"/>
                  <a:gd name="connsiteY138" fmla="*/ 210041 h 1700023"/>
                  <a:gd name="connsiteX139" fmla="*/ 681605 w 1313030"/>
                  <a:gd name="connsiteY139" fmla="*/ 223966 h 1700023"/>
                  <a:gd name="connsiteX140" fmla="*/ 709455 w 1313030"/>
                  <a:gd name="connsiteY140" fmla="*/ 233249 h 1700023"/>
                  <a:gd name="connsiteX141" fmla="*/ 723380 w 1313030"/>
                  <a:gd name="connsiteY141" fmla="*/ 237890 h 1700023"/>
                  <a:gd name="connsiteX142" fmla="*/ 732663 w 1313030"/>
                  <a:gd name="connsiteY142" fmla="*/ 247174 h 1700023"/>
                  <a:gd name="connsiteX143" fmla="*/ 760513 w 1313030"/>
                  <a:gd name="connsiteY143" fmla="*/ 265740 h 1700023"/>
                  <a:gd name="connsiteX144" fmla="*/ 769796 w 1313030"/>
                  <a:gd name="connsiteY144" fmla="*/ 279665 h 1700023"/>
                  <a:gd name="connsiteX145" fmla="*/ 783721 w 1313030"/>
                  <a:gd name="connsiteY145" fmla="*/ 288948 h 1700023"/>
                  <a:gd name="connsiteX146" fmla="*/ 806929 w 1313030"/>
                  <a:gd name="connsiteY146" fmla="*/ 307515 h 1700023"/>
                  <a:gd name="connsiteX147" fmla="*/ 844062 w 1313030"/>
                  <a:gd name="connsiteY147" fmla="*/ 302873 h 1700023"/>
                  <a:gd name="connsiteX148" fmla="*/ 867270 w 1313030"/>
                  <a:gd name="connsiteY148" fmla="*/ 298232 h 1700023"/>
                  <a:gd name="connsiteX149" fmla="*/ 955461 w 1313030"/>
                  <a:gd name="connsiteY149" fmla="*/ 302873 h 1700023"/>
                  <a:gd name="connsiteX150" fmla="*/ 997236 w 1313030"/>
                  <a:gd name="connsiteY150" fmla="*/ 316798 h 1700023"/>
                  <a:gd name="connsiteX151" fmla="*/ 1011160 w 1313030"/>
                  <a:gd name="connsiteY151" fmla="*/ 321440 h 1700023"/>
                  <a:gd name="connsiteX152" fmla="*/ 1103993 w 1313030"/>
                  <a:gd name="connsiteY152" fmla="*/ 316798 h 1700023"/>
                  <a:gd name="connsiteX153" fmla="*/ 1122559 w 1313030"/>
                  <a:gd name="connsiteY153" fmla="*/ 312156 h 1700023"/>
                  <a:gd name="connsiteX154" fmla="*/ 1164334 w 1313030"/>
                  <a:gd name="connsiteY154" fmla="*/ 298232 h 1700023"/>
                  <a:gd name="connsiteX155" fmla="*/ 1178259 w 1313030"/>
                  <a:gd name="connsiteY155" fmla="*/ 293590 h 1700023"/>
                  <a:gd name="connsiteX156" fmla="*/ 1192184 w 1313030"/>
                  <a:gd name="connsiteY156" fmla="*/ 288948 h 1700023"/>
                  <a:gd name="connsiteX157" fmla="*/ 1206109 w 1313030"/>
                  <a:gd name="connsiteY157" fmla="*/ 279665 h 1700023"/>
                  <a:gd name="connsiteX158" fmla="*/ 1233958 w 1313030"/>
                  <a:gd name="connsiteY158" fmla="*/ 270382 h 1700023"/>
                  <a:gd name="connsiteX159" fmla="*/ 1271091 w 1313030"/>
                  <a:gd name="connsiteY159" fmla="*/ 261099 h 1700023"/>
                  <a:gd name="connsiteX160" fmla="*/ 1289658 w 1313030"/>
                  <a:gd name="connsiteY160" fmla="*/ 237890 h 1700023"/>
                  <a:gd name="connsiteX161" fmla="*/ 1312866 w 1313030"/>
                  <a:gd name="connsiteY161" fmla="*/ 219324 h 1700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</a:cxnLst>
                <a:rect l="l" t="t" r="r" b="b"/>
                <a:pathLst>
                  <a:path w="1313030" h="1700023">
                    <a:moveTo>
                      <a:pt x="1312866" y="219324"/>
                    </a:moveTo>
                    <a:cubicBezTo>
                      <a:pt x="1310545" y="215456"/>
                      <a:pt x="1288082" y="216446"/>
                      <a:pt x="1275733" y="214682"/>
                    </a:cubicBezTo>
                    <a:cubicBezTo>
                      <a:pt x="1266416" y="213351"/>
                      <a:pt x="1257237" y="211080"/>
                      <a:pt x="1247883" y="210041"/>
                    </a:cubicBezTo>
                    <a:cubicBezTo>
                      <a:pt x="1229366" y="207984"/>
                      <a:pt x="1210797" y="206208"/>
                      <a:pt x="1192184" y="205399"/>
                    </a:cubicBezTo>
                    <a:cubicBezTo>
                      <a:pt x="1139606" y="203113"/>
                      <a:pt x="1086973" y="202304"/>
                      <a:pt x="1034368" y="200757"/>
                    </a:cubicBezTo>
                    <a:cubicBezTo>
                      <a:pt x="1028179" y="199210"/>
                      <a:pt x="1021912" y="197949"/>
                      <a:pt x="1015802" y="196116"/>
                    </a:cubicBezTo>
                    <a:cubicBezTo>
                      <a:pt x="1006429" y="193304"/>
                      <a:pt x="987952" y="186833"/>
                      <a:pt x="987952" y="186833"/>
                    </a:cubicBezTo>
                    <a:cubicBezTo>
                      <a:pt x="983310" y="183738"/>
                      <a:pt x="979125" y="179815"/>
                      <a:pt x="974027" y="177549"/>
                    </a:cubicBezTo>
                    <a:cubicBezTo>
                      <a:pt x="954757" y="168984"/>
                      <a:pt x="942822" y="167595"/>
                      <a:pt x="922970" y="163624"/>
                    </a:cubicBezTo>
                    <a:cubicBezTo>
                      <a:pt x="919875" y="160530"/>
                      <a:pt x="916420" y="157758"/>
                      <a:pt x="913686" y="154341"/>
                    </a:cubicBezTo>
                    <a:cubicBezTo>
                      <a:pt x="910201" y="149985"/>
                      <a:pt x="908348" y="144361"/>
                      <a:pt x="904403" y="140416"/>
                    </a:cubicBezTo>
                    <a:cubicBezTo>
                      <a:pt x="900458" y="136471"/>
                      <a:pt x="895120" y="134227"/>
                      <a:pt x="890478" y="131133"/>
                    </a:cubicBezTo>
                    <a:cubicBezTo>
                      <a:pt x="887384" y="126491"/>
                      <a:pt x="885926" y="120165"/>
                      <a:pt x="881195" y="117208"/>
                    </a:cubicBezTo>
                    <a:cubicBezTo>
                      <a:pt x="872897" y="112022"/>
                      <a:pt x="862628" y="111019"/>
                      <a:pt x="853345" y="107925"/>
                    </a:cubicBezTo>
                    <a:cubicBezTo>
                      <a:pt x="848703" y="106378"/>
                      <a:pt x="843491" y="105997"/>
                      <a:pt x="839420" y="103283"/>
                    </a:cubicBezTo>
                    <a:cubicBezTo>
                      <a:pt x="807500" y="82003"/>
                      <a:pt x="822155" y="88245"/>
                      <a:pt x="797646" y="80075"/>
                    </a:cubicBezTo>
                    <a:cubicBezTo>
                      <a:pt x="781442" y="63873"/>
                      <a:pt x="792514" y="72176"/>
                      <a:pt x="760513" y="61509"/>
                    </a:cubicBezTo>
                    <a:lnTo>
                      <a:pt x="732663" y="52225"/>
                    </a:lnTo>
                    <a:cubicBezTo>
                      <a:pt x="721634" y="48549"/>
                      <a:pt x="711818" y="44883"/>
                      <a:pt x="700172" y="42942"/>
                    </a:cubicBezTo>
                    <a:cubicBezTo>
                      <a:pt x="652863" y="35057"/>
                      <a:pt x="676755" y="42180"/>
                      <a:pt x="639830" y="33659"/>
                    </a:cubicBezTo>
                    <a:cubicBezTo>
                      <a:pt x="627398" y="30790"/>
                      <a:pt x="615208" y="26878"/>
                      <a:pt x="602697" y="24376"/>
                    </a:cubicBezTo>
                    <a:lnTo>
                      <a:pt x="556281" y="15092"/>
                    </a:lnTo>
                    <a:cubicBezTo>
                      <a:pt x="551639" y="11998"/>
                      <a:pt x="547484" y="8006"/>
                      <a:pt x="542356" y="5809"/>
                    </a:cubicBezTo>
                    <a:cubicBezTo>
                      <a:pt x="512720" y="-6891"/>
                      <a:pt x="449452" y="5080"/>
                      <a:pt x="435599" y="5809"/>
                    </a:cubicBezTo>
                    <a:lnTo>
                      <a:pt x="407749" y="15092"/>
                    </a:lnTo>
                    <a:cubicBezTo>
                      <a:pt x="403107" y="16639"/>
                      <a:pt x="398650" y="18930"/>
                      <a:pt x="393824" y="19734"/>
                    </a:cubicBezTo>
                    <a:cubicBezTo>
                      <a:pt x="379905" y="22054"/>
                      <a:pt x="350383" y="25487"/>
                      <a:pt x="338125" y="33659"/>
                    </a:cubicBezTo>
                    <a:lnTo>
                      <a:pt x="310275" y="52225"/>
                    </a:lnTo>
                    <a:cubicBezTo>
                      <a:pt x="306060" y="58548"/>
                      <a:pt x="299056" y="71025"/>
                      <a:pt x="291709" y="75434"/>
                    </a:cubicBezTo>
                    <a:cubicBezTo>
                      <a:pt x="287514" y="77951"/>
                      <a:pt x="282426" y="78528"/>
                      <a:pt x="277784" y="80075"/>
                    </a:cubicBezTo>
                    <a:cubicBezTo>
                      <a:pt x="255367" y="102489"/>
                      <a:pt x="283853" y="75220"/>
                      <a:pt x="254576" y="98642"/>
                    </a:cubicBezTo>
                    <a:cubicBezTo>
                      <a:pt x="251159" y="101376"/>
                      <a:pt x="249045" y="105673"/>
                      <a:pt x="245292" y="107925"/>
                    </a:cubicBezTo>
                    <a:cubicBezTo>
                      <a:pt x="210976" y="128514"/>
                      <a:pt x="252653" y="93683"/>
                      <a:pt x="217443" y="121850"/>
                    </a:cubicBezTo>
                    <a:cubicBezTo>
                      <a:pt x="194469" y="140229"/>
                      <a:pt x="223009" y="120925"/>
                      <a:pt x="198876" y="145058"/>
                    </a:cubicBezTo>
                    <a:cubicBezTo>
                      <a:pt x="194931" y="149003"/>
                      <a:pt x="189593" y="151247"/>
                      <a:pt x="184951" y="154341"/>
                    </a:cubicBezTo>
                    <a:cubicBezTo>
                      <a:pt x="175326" y="183221"/>
                      <a:pt x="188389" y="156405"/>
                      <a:pt x="166385" y="172908"/>
                    </a:cubicBezTo>
                    <a:cubicBezTo>
                      <a:pt x="157633" y="179472"/>
                      <a:pt x="150913" y="188380"/>
                      <a:pt x="143177" y="196116"/>
                    </a:cubicBezTo>
                    <a:lnTo>
                      <a:pt x="133893" y="205399"/>
                    </a:lnTo>
                    <a:cubicBezTo>
                      <a:pt x="129251" y="210041"/>
                      <a:pt x="123609" y="213862"/>
                      <a:pt x="119968" y="219324"/>
                    </a:cubicBezTo>
                    <a:lnTo>
                      <a:pt x="101402" y="247174"/>
                    </a:lnTo>
                    <a:cubicBezTo>
                      <a:pt x="98308" y="251816"/>
                      <a:pt x="96064" y="257154"/>
                      <a:pt x="92119" y="261099"/>
                    </a:cubicBezTo>
                    <a:lnTo>
                      <a:pt x="68911" y="284307"/>
                    </a:lnTo>
                    <a:lnTo>
                      <a:pt x="54986" y="326081"/>
                    </a:lnTo>
                    <a:cubicBezTo>
                      <a:pt x="53439" y="330723"/>
                      <a:pt x="51530" y="335259"/>
                      <a:pt x="50344" y="340006"/>
                    </a:cubicBezTo>
                    <a:cubicBezTo>
                      <a:pt x="48797" y="346195"/>
                      <a:pt x="47536" y="352463"/>
                      <a:pt x="45703" y="358573"/>
                    </a:cubicBezTo>
                    <a:cubicBezTo>
                      <a:pt x="41485" y="372632"/>
                      <a:pt x="36419" y="386422"/>
                      <a:pt x="31778" y="400347"/>
                    </a:cubicBezTo>
                    <a:cubicBezTo>
                      <a:pt x="30231" y="404989"/>
                      <a:pt x="28323" y="409525"/>
                      <a:pt x="27136" y="414272"/>
                    </a:cubicBezTo>
                    <a:cubicBezTo>
                      <a:pt x="25589" y="420461"/>
                      <a:pt x="24247" y="426705"/>
                      <a:pt x="22494" y="432839"/>
                    </a:cubicBezTo>
                    <a:cubicBezTo>
                      <a:pt x="21150" y="437543"/>
                      <a:pt x="18914" y="441987"/>
                      <a:pt x="17853" y="446763"/>
                    </a:cubicBezTo>
                    <a:cubicBezTo>
                      <a:pt x="6961" y="495779"/>
                      <a:pt x="19018" y="457190"/>
                      <a:pt x="8570" y="488538"/>
                    </a:cubicBezTo>
                    <a:cubicBezTo>
                      <a:pt x="-6184" y="591807"/>
                      <a:pt x="1026" y="528810"/>
                      <a:pt x="8570" y="743827"/>
                    </a:cubicBezTo>
                    <a:cubicBezTo>
                      <a:pt x="9916" y="782200"/>
                      <a:pt x="11836" y="781479"/>
                      <a:pt x="22494" y="813452"/>
                    </a:cubicBezTo>
                    <a:lnTo>
                      <a:pt x="27136" y="827377"/>
                    </a:lnTo>
                    <a:lnTo>
                      <a:pt x="31778" y="841302"/>
                    </a:lnTo>
                    <a:cubicBezTo>
                      <a:pt x="30231" y="864510"/>
                      <a:pt x="27136" y="887666"/>
                      <a:pt x="27136" y="910926"/>
                    </a:cubicBezTo>
                    <a:cubicBezTo>
                      <a:pt x="27136" y="938327"/>
                      <a:pt x="33269" y="975408"/>
                      <a:pt x="36419" y="1003758"/>
                    </a:cubicBezTo>
                    <a:cubicBezTo>
                      <a:pt x="40215" y="1037921"/>
                      <a:pt x="37897" y="1042721"/>
                      <a:pt x="45703" y="1068741"/>
                    </a:cubicBezTo>
                    <a:cubicBezTo>
                      <a:pt x="48515" y="1078114"/>
                      <a:pt x="54986" y="1096591"/>
                      <a:pt x="54986" y="1096591"/>
                    </a:cubicBezTo>
                    <a:cubicBezTo>
                      <a:pt x="56351" y="1127982"/>
                      <a:pt x="53442" y="1186859"/>
                      <a:pt x="64269" y="1226556"/>
                    </a:cubicBezTo>
                    <a:cubicBezTo>
                      <a:pt x="66844" y="1235997"/>
                      <a:pt x="70458" y="1245123"/>
                      <a:pt x="73552" y="1254406"/>
                    </a:cubicBezTo>
                    <a:lnTo>
                      <a:pt x="78194" y="1268331"/>
                    </a:lnTo>
                    <a:cubicBezTo>
                      <a:pt x="79741" y="1272973"/>
                      <a:pt x="80122" y="1278185"/>
                      <a:pt x="82836" y="1282256"/>
                    </a:cubicBezTo>
                    <a:lnTo>
                      <a:pt x="92119" y="1296181"/>
                    </a:lnTo>
                    <a:cubicBezTo>
                      <a:pt x="105266" y="1335628"/>
                      <a:pt x="86930" y="1287532"/>
                      <a:pt x="106044" y="1319389"/>
                    </a:cubicBezTo>
                    <a:cubicBezTo>
                      <a:pt x="108561" y="1323584"/>
                      <a:pt x="108497" y="1328938"/>
                      <a:pt x="110685" y="1333314"/>
                    </a:cubicBezTo>
                    <a:cubicBezTo>
                      <a:pt x="120210" y="1352366"/>
                      <a:pt x="117738" y="1342129"/>
                      <a:pt x="129252" y="1356522"/>
                    </a:cubicBezTo>
                    <a:cubicBezTo>
                      <a:pt x="132737" y="1360878"/>
                      <a:pt x="136040" y="1365457"/>
                      <a:pt x="138535" y="1370447"/>
                    </a:cubicBezTo>
                    <a:cubicBezTo>
                      <a:pt x="140723" y="1374823"/>
                      <a:pt x="140121" y="1380551"/>
                      <a:pt x="143177" y="1384372"/>
                    </a:cubicBezTo>
                    <a:cubicBezTo>
                      <a:pt x="146662" y="1388728"/>
                      <a:pt x="152460" y="1390561"/>
                      <a:pt x="157101" y="1393655"/>
                    </a:cubicBezTo>
                    <a:cubicBezTo>
                      <a:pt x="158648" y="1406033"/>
                      <a:pt x="159511" y="1418515"/>
                      <a:pt x="161743" y="1430788"/>
                    </a:cubicBezTo>
                    <a:cubicBezTo>
                      <a:pt x="162618" y="1435602"/>
                      <a:pt x="166385" y="1439820"/>
                      <a:pt x="166385" y="1444713"/>
                    </a:cubicBezTo>
                    <a:cubicBezTo>
                      <a:pt x="166385" y="1545712"/>
                      <a:pt x="167486" y="1482078"/>
                      <a:pt x="157101" y="1523620"/>
                    </a:cubicBezTo>
                    <a:cubicBezTo>
                      <a:pt x="155188" y="1531274"/>
                      <a:pt x="154536" y="1539217"/>
                      <a:pt x="152460" y="1546828"/>
                    </a:cubicBezTo>
                    <a:cubicBezTo>
                      <a:pt x="152455" y="1546847"/>
                      <a:pt x="140859" y="1581631"/>
                      <a:pt x="138535" y="1588603"/>
                    </a:cubicBezTo>
                    <a:lnTo>
                      <a:pt x="133893" y="1602528"/>
                    </a:lnTo>
                    <a:lnTo>
                      <a:pt x="129252" y="1616453"/>
                    </a:lnTo>
                    <a:cubicBezTo>
                      <a:pt x="126192" y="1640931"/>
                      <a:pt x="119807" y="1648620"/>
                      <a:pt x="129252" y="1667511"/>
                    </a:cubicBezTo>
                    <a:cubicBezTo>
                      <a:pt x="131747" y="1672501"/>
                      <a:pt x="133893" y="1678342"/>
                      <a:pt x="138535" y="1681436"/>
                    </a:cubicBezTo>
                    <a:cubicBezTo>
                      <a:pt x="143843" y="1684974"/>
                      <a:pt x="150912" y="1684530"/>
                      <a:pt x="157101" y="1686077"/>
                    </a:cubicBezTo>
                    <a:cubicBezTo>
                      <a:pt x="166722" y="1695697"/>
                      <a:pt x="168224" y="1700382"/>
                      <a:pt x="184951" y="1700002"/>
                    </a:cubicBezTo>
                    <a:cubicBezTo>
                      <a:pt x="246901" y="1698594"/>
                      <a:pt x="370616" y="1690719"/>
                      <a:pt x="370616" y="1690719"/>
                    </a:cubicBezTo>
                    <a:lnTo>
                      <a:pt x="398466" y="1681436"/>
                    </a:lnTo>
                    <a:lnTo>
                      <a:pt x="412391" y="1676794"/>
                    </a:lnTo>
                    <a:cubicBezTo>
                      <a:pt x="438992" y="1636891"/>
                      <a:pt x="403573" y="1683847"/>
                      <a:pt x="435599" y="1658227"/>
                    </a:cubicBezTo>
                    <a:cubicBezTo>
                      <a:pt x="439955" y="1654742"/>
                      <a:pt x="441252" y="1648538"/>
                      <a:pt x="444882" y="1644303"/>
                    </a:cubicBezTo>
                    <a:cubicBezTo>
                      <a:pt x="450578" y="1637658"/>
                      <a:pt x="463449" y="1625736"/>
                      <a:pt x="463449" y="1625736"/>
                    </a:cubicBezTo>
                    <a:cubicBezTo>
                      <a:pt x="475114" y="1590736"/>
                      <a:pt x="459378" y="1633878"/>
                      <a:pt x="477374" y="1597886"/>
                    </a:cubicBezTo>
                    <a:cubicBezTo>
                      <a:pt x="479562" y="1593510"/>
                      <a:pt x="480468" y="1588603"/>
                      <a:pt x="482015" y="1583961"/>
                    </a:cubicBezTo>
                    <a:cubicBezTo>
                      <a:pt x="480468" y="1563847"/>
                      <a:pt x="479876" y="1543637"/>
                      <a:pt x="477374" y="1523620"/>
                    </a:cubicBezTo>
                    <a:cubicBezTo>
                      <a:pt x="475166" y="1505957"/>
                      <a:pt x="470660" y="1511994"/>
                      <a:pt x="463449" y="1495771"/>
                    </a:cubicBezTo>
                    <a:cubicBezTo>
                      <a:pt x="441352" y="1446055"/>
                      <a:pt x="465891" y="1485511"/>
                      <a:pt x="444882" y="1453996"/>
                    </a:cubicBezTo>
                    <a:lnTo>
                      <a:pt x="430957" y="1412221"/>
                    </a:lnTo>
                    <a:cubicBezTo>
                      <a:pt x="430955" y="1412216"/>
                      <a:pt x="421678" y="1384377"/>
                      <a:pt x="421674" y="1384372"/>
                    </a:cubicBezTo>
                    <a:cubicBezTo>
                      <a:pt x="418580" y="1379730"/>
                      <a:pt x="415876" y="1374803"/>
                      <a:pt x="412391" y="1370447"/>
                    </a:cubicBezTo>
                    <a:cubicBezTo>
                      <a:pt x="404831" y="1360996"/>
                      <a:pt x="399525" y="1358775"/>
                      <a:pt x="389183" y="1351880"/>
                    </a:cubicBezTo>
                    <a:cubicBezTo>
                      <a:pt x="387636" y="1347238"/>
                      <a:pt x="386729" y="1342331"/>
                      <a:pt x="384541" y="1337955"/>
                    </a:cubicBezTo>
                    <a:cubicBezTo>
                      <a:pt x="376865" y="1322602"/>
                      <a:pt x="364151" y="1312922"/>
                      <a:pt x="352050" y="1300822"/>
                    </a:cubicBezTo>
                    <a:cubicBezTo>
                      <a:pt x="348955" y="1297728"/>
                      <a:pt x="346407" y="1293967"/>
                      <a:pt x="342766" y="1291539"/>
                    </a:cubicBezTo>
                    <a:cubicBezTo>
                      <a:pt x="338125" y="1288445"/>
                      <a:pt x="333198" y="1285741"/>
                      <a:pt x="328842" y="1282256"/>
                    </a:cubicBezTo>
                    <a:cubicBezTo>
                      <a:pt x="325425" y="1279522"/>
                      <a:pt x="323059" y="1275599"/>
                      <a:pt x="319558" y="1272973"/>
                    </a:cubicBezTo>
                    <a:cubicBezTo>
                      <a:pt x="310632" y="1266279"/>
                      <a:pt x="291709" y="1254406"/>
                      <a:pt x="291709" y="1254406"/>
                    </a:cubicBezTo>
                    <a:cubicBezTo>
                      <a:pt x="285520" y="1245123"/>
                      <a:pt x="276671" y="1237141"/>
                      <a:pt x="273142" y="1226556"/>
                    </a:cubicBezTo>
                    <a:cubicBezTo>
                      <a:pt x="266736" y="1207340"/>
                      <a:pt x="271214" y="1216703"/>
                      <a:pt x="259217" y="1198707"/>
                    </a:cubicBezTo>
                    <a:cubicBezTo>
                      <a:pt x="247552" y="1163707"/>
                      <a:pt x="263288" y="1206849"/>
                      <a:pt x="245292" y="1170857"/>
                    </a:cubicBezTo>
                    <a:cubicBezTo>
                      <a:pt x="226074" y="1132422"/>
                      <a:pt x="257974" y="1182915"/>
                      <a:pt x="231367" y="1143007"/>
                    </a:cubicBezTo>
                    <a:lnTo>
                      <a:pt x="222084" y="1115157"/>
                    </a:lnTo>
                    <a:cubicBezTo>
                      <a:pt x="220537" y="1110516"/>
                      <a:pt x="218403" y="1106030"/>
                      <a:pt x="217443" y="1101233"/>
                    </a:cubicBezTo>
                    <a:cubicBezTo>
                      <a:pt x="215896" y="1093497"/>
                      <a:pt x="214513" y="1085726"/>
                      <a:pt x="212801" y="1078024"/>
                    </a:cubicBezTo>
                    <a:cubicBezTo>
                      <a:pt x="211417" y="1071797"/>
                      <a:pt x="209496" y="1065696"/>
                      <a:pt x="208159" y="1059458"/>
                    </a:cubicBezTo>
                    <a:cubicBezTo>
                      <a:pt x="204853" y="1044030"/>
                      <a:pt x="198876" y="1013042"/>
                      <a:pt x="198876" y="1013042"/>
                    </a:cubicBezTo>
                    <a:cubicBezTo>
                      <a:pt x="200423" y="935681"/>
                      <a:pt x="200805" y="858289"/>
                      <a:pt x="203518" y="780960"/>
                    </a:cubicBezTo>
                    <a:cubicBezTo>
                      <a:pt x="203902" y="770026"/>
                      <a:pt x="206881" y="759334"/>
                      <a:pt x="208159" y="748469"/>
                    </a:cubicBezTo>
                    <a:cubicBezTo>
                      <a:pt x="209976" y="733026"/>
                      <a:pt x="210245" y="717391"/>
                      <a:pt x="212801" y="702053"/>
                    </a:cubicBezTo>
                    <a:cubicBezTo>
                      <a:pt x="214899" y="689468"/>
                      <a:pt x="222084" y="664920"/>
                      <a:pt x="222084" y="664920"/>
                    </a:cubicBezTo>
                    <a:cubicBezTo>
                      <a:pt x="223631" y="621598"/>
                      <a:pt x="223935" y="578214"/>
                      <a:pt x="226726" y="534954"/>
                    </a:cubicBezTo>
                    <a:cubicBezTo>
                      <a:pt x="227041" y="530071"/>
                      <a:pt x="230180" y="525776"/>
                      <a:pt x="231367" y="521029"/>
                    </a:cubicBezTo>
                    <a:cubicBezTo>
                      <a:pt x="233280" y="513375"/>
                      <a:pt x="233933" y="505432"/>
                      <a:pt x="236009" y="497821"/>
                    </a:cubicBezTo>
                    <a:cubicBezTo>
                      <a:pt x="246577" y="459074"/>
                      <a:pt x="241555" y="481788"/>
                      <a:pt x="254576" y="451405"/>
                    </a:cubicBezTo>
                    <a:cubicBezTo>
                      <a:pt x="256503" y="446908"/>
                      <a:pt x="256841" y="441757"/>
                      <a:pt x="259217" y="437480"/>
                    </a:cubicBezTo>
                    <a:cubicBezTo>
                      <a:pt x="264635" y="427727"/>
                      <a:pt x="277784" y="409630"/>
                      <a:pt x="277784" y="409630"/>
                    </a:cubicBezTo>
                    <a:cubicBezTo>
                      <a:pt x="289450" y="374630"/>
                      <a:pt x="273712" y="417775"/>
                      <a:pt x="291709" y="381781"/>
                    </a:cubicBezTo>
                    <a:cubicBezTo>
                      <a:pt x="293897" y="377405"/>
                      <a:pt x="293974" y="372133"/>
                      <a:pt x="296350" y="367856"/>
                    </a:cubicBezTo>
                    <a:cubicBezTo>
                      <a:pt x="301768" y="358103"/>
                      <a:pt x="308728" y="349289"/>
                      <a:pt x="314917" y="340006"/>
                    </a:cubicBezTo>
                    <a:lnTo>
                      <a:pt x="324200" y="326081"/>
                    </a:lnTo>
                    <a:lnTo>
                      <a:pt x="342766" y="298232"/>
                    </a:lnTo>
                    <a:cubicBezTo>
                      <a:pt x="350502" y="290496"/>
                      <a:pt x="359906" y="284126"/>
                      <a:pt x="365975" y="275023"/>
                    </a:cubicBezTo>
                    <a:cubicBezTo>
                      <a:pt x="377686" y="257458"/>
                      <a:pt x="371314" y="265044"/>
                      <a:pt x="384541" y="251815"/>
                    </a:cubicBezTo>
                    <a:cubicBezTo>
                      <a:pt x="389852" y="235883"/>
                      <a:pt x="389057" y="233375"/>
                      <a:pt x="403108" y="219324"/>
                    </a:cubicBezTo>
                    <a:cubicBezTo>
                      <a:pt x="407052" y="215380"/>
                      <a:pt x="412834" y="213714"/>
                      <a:pt x="417032" y="210041"/>
                    </a:cubicBezTo>
                    <a:cubicBezTo>
                      <a:pt x="433153" y="195935"/>
                      <a:pt x="436764" y="186250"/>
                      <a:pt x="454165" y="177549"/>
                    </a:cubicBezTo>
                    <a:cubicBezTo>
                      <a:pt x="458541" y="175361"/>
                      <a:pt x="463292" y="173867"/>
                      <a:pt x="468090" y="172908"/>
                    </a:cubicBezTo>
                    <a:cubicBezTo>
                      <a:pt x="478818" y="170762"/>
                      <a:pt x="489751" y="169813"/>
                      <a:pt x="500582" y="168266"/>
                    </a:cubicBezTo>
                    <a:cubicBezTo>
                      <a:pt x="505224" y="169813"/>
                      <a:pt x="509709" y="173868"/>
                      <a:pt x="514507" y="172908"/>
                    </a:cubicBezTo>
                    <a:cubicBezTo>
                      <a:pt x="518798" y="172050"/>
                      <a:pt x="520373" y="166358"/>
                      <a:pt x="523790" y="163624"/>
                    </a:cubicBezTo>
                    <a:cubicBezTo>
                      <a:pt x="528146" y="160139"/>
                      <a:pt x="532617" y="156607"/>
                      <a:pt x="537715" y="154341"/>
                    </a:cubicBezTo>
                    <a:cubicBezTo>
                      <a:pt x="552243" y="147884"/>
                      <a:pt x="568701" y="144274"/>
                      <a:pt x="584131" y="140416"/>
                    </a:cubicBezTo>
                    <a:cubicBezTo>
                      <a:pt x="601150" y="141963"/>
                      <a:pt x="619703" y="137831"/>
                      <a:pt x="635189" y="145058"/>
                    </a:cubicBezTo>
                    <a:cubicBezTo>
                      <a:pt x="667462" y="160119"/>
                      <a:pt x="642965" y="180681"/>
                      <a:pt x="663039" y="200757"/>
                    </a:cubicBezTo>
                    <a:cubicBezTo>
                      <a:pt x="666133" y="203852"/>
                      <a:pt x="669588" y="206624"/>
                      <a:pt x="672322" y="210041"/>
                    </a:cubicBezTo>
                    <a:cubicBezTo>
                      <a:pt x="675807" y="214397"/>
                      <a:pt x="676874" y="221009"/>
                      <a:pt x="681605" y="223966"/>
                    </a:cubicBezTo>
                    <a:cubicBezTo>
                      <a:pt x="689903" y="229152"/>
                      <a:pt x="700172" y="230155"/>
                      <a:pt x="709455" y="233249"/>
                    </a:cubicBezTo>
                    <a:lnTo>
                      <a:pt x="723380" y="237890"/>
                    </a:lnTo>
                    <a:cubicBezTo>
                      <a:pt x="726474" y="240985"/>
                      <a:pt x="729162" y="244548"/>
                      <a:pt x="732663" y="247174"/>
                    </a:cubicBezTo>
                    <a:cubicBezTo>
                      <a:pt x="741589" y="253868"/>
                      <a:pt x="760513" y="265740"/>
                      <a:pt x="760513" y="265740"/>
                    </a:cubicBezTo>
                    <a:cubicBezTo>
                      <a:pt x="763607" y="270382"/>
                      <a:pt x="765851" y="275720"/>
                      <a:pt x="769796" y="279665"/>
                    </a:cubicBezTo>
                    <a:cubicBezTo>
                      <a:pt x="773741" y="283610"/>
                      <a:pt x="779365" y="285463"/>
                      <a:pt x="783721" y="288948"/>
                    </a:cubicBezTo>
                    <a:cubicBezTo>
                      <a:pt x="816790" y="315404"/>
                      <a:pt x="764070" y="278943"/>
                      <a:pt x="806929" y="307515"/>
                    </a:cubicBezTo>
                    <a:cubicBezTo>
                      <a:pt x="819307" y="305968"/>
                      <a:pt x="831733" y="304770"/>
                      <a:pt x="844062" y="302873"/>
                    </a:cubicBezTo>
                    <a:cubicBezTo>
                      <a:pt x="851859" y="301673"/>
                      <a:pt x="859381" y="298232"/>
                      <a:pt x="867270" y="298232"/>
                    </a:cubicBezTo>
                    <a:cubicBezTo>
                      <a:pt x="896708" y="298232"/>
                      <a:pt x="926064" y="301326"/>
                      <a:pt x="955461" y="302873"/>
                    </a:cubicBezTo>
                    <a:lnTo>
                      <a:pt x="997236" y="316798"/>
                    </a:lnTo>
                    <a:lnTo>
                      <a:pt x="1011160" y="321440"/>
                    </a:lnTo>
                    <a:cubicBezTo>
                      <a:pt x="1042104" y="319893"/>
                      <a:pt x="1073117" y="319371"/>
                      <a:pt x="1103993" y="316798"/>
                    </a:cubicBezTo>
                    <a:cubicBezTo>
                      <a:pt x="1110350" y="316268"/>
                      <a:pt x="1116449" y="313989"/>
                      <a:pt x="1122559" y="312156"/>
                    </a:cubicBezTo>
                    <a:cubicBezTo>
                      <a:pt x="1136618" y="307938"/>
                      <a:pt x="1150409" y="302873"/>
                      <a:pt x="1164334" y="298232"/>
                    </a:cubicBezTo>
                    <a:lnTo>
                      <a:pt x="1178259" y="293590"/>
                    </a:lnTo>
                    <a:cubicBezTo>
                      <a:pt x="1182901" y="292043"/>
                      <a:pt x="1188113" y="291662"/>
                      <a:pt x="1192184" y="288948"/>
                    </a:cubicBezTo>
                    <a:cubicBezTo>
                      <a:pt x="1196826" y="285854"/>
                      <a:pt x="1201011" y="281931"/>
                      <a:pt x="1206109" y="279665"/>
                    </a:cubicBezTo>
                    <a:cubicBezTo>
                      <a:pt x="1215051" y="275691"/>
                      <a:pt x="1224675" y="273476"/>
                      <a:pt x="1233958" y="270382"/>
                    </a:cubicBezTo>
                    <a:cubicBezTo>
                      <a:pt x="1255370" y="263245"/>
                      <a:pt x="1243081" y="266700"/>
                      <a:pt x="1271091" y="261099"/>
                    </a:cubicBezTo>
                    <a:cubicBezTo>
                      <a:pt x="1278578" y="253612"/>
                      <a:pt x="1285266" y="248137"/>
                      <a:pt x="1289658" y="237890"/>
                    </a:cubicBezTo>
                    <a:cubicBezTo>
                      <a:pt x="1292171" y="232027"/>
                      <a:pt x="1315187" y="223192"/>
                      <a:pt x="1312866" y="21932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580E4321-90C0-AD46-BA09-989065D15779}"/>
                  </a:ext>
                </a:extLst>
              </p:cNvPr>
              <p:cNvSpPr/>
              <p:nvPr/>
            </p:nvSpPr>
            <p:spPr>
              <a:xfrm>
                <a:off x="2065594" y="501187"/>
                <a:ext cx="408392" cy="88299"/>
              </a:xfrm>
              <a:custGeom>
                <a:avLst/>
                <a:gdLst>
                  <a:gd name="connsiteX0" fmla="*/ 4570 w 408392"/>
                  <a:gd name="connsiteY0" fmla="*/ 60450 h 88299"/>
                  <a:gd name="connsiteX1" fmla="*/ 37062 w 408392"/>
                  <a:gd name="connsiteY1" fmla="*/ 79016 h 88299"/>
                  <a:gd name="connsiteX2" fmla="*/ 50987 w 408392"/>
                  <a:gd name="connsiteY2" fmla="*/ 83658 h 88299"/>
                  <a:gd name="connsiteX3" fmla="*/ 139178 w 408392"/>
                  <a:gd name="connsiteY3" fmla="*/ 88299 h 88299"/>
                  <a:gd name="connsiteX4" fmla="*/ 157744 w 408392"/>
                  <a:gd name="connsiteY4" fmla="*/ 83658 h 88299"/>
                  <a:gd name="connsiteX5" fmla="*/ 185594 w 408392"/>
                  <a:gd name="connsiteY5" fmla="*/ 74374 h 88299"/>
                  <a:gd name="connsiteX6" fmla="*/ 213444 w 408392"/>
                  <a:gd name="connsiteY6" fmla="*/ 65091 h 88299"/>
                  <a:gd name="connsiteX7" fmla="*/ 227368 w 408392"/>
                  <a:gd name="connsiteY7" fmla="*/ 60450 h 88299"/>
                  <a:gd name="connsiteX8" fmla="*/ 241293 w 408392"/>
                  <a:gd name="connsiteY8" fmla="*/ 55808 h 88299"/>
                  <a:gd name="connsiteX9" fmla="*/ 292351 w 408392"/>
                  <a:gd name="connsiteY9" fmla="*/ 46525 h 88299"/>
                  <a:gd name="connsiteX10" fmla="*/ 320201 w 408392"/>
                  <a:gd name="connsiteY10" fmla="*/ 37241 h 88299"/>
                  <a:gd name="connsiteX11" fmla="*/ 371259 w 408392"/>
                  <a:gd name="connsiteY11" fmla="*/ 27958 h 88299"/>
                  <a:gd name="connsiteX12" fmla="*/ 408392 w 408392"/>
                  <a:gd name="connsiteY12" fmla="*/ 18675 h 88299"/>
                  <a:gd name="connsiteX13" fmla="*/ 403750 w 408392"/>
                  <a:gd name="connsiteY13" fmla="*/ 4750 h 88299"/>
                  <a:gd name="connsiteX14" fmla="*/ 352692 w 408392"/>
                  <a:gd name="connsiteY14" fmla="*/ 4750 h 88299"/>
                  <a:gd name="connsiteX15" fmla="*/ 310918 w 408392"/>
                  <a:gd name="connsiteY15" fmla="*/ 18675 h 88299"/>
                  <a:gd name="connsiteX16" fmla="*/ 296993 w 408392"/>
                  <a:gd name="connsiteY16" fmla="*/ 23317 h 88299"/>
                  <a:gd name="connsiteX17" fmla="*/ 227368 w 408392"/>
                  <a:gd name="connsiteY17" fmla="*/ 32600 h 88299"/>
                  <a:gd name="connsiteX18" fmla="*/ 171669 w 408392"/>
                  <a:gd name="connsiteY18" fmla="*/ 37241 h 88299"/>
                  <a:gd name="connsiteX19" fmla="*/ 143819 w 408392"/>
                  <a:gd name="connsiteY19" fmla="*/ 41883 h 88299"/>
                  <a:gd name="connsiteX20" fmla="*/ 4570 w 408392"/>
                  <a:gd name="connsiteY20" fmla="*/ 60450 h 88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08392" h="88299">
                    <a:moveTo>
                      <a:pt x="4570" y="60450"/>
                    </a:moveTo>
                    <a:cubicBezTo>
                      <a:pt x="-13223" y="66639"/>
                      <a:pt x="25905" y="73438"/>
                      <a:pt x="37062" y="79016"/>
                    </a:cubicBezTo>
                    <a:cubicBezTo>
                      <a:pt x="41438" y="81204"/>
                      <a:pt x="46114" y="83215"/>
                      <a:pt x="50987" y="83658"/>
                    </a:cubicBezTo>
                    <a:cubicBezTo>
                      <a:pt x="80304" y="86323"/>
                      <a:pt x="109781" y="86752"/>
                      <a:pt x="139178" y="88299"/>
                    </a:cubicBezTo>
                    <a:cubicBezTo>
                      <a:pt x="145367" y="86752"/>
                      <a:pt x="151634" y="85491"/>
                      <a:pt x="157744" y="83658"/>
                    </a:cubicBezTo>
                    <a:cubicBezTo>
                      <a:pt x="167117" y="80846"/>
                      <a:pt x="176311" y="77468"/>
                      <a:pt x="185594" y="74374"/>
                    </a:cubicBezTo>
                    <a:lnTo>
                      <a:pt x="213444" y="65091"/>
                    </a:lnTo>
                    <a:lnTo>
                      <a:pt x="227368" y="60450"/>
                    </a:lnTo>
                    <a:cubicBezTo>
                      <a:pt x="232010" y="58903"/>
                      <a:pt x="236449" y="56500"/>
                      <a:pt x="241293" y="55808"/>
                    </a:cubicBezTo>
                    <a:cubicBezTo>
                      <a:pt x="264166" y="52540"/>
                      <a:pt x="272462" y="52492"/>
                      <a:pt x="292351" y="46525"/>
                    </a:cubicBezTo>
                    <a:cubicBezTo>
                      <a:pt x="301724" y="43713"/>
                      <a:pt x="310708" y="39614"/>
                      <a:pt x="320201" y="37241"/>
                    </a:cubicBezTo>
                    <a:cubicBezTo>
                      <a:pt x="375250" y="23480"/>
                      <a:pt x="288084" y="44593"/>
                      <a:pt x="371259" y="27958"/>
                    </a:cubicBezTo>
                    <a:cubicBezTo>
                      <a:pt x="383770" y="25456"/>
                      <a:pt x="408392" y="18675"/>
                      <a:pt x="408392" y="18675"/>
                    </a:cubicBezTo>
                    <a:cubicBezTo>
                      <a:pt x="406845" y="14033"/>
                      <a:pt x="407210" y="8210"/>
                      <a:pt x="403750" y="4750"/>
                    </a:cubicBezTo>
                    <a:cubicBezTo>
                      <a:pt x="393255" y="-5745"/>
                      <a:pt x="355765" y="4366"/>
                      <a:pt x="352692" y="4750"/>
                    </a:cubicBezTo>
                    <a:lnTo>
                      <a:pt x="310918" y="18675"/>
                    </a:lnTo>
                    <a:cubicBezTo>
                      <a:pt x="306276" y="20222"/>
                      <a:pt x="301837" y="22625"/>
                      <a:pt x="296993" y="23317"/>
                    </a:cubicBezTo>
                    <a:cubicBezTo>
                      <a:pt x="276728" y="26212"/>
                      <a:pt x="247337" y="30603"/>
                      <a:pt x="227368" y="32600"/>
                    </a:cubicBezTo>
                    <a:cubicBezTo>
                      <a:pt x="208830" y="34454"/>
                      <a:pt x="190235" y="35694"/>
                      <a:pt x="171669" y="37241"/>
                    </a:cubicBezTo>
                    <a:cubicBezTo>
                      <a:pt x="162386" y="38788"/>
                      <a:pt x="153180" y="40915"/>
                      <a:pt x="143819" y="41883"/>
                    </a:cubicBezTo>
                    <a:cubicBezTo>
                      <a:pt x="50197" y="51568"/>
                      <a:pt x="22363" y="54261"/>
                      <a:pt x="4570" y="6045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ECAB40C4-2D84-D747-A133-7FCA3C8F3DA5}"/>
                  </a:ext>
                </a:extLst>
              </p:cNvPr>
              <p:cNvSpPr/>
              <p:nvPr/>
            </p:nvSpPr>
            <p:spPr>
              <a:xfrm>
                <a:off x="914400" y="2218696"/>
                <a:ext cx="668394" cy="1438904"/>
              </a:xfrm>
              <a:custGeom>
                <a:avLst/>
                <a:gdLst>
                  <a:gd name="connsiteX0" fmla="*/ 204231 w 668394"/>
                  <a:gd name="connsiteY0" fmla="*/ 190307 h 1458216"/>
                  <a:gd name="connsiteX1" fmla="*/ 190306 w 668394"/>
                  <a:gd name="connsiteY1" fmla="*/ 102116 h 1458216"/>
                  <a:gd name="connsiteX2" fmla="*/ 181023 w 668394"/>
                  <a:gd name="connsiteY2" fmla="*/ 74266 h 1458216"/>
                  <a:gd name="connsiteX3" fmla="*/ 176381 w 668394"/>
                  <a:gd name="connsiteY3" fmla="*/ 60342 h 1458216"/>
                  <a:gd name="connsiteX4" fmla="*/ 167098 w 668394"/>
                  <a:gd name="connsiteY4" fmla="*/ 51058 h 1458216"/>
                  <a:gd name="connsiteX5" fmla="*/ 162456 w 668394"/>
                  <a:gd name="connsiteY5" fmla="*/ 37133 h 1458216"/>
                  <a:gd name="connsiteX6" fmla="*/ 148532 w 668394"/>
                  <a:gd name="connsiteY6" fmla="*/ 27850 h 1458216"/>
                  <a:gd name="connsiteX7" fmla="*/ 139248 w 668394"/>
                  <a:gd name="connsiteY7" fmla="*/ 18567 h 1458216"/>
                  <a:gd name="connsiteX8" fmla="*/ 111399 w 668394"/>
                  <a:gd name="connsiteY8" fmla="*/ 0 h 1458216"/>
                  <a:gd name="connsiteX9" fmla="*/ 60341 w 668394"/>
                  <a:gd name="connsiteY9" fmla="*/ 9284 h 1458216"/>
                  <a:gd name="connsiteX10" fmla="*/ 51057 w 668394"/>
                  <a:gd name="connsiteY10" fmla="*/ 18567 h 1458216"/>
                  <a:gd name="connsiteX11" fmla="*/ 37133 w 668394"/>
                  <a:gd name="connsiteY11" fmla="*/ 27850 h 1458216"/>
                  <a:gd name="connsiteX12" fmla="*/ 18566 w 668394"/>
                  <a:gd name="connsiteY12" fmla="*/ 69625 h 1458216"/>
                  <a:gd name="connsiteX13" fmla="*/ 13924 w 668394"/>
                  <a:gd name="connsiteY13" fmla="*/ 83550 h 1458216"/>
                  <a:gd name="connsiteX14" fmla="*/ 9283 w 668394"/>
                  <a:gd name="connsiteY14" fmla="*/ 97475 h 1458216"/>
                  <a:gd name="connsiteX15" fmla="*/ 4641 w 668394"/>
                  <a:gd name="connsiteY15" fmla="*/ 139249 h 1458216"/>
                  <a:gd name="connsiteX16" fmla="*/ 0 w 668394"/>
                  <a:gd name="connsiteY16" fmla="*/ 125324 h 1458216"/>
                  <a:gd name="connsiteX17" fmla="*/ 9283 w 668394"/>
                  <a:gd name="connsiteY17" fmla="*/ 199590 h 1458216"/>
                  <a:gd name="connsiteX18" fmla="*/ 18566 w 668394"/>
                  <a:gd name="connsiteY18" fmla="*/ 241365 h 1458216"/>
                  <a:gd name="connsiteX19" fmla="*/ 23208 w 668394"/>
                  <a:gd name="connsiteY19" fmla="*/ 255290 h 1458216"/>
                  <a:gd name="connsiteX20" fmla="*/ 27849 w 668394"/>
                  <a:gd name="connsiteY20" fmla="*/ 273856 h 1458216"/>
                  <a:gd name="connsiteX21" fmla="*/ 32491 w 668394"/>
                  <a:gd name="connsiteY21" fmla="*/ 287781 h 1458216"/>
                  <a:gd name="connsiteX22" fmla="*/ 41774 w 668394"/>
                  <a:gd name="connsiteY22" fmla="*/ 334197 h 1458216"/>
                  <a:gd name="connsiteX23" fmla="*/ 51057 w 668394"/>
                  <a:gd name="connsiteY23" fmla="*/ 362047 h 1458216"/>
                  <a:gd name="connsiteX24" fmla="*/ 60341 w 668394"/>
                  <a:gd name="connsiteY24" fmla="*/ 371330 h 1458216"/>
                  <a:gd name="connsiteX25" fmla="*/ 74266 w 668394"/>
                  <a:gd name="connsiteY25" fmla="*/ 394539 h 1458216"/>
                  <a:gd name="connsiteX26" fmla="*/ 88190 w 668394"/>
                  <a:gd name="connsiteY26" fmla="*/ 417747 h 1458216"/>
                  <a:gd name="connsiteX27" fmla="*/ 97474 w 668394"/>
                  <a:gd name="connsiteY27" fmla="*/ 445596 h 1458216"/>
                  <a:gd name="connsiteX28" fmla="*/ 116040 w 668394"/>
                  <a:gd name="connsiteY28" fmla="*/ 468805 h 1458216"/>
                  <a:gd name="connsiteX29" fmla="*/ 125323 w 668394"/>
                  <a:gd name="connsiteY29" fmla="*/ 482729 h 1458216"/>
                  <a:gd name="connsiteX30" fmla="*/ 148532 w 668394"/>
                  <a:gd name="connsiteY30" fmla="*/ 501296 h 1458216"/>
                  <a:gd name="connsiteX31" fmla="*/ 162456 w 668394"/>
                  <a:gd name="connsiteY31" fmla="*/ 529146 h 1458216"/>
                  <a:gd name="connsiteX32" fmla="*/ 171740 w 668394"/>
                  <a:gd name="connsiteY32" fmla="*/ 538429 h 1458216"/>
                  <a:gd name="connsiteX33" fmla="*/ 181023 w 668394"/>
                  <a:gd name="connsiteY33" fmla="*/ 552354 h 1458216"/>
                  <a:gd name="connsiteX34" fmla="*/ 208873 w 668394"/>
                  <a:gd name="connsiteY34" fmla="*/ 566279 h 1458216"/>
                  <a:gd name="connsiteX35" fmla="*/ 227439 w 668394"/>
                  <a:gd name="connsiteY35" fmla="*/ 561637 h 1458216"/>
                  <a:gd name="connsiteX36" fmla="*/ 250647 w 668394"/>
                  <a:gd name="connsiteY36" fmla="*/ 556995 h 1458216"/>
                  <a:gd name="connsiteX37" fmla="*/ 278497 w 668394"/>
                  <a:gd name="connsiteY37" fmla="*/ 547712 h 1458216"/>
                  <a:gd name="connsiteX38" fmla="*/ 297064 w 668394"/>
                  <a:gd name="connsiteY38" fmla="*/ 543070 h 1458216"/>
                  <a:gd name="connsiteX39" fmla="*/ 269214 w 668394"/>
                  <a:gd name="connsiteY39" fmla="*/ 547712 h 1458216"/>
                  <a:gd name="connsiteX40" fmla="*/ 255289 w 668394"/>
                  <a:gd name="connsiteY40" fmla="*/ 575562 h 1458216"/>
                  <a:gd name="connsiteX41" fmla="*/ 269214 w 668394"/>
                  <a:gd name="connsiteY41" fmla="*/ 584845 h 1458216"/>
                  <a:gd name="connsiteX42" fmla="*/ 297064 w 668394"/>
                  <a:gd name="connsiteY42" fmla="*/ 598770 h 1458216"/>
                  <a:gd name="connsiteX43" fmla="*/ 315630 w 668394"/>
                  <a:gd name="connsiteY43" fmla="*/ 621978 h 1458216"/>
                  <a:gd name="connsiteX44" fmla="*/ 320272 w 668394"/>
                  <a:gd name="connsiteY44" fmla="*/ 635903 h 1458216"/>
                  <a:gd name="connsiteX45" fmla="*/ 338838 w 668394"/>
                  <a:gd name="connsiteY45" fmla="*/ 663753 h 1458216"/>
                  <a:gd name="connsiteX46" fmla="*/ 352763 w 668394"/>
                  <a:gd name="connsiteY46" fmla="*/ 705527 h 1458216"/>
                  <a:gd name="connsiteX47" fmla="*/ 357405 w 668394"/>
                  <a:gd name="connsiteY47" fmla="*/ 719452 h 1458216"/>
                  <a:gd name="connsiteX48" fmla="*/ 366688 w 668394"/>
                  <a:gd name="connsiteY48" fmla="*/ 733377 h 1458216"/>
                  <a:gd name="connsiteX49" fmla="*/ 375971 w 668394"/>
                  <a:gd name="connsiteY49" fmla="*/ 761227 h 1458216"/>
                  <a:gd name="connsiteX50" fmla="*/ 380613 w 668394"/>
                  <a:gd name="connsiteY50" fmla="*/ 775152 h 1458216"/>
                  <a:gd name="connsiteX51" fmla="*/ 394538 w 668394"/>
                  <a:gd name="connsiteY51" fmla="*/ 803001 h 1458216"/>
                  <a:gd name="connsiteX52" fmla="*/ 403821 w 668394"/>
                  <a:gd name="connsiteY52" fmla="*/ 849418 h 1458216"/>
                  <a:gd name="connsiteX53" fmla="*/ 413104 w 668394"/>
                  <a:gd name="connsiteY53" fmla="*/ 863343 h 1458216"/>
                  <a:gd name="connsiteX54" fmla="*/ 417746 w 668394"/>
                  <a:gd name="connsiteY54" fmla="*/ 919042 h 1458216"/>
                  <a:gd name="connsiteX55" fmla="*/ 427029 w 668394"/>
                  <a:gd name="connsiteY55" fmla="*/ 946892 h 1458216"/>
                  <a:gd name="connsiteX56" fmla="*/ 436312 w 668394"/>
                  <a:gd name="connsiteY56" fmla="*/ 974742 h 1458216"/>
                  <a:gd name="connsiteX57" fmla="*/ 440954 w 668394"/>
                  <a:gd name="connsiteY57" fmla="*/ 988666 h 1458216"/>
                  <a:gd name="connsiteX58" fmla="*/ 445596 w 668394"/>
                  <a:gd name="connsiteY58" fmla="*/ 1002591 h 1458216"/>
                  <a:gd name="connsiteX59" fmla="*/ 454879 w 668394"/>
                  <a:gd name="connsiteY59" fmla="*/ 1011875 h 1458216"/>
                  <a:gd name="connsiteX60" fmla="*/ 459520 w 668394"/>
                  <a:gd name="connsiteY60" fmla="*/ 1025799 h 1458216"/>
                  <a:gd name="connsiteX61" fmla="*/ 468804 w 668394"/>
                  <a:gd name="connsiteY61" fmla="*/ 1058291 h 1458216"/>
                  <a:gd name="connsiteX62" fmla="*/ 478087 w 668394"/>
                  <a:gd name="connsiteY62" fmla="*/ 1072216 h 1458216"/>
                  <a:gd name="connsiteX63" fmla="*/ 487370 w 668394"/>
                  <a:gd name="connsiteY63" fmla="*/ 1100065 h 1458216"/>
                  <a:gd name="connsiteX64" fmla="*/ 492012 w 668394"/>
                  <a:gd name="connsiteY64" fmla="*/ 1113990 h 1458216"/>
                  <a:gd name="connsiteX65" fmla="*/ 501295 w 668394"/>
                  <a:gd name="connsiteY65" fmla="*/ 1123274 h 1458216"/>
                  <a:gd name="connsiteX66" fmla="*/ 496653 w 668394"/>
                  <a:gd name="connsiteY66" fmla="*/ 1137198 h 1458216"/>
                  <a:gd name="connsiteX67" fmla="*/ 505937 w 668394"/>
                  <a:gd name="connsiteY67" fmla="*/ 1165048 h 1458216"/>
                  <a:gd name="connsiteX68" fmla="*/ 510578 w 668394"/>
                  <a:gd name="connsiteY68" fmla="*/ 1178973 h 1458216"/>
                  <a:gd name="connsiteX69" fmla="*/ 515220 w 668394"/>
                  <a:gd name="connsiteY69" fmla="*/ 1192898 h 1458216"/>
                  <a:gd name="connsiteX70" fmla="*/ 519862 w 668394"/>
                  <a:gd name="connsiteY70" fmla="*/ 1211464 h 1458216"/>
                  <a:gd name="connsiteX71" fmla="*/ 529145 w 668394"/>
                  <a:gd name="connsiteY71" fmla="*/ 1225389 h 1458216"/>
                  <a:gd name="connsiteX72" fmla="*/ 533786 w 668394"/>
                  <a:gd name="connsiteY72" fmla="*/ 1239314 h 1458216"/>
                  <a:gd name="connsiteX73" fmla="*/ 543070 w 668394"/>
                  <a:gd name="connsiteY73" fmla="*/ 1248597 h 1458216"/>
                  <a:gd name="connsiteX74" fmla="*/ 552353 w 668394"/>
                  <a:gd name="connsiteY74" fmla="*/ 1276447 h 1458216"/>
                  <a:gd name="connsiteX75" fmla="*/ 556995 w 668394"/>
                  <a:gd name="connsiteY75" fmla="*/ 1290372 h 1458216"/>
                  <a:gd name="connsiteX76" fmla="*/ 570919 w 668394"/>
                  <a:gd name="connsiteY76" fmla="*/ 1299655 h 1458216"/>
                  <a:gd name="connsiteX77" fmla="*/ 566278 w 668394"/>
                  <a:gd name="connsiteY77" fmla="*/ 1336788 h 1458216"/>
                  <a:gd name="connsiteX78" fmla="*/ 575561 w 668394"/>
                  <a:gd name="connsiteY78" fmla="*/ 1364638 h 1458216"/>
                  <a:gd name="connsiteX79" fmla="*/ 580203 w 668394"/>
                  <a:gd name="connsiteY79" fmla="*/ 1378563 h 1458216"/>
                  <a:gd name="connsiteX80" fmla="*/ 589486 w 668394"/>
                  <a:gd name="connsiteY80" fmla="*/ 1392488 h 1458216"/>
                  <a:gd name="connsiteX81" fmla="*/ 594128 w 668394"/>
                  <a:gd name="connsiteY81" fmla="*/ 1406413 h 1458216"/>
                  <a:gd name="connsiteX82" fmla="*/ 617336 w 668394"/>
                  <a:gd name="connsiteY82" fmla="*/ 1429621 h 1458216"/>
                  <a:gd name="connsiteX83" fmla="*/ 640544 w 668394"/>
                  <a:gd name="connsiteY83" fmla="*/ 1448187 h 1458216"/>
                  <a:gd name="connsiteX84" fmla="*/ 654469 w 668394"/>
                  <a:gd name="connsiteY84" fmla="*/ 1457470 h 1458216"/>
                  <a:gd name="connsiteX85" fmla="*/ 668394 w 668394"/>
                  <a:gd name="connsiteY85" fmla="*/ 1411054 h 1458216"/>
                  <a:gd name="connsiteX86" fmla="*/ 663752 w 668394"/>
                  <a:gd name="connsiteY86" fmla="*/ 1369280 h 1458216"/>
                  <a:gd name="connsiteX87" fmla="*/ 654469 w 668394"/>
                  <a:gd name="connsiteY87" fmla="*/ 1327505 h 1458216"/>
                  <a:gd name="connsiteX88" fmla="*/ 645185 w 668394"/>
                  <a:gd name="connsiteY88" fmla="*/ 1276447 h 1458216"/>
                  <a:gd name="connsiteX89" fmla="*/ 621977 w 668394"/>
                  <a:gd name="connsiteY89" fmla="*/ 1216106 h 1458216"/>
                  <a:gd name="connsiteX90" fmla="*/ 612694 w 668394"/>
                  <a:gd name="connsiteY90" fmla="*/ 1178973 h 1458216"/>
                  <a:gd name="connsiteX91" fmla="*/ 608052 w 668394"/>
                  <a:gd name="connsiteY91" fmla="*/ 1160407 h 1458216"/>
                  <a:gd name="connsiteX92" fmla="*/ 598769 w 668394"/>
                  <a:gd name="connsiteY92" fmla="*/ 1132557 h 1458216"/>
                  <a:gd name="connsiteX93" fmla="*/ 603411 w 668394"/>
                  <a:gd name="connsiteY93" fmla="*/ 1021158 h 1458216"/>
                  <a:gd name="connsiteX94" fmla="*/ 608052 w 668394"/>
                  <a:gd name="connsiteY94" fmla="*/ 1002591 h 1458216"/>
                  <a:gd name="connsiteX95" fmla="*/ 594128 w 668394"/>
                  <a:gd name="connsiteY95" fmla="*/ 970100 h 1458216"/>
                  <a:gd name="connsiteX96" fmla="*/ 575561 w 668394"/>
                  <a:gd name="connsiteY96" fmla="*/ 928325 h 1458216"/>
                  <a:gd name="connsiteX97" fmla="*/ 566278 w 668394"/>
                  <a:gd name="connsiteY97" fmla="*/ 891192 h 1458216"/>
                  <a:gd name="connsiteX98" fmla="*/ 561636 w 668394"/>
                  <a:gd name="connsiteY98" fmla="*/ 844776 h 1458216"/>
                  <a:gd name="connsiteX99" fmla="*/ 556995 w 668394"/>
                  <a:gd name="connsiteY99" fmla="*/ 793718 h 1458216"/>
                  <a:gd name="connsiteX100" fmla="*/ 547711 w 668394"/>
                  <a:gd name="connsiteY100" fmla="*/ 756585 h 1458216"/>
                  <a:gd name="connsiteX101" fmla="*/ 529145 w 668394"/>
                  <a:gd name="connsiteY101" fmla="*/ 728735 h 1458216"/>
                  <a:gd name="connsiteX102" fmla="*/ 510578 w 668394"/>
                  <a:gd name="connsiteY102" fmla="*/ 696244 h 1458216"/>
                  <a:gd name="connsiteX103" fmla="*/ 501295 w 668394"/>
                  <a:gd name="connsiteY103" fmla="*/ 668394 h 1458216"/>
                  <a:gd name="connsiteX104" fmla="*/ 492012 w 668394"/>
                  <a:gd name="connsiteY104" fmla="*/ 654469 h 1458216"/>
                  <a:gd name="connsiteX105" fmla="*/ 478087 w 668394"/>
                  <a:gd name="connsiteY105" fmla="*/ 626620 h 1458216"/>
                  <a:gd name="connsiteX106" fmla="*/ 459520 w 668394"/>
                  <a:gd name="connsiteY106" fmla="*/ 608053 h 1458216"/>
                  <a:gd name="connsiteX107" fmla="*/ 427029 w 668394"/>
                  <a:gd name="connsiteY107" fmla="*/ 566279 h 1458216"/>
                  <a:gd name="connsiteX108" fmla="*/ 371330 w 668394"/>
                  <a:gd name="connsiteY108" fmla="*/ 538429 h 1458216"/>
                  <a:gd name="connsiteX109" fmla="*/ 362046 w 668394"/>
                  <a:gd name="connsiteY109" fmla="*/ 529146 h 1458216"/>
                  <a:gd name="connsiteX110" fmla="*/ 334197 w 668394"/>
                  <a:gd name="connsiteY110" fmla="*/ 510579 h 1458216"/>
                  <a:gd name="connsiteX111" fmla="*/ 324913 w 668394"/>
                  <a:gd name="connsiteY111" fmla="*/ 501296 h 1458216"/>
                  <a:gd name="connsiteX112" fmla="*/ 315630 w 668394"/>
                  <a:gd name="connsiteY112" fmla="*/ 487371 h 1458216"/>
                  <a:gd name="connsiteX113" fmla="*/ 301705 w 668394"/>
                  <a:gd name="connsiteY113" fmla="*/ 478088 h 1458216"/>
                  <a:gd name="connsiteX114" fmla="*/ 273855 w 668394"/>
                  <a:gd name="connsiteY114" fmla="*/ 440955 h 1458216"/>
                  <a:gd name="connsiteX115" fmla="*/ 269214 w 668394"/>
                  <a:gd name="connsiteY115" fmla="*/ 427030 h 1458216"/>
                  <a:gd name="connsiteX116" fmla="*/ 259931 w 668394"/>
                  <a:gd name="connsiteY116" fmla="*/ 413105 h 1458216"/>
                  <a:gd name="connsiteX117" fmla="*/ 250647 w 668394"/>
                  <a:gd name="connsiteY117" fmla="*/ 394539 h 1458216"/>
                  <a:gd name="connsiteX118" fmla="*/ 236722 w 668394"/>
                  <a:gd name="connsiteY118" fmla="*/ 348122 h 1458216"/>
                  <a:gd name="connsiteX119" fmla="*/ 232081 w 668394"/>
                  <a:gd name="connsiteY119" fmla="*/ 334197 h 1458216"/>
                  <a:gd name="connsiteX120" fmla="*/ 213514 w 668394"/>
                  <a:gd name="connsiteY120" fmla="*/ 287781 h 1458216"/>
                  <a:gd name="connsiteX121" fmla="*/ 208873 w 668394"/>
                  <a:gd name="connsiteY121" fmla="*/ 264573 h 1458216"/>
                  <a:gd name="connsiteX122" fmla="*/ 204231 w 668394"/>
                  <a:gd name="connsiteY122" fmla="*/ 190307 h 1458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</a:cxnLst>
                <a:rect l="l" t="t" r="r" b="b"/>
                <a:pathLst>
                  <a:path w="668394" h="1458216">
                    <a:moveTo>
                      <a:pt x="204231" y="190307"/>
                    </a:moveTo>
                    <a:cubicBezTo>
                      <a:pt x="201759" y="173002"/>
                      <a:pt x="193075" y="110422"/>
                      <a:pt x="190306" y="102116"/>
                    </a:cubicBezTo>
                    <a:lnTo>
                      <a:pt x="181023" y="74266"/>
                    </a:lnTo>
                    <a:cubicBezTo>
                      <a:pt x="179476" y="69625"/>
                      <a:pt x="179840" y="63802"/>
                      <a:pt x="176381" y="60342"/>
                    </a:cubicBezTo>
                    <a:lnTo>
                      <a:pt x="167098" y="51058"/>
                    </a:lnTo>
                    <a:cubicBezTo>
                      <a:pt x="165551" y="46416"/>
                      <a:pt x="165512" y="40954"/>
                      <a:pt x="162456" y="37133"/>
                    </a:cubicBezTo>
                    <a:cubicBezTo>
                      <a:pt x="158971" y="32777"/>
                      <a:pt x="152888" y="31335"/>
                      <a:pt x="148532" y="27850"/>
                    </a:cubicBezTo>
                    <a:cubicBezTo>
                      <a:pt x="145115" y="25116"/>
                      <a:pt x="142749" y="21193"/>
                      <a:pt x="139248" y="18567"/>
                    </a:cubicBezTo>
                    <a:cubicBezTo>
                      <a:pt x="130322" y="11873"/>
                      <a:pt x="111399" y="0"/>
                      <a:pt x="111399" y="0"/>
                    </a:cubicBezTo>
                    <a:cubicBezTo>
                      <a:pt x="106276" y="640"/>
                      <a:pt x="71640" y="2505"/>
                      <a:pt x="60341" y="9284"/>
                    </a:cubicBezTo>
                    <a:cubicBezTo>
                      <a:pt x="56588" y="11536"/>
                      <a:pt x="54474" y="15833"/>
                      <a:pt x="51057" y="18567"/>
                    </a:cubicBezTo>
                    <a:cubicBezTo>
                      <a:pt x="46701" y="22052"/>
                      <a:pt x="41774" y="24756"/>
                      <a:pt x="37133" y="27850"/>
                    </a:cubicBezTo>
                    <a:cubicBezTo>
                      <a:pt x="22420" y="49917"/>
                      <a:pt x="29614" y="36481"/>
                      <a:pt x="18566" y="69625"/>
                    </a:cubicBezTo>
                    <a:lnTo>
                      <a:pt x="13924" y="83550"/>
                    </a:lnTo>
                    <a:lnTo>
                      <a:pt x="9283" y="97475"/>
                    </a:lnTo>
                    <a:cubicBezTo>
                      <a:pt x="7736" y="111400"/>
                      <a:pt x="9071" y="125958"/>
                      <a:pt x="4641" y="139249"/>
                    </a:cubicBezTo>
                    <a:cubicBezTo>
                      <a:pt x="3094" y="143891"/>
                      <a:pt x="0" y="120431"/>
                      <a:pt x="0" y="125324"/>
                    </a:cubicBezTo>
                    <a:cubicBezTo>
                      <a:pt x="0" y="177504"/>
                      <a:pt x="1892" y="166331"/>
                      <a:pt x="9283" y="199590"/>
                    </a:cubicBezTo>
                    <a:cubicBezTo>
                      <a:pt x="14071" y="221138"/>
                      <a:pt x="12903" y="221546"/>
                      <a:pt x="18566" y="241365"/>
                    </a:cubicBezTo>
                    <a:cubicBezTo>
                      <a:pt x="19910" y="246070"/>
                      <a:pt x="21864" y="250585"/>
                      <a:pt x="23208" y="255290"/>
                    </a:cubicBezTo>
                    <a:cubicBezTo>
                      <a:pt x="24960" y="261424"/>
                      <a:pt x="26097" y="267722"/>
                      <a:pt x="27849" y="273856"/>
                    </a:cubicBezTo>
                    <a:cubicBezTo>
                      <a:pt x="29193" y="278561"/>
                      <a:pt x="31391" y="283014"/>
                      <a:pt x="32491" y="287781"/>
                    </a:cubicBezTo>
                    <a:cubicBezTo>
                      <a:pt x="36039" y="303155"/>
                      <a:pt x="36785" y="319228"/>
                      <a:pt x="41774" y="334197"/>
                    </a:cubicBezTo>
                    <a:cubicBezTo>
                      <a:pt x="44868" y="343480"/>
                      <a:pt x="44137" y="355128"/>
                      <a:pt x="51057" y="362047"/>
                    </a:cubicBezTo>
                    <a:lnTo>
                      <a:pt x="60341" y="371330"/>
                    </a:lnTo>
                    <a:cubicBezTo>
                      <a:pt x="73486" y="410772"/>
                      <a:pt x="55153" y="362684"/>
                      <a:pt x="74266" y="394539"/>
                    </a:cubicBezTo>
                    <a:cubicBezTo>
                      <a:pt x="92345" y="424670"/>
                      <a:pt x="64665" y="394220"/>
                      <a:pt x="88190" y="417747"/>
                    </a:cubicBezTo>
                    <a:cubicBezTo>
                      <a:pt x="91285" y="427030"/>
                      <a:pt x="92046" y="437454"/>
                      <a:pt x="97474" y="445596"/>
                    </a:cubicBezTo>
                    <a:cubicBezTo>
                      <a:pt x="126038" y="488444"/>
                      <a:pt x="89591" y="435743"/>
                      <a:pt x="116040" y="468805"/>
                    </a:cubicBezTo>
                    <a:cubicBezTo>
                      <a:pt x="119525" y="473161"/>
                      <a:pt x="121838" y="478373"/>
                      <a:pt x="125323" y="482729"/>
                    </a:cubicBezTo>
                    <a:cubicBezTo>
                      <a:pt x="132883" y="492179"/>
                      <a:pt x="138191" y="494402"/>
                      <a:pt x="148532" y="501296"/>
                    </a:cubicBezTo>
                    <a:cubicBezTo>
                      <a:pt x="153434" y="516003"/>
                      <a:pt x="152173" y="516293"/>
                      <a:pt x="162456" y="529146"/>
                    </a:cubicBezTo>
                    <a:cubicBezTo>
                      <a:pt x="165190" y="532563"/>
                      <a:pt x="169006" y="535012"/>
                      <a:pt x="171740" y="538429"/>
                    </a:cubicBezTo>
                    <a:cubicBezTo>
                      <a:pt x="175225" y="542785"/>
                      <a:pt x="177078" y="548409"/>
                      <a:pt x="181023" y="552354"/>
                    </a:cubicBezTo>
                    <a:cubicBezTo>
                      <a:pt x="190020" y="561351"/>
                      <a:pt x="197549" y="562504"/>
                      <a:pt x="208873" y="566279"/>
                    </a:cubicBezTo>
                    <a:cubicBezTo>
                      <a:pt x="215062" y="564732"/>
                      <a:pt x="221212" y="563021"/>
                      <a:pt x="227439" y="561637"/>
                    </a:cubicBezTo>
                    <a:cubicBezTo>
                      <a:pt x="235140" y="559925"/>
                      <a:pt x="243036" y="559071"/>
                      <a:pt x="250647" y="556995"/>
                    </a:cubicBezTo>
                    <a:cubicBezTo>
                      <a:pt x="260088" y="554420"/>
                      <a:pt x="269004" y="550085"/>
                      <a:pt x="278497" y="547712"/>
                    </a:cubicBezTo>
                    <a:cubicBezTo>
                      <a:pt x="284686" y="546165"/>
                      <a:pt x="303443" y="543070"/>
                      <a:pt x="297064" y="543070"/>
                    </a:cubicBezTo>
                    <a:cubicBezTo>
                      <a:pt x="287653" y="543070"/>
                      <a:pt x="278497" y="546165"/>
                      <a:pt x="269214" y="547712"/>
                    </a:cubicBezTo>
                    <a:cubicBezTo>
                      <a:pt x="267260" y="550644"/>
                      <a:pt x="252887" y="569557"/>
                      <a:pt x="255289" y="575562"/>
                    </a:cubicBezTo>
                    <a:cubicBezTo>
                      <a:pt x="257361" y="580742"/>
                      <a:pt x="264224" y="582350"/>
                      <a:pt x="269214" y="584845"/>
                    </a:cubicBezTo>
                    <a:cubicBezTo>
                      <a:pt x="307648" y="604062"/>
                      <a:pt x="257157" y="572166"/>
                      <a:pt x="297064" y="598770"/>
                    </a:cubicBezTo>
                    <a:cubicBezTo>
                      <a:pt x="308728" y="633768"/>
                      <a:pt x="291637" y="591988"/>
                      <a:pt x="315630" y="621978"/>
                    </a:cubicBezTo>
                    <a:cubicBezTo>
                      <a:pt x="318687" y="625799"/>
                      <a:pt x="317896" y="631626"/>
                      <a:pt x="320272" y="635903"/>
                    </a:cubicBezTo>
                    <a:cubicBezTo>
                      <a:pt x="325690" y="645656"/>
                      <a:pt x="335310" y="653168"/>
                      <a:pt x="338838" y="663753"/>
                    </a:cubicBezTo>
                    <a:lnTo>
                      <a:pt x="352763" y="705527"/>
                    </a:lnTo>
                    <a:cubicBezTo>
                      <a:pt x="354310" y="710169"/>
                      <a:pt x="354691" y="715381"/>
                      <a:pt x="357405" y="719452"/>
                    </a:cubicBezTo>
                    <a:cubicBezTo>
                      <a:pt x="360499" y="724094"/>
                      <a:pt x="364422" y="728279"/>
                      <a:pt x="366688" y="733377"/>
                    </a:cubicBezTo>
                    <a:cubicBezTo>
                      <a:pt x="370662" y="742319"/>
                      <a:pt x="372877" y="751944"/>
                      <a:pt x="375971" y="761227"/>
                    </a:cubicBezTo>
                    <a:cubicBezTo>
                      <a:pt x="377518" y="765869"/>
                      <a:pt x="377899" y="771081"/>
                      <a:pt x="380613" y="775152"/>
                    </a:cubicBezTo>
                    <a:cubicBezTo>
                      <a:pt x="392610" y="793148"/>
                      <a:pt x="388132" y="783785"/>
                      <a:pt x="394538" y="803001"/>
                    </a:cubicBezTo>
                    <a:cubicBezTo>
                      <a:pt x="396249" y="814981"/>
                      <a:pt x="397339" y="836453"/>
                      <a:pt x="403821" y="849418"/>
                    </a:cubicBezTo>
                    <a:cubicBezTo>
                      <a:pt x="406316" y="854408"/>
                      <a:pt x="410010" y="858701"/>
                      <a:pt x="413104" y="863343"/>
                    </a:cubicBezTo>
                    <a:cubicBezTo>
                      <a:pt x="414651" y="881909"/>
                      <a:pt x="414683" y="900665"/>
                      <a:pt x="417746" y="919042"/>
                    </a:cubicBezTo>
                    <a:cubicBezTo>
                      <a:pt x="419355" y="928694"/>
                      <a:pt x="423935" y="937609"/>
                      <a:pt x="427029" y="946892"/>
                    </a:cubicBezTo>
                    <a:lnTo>
                      <a:pt x="436312" y="974742"/>
                    </a:lnTo>
                    <a:lnTo>
                      <a:pt x="440954" y="988666"/>
                    </a:lnTo>
                    <a:cubicBezTo>
                      <a:pt x="442501" y="993308"/>
                      <a:pt x="442136" y="999131"/>
                      <a:pt x="445596" y="1002591"/>
                    </a:cubicBezTo>
                    <a:lnTo>
                      <a:pt x="454879" y="1011875"/>
                    </a:lnTo>
                    <a:cubicBezTo>
                      <a:pt x="456426" y="1016516"/>
                      <a:pt x="458176" y="1021095"/>
                      <a:pt x="459520" y="1025799"/>
                    </a:cubicBezTo>
                    <a:cubicBezTo>
                      <a:pt x="461503" y="1032741"/>
                      <a:pt x="465094" y="1050871"/>
                      <a:pt x="468804" y="1058291"/>
                    </a:cubicBezTo>
                    <a:cubicBezTo>
                      <a:pt x="471299" y="1063281"/>
                      <a:pt x="475821" y="1067118"/>
                      <a:pt x="478087" y="1072216"/>
                    </a:cubicBezTo>
                    <a:cubicBezTo>
                      <a:pt x="482061" y="1081158"/>
                      <a:pt x="484276" y="1090782"/>
                      <a:pt x="487370" y="1100065"/>
                    </a:cubicBezTo>
                    <a:cubicBezTo>
                      <a:pt x="488917" y="1104707"/>
                      <a:pt x="488552" y="1110530"/>
                      <a:pt x="492012" y="1113990"/>
                    </a:cubicBezTo>
                    <a:lnTo>
                      <a:pt x="501295" y="1123274"/>
                    </a:lnTo>
                    <a:cubicBezTo>
                      <a:pt x="499748" y="1127915"/>
                      <a:pt x="496113" y="1132335"/>
                      <a:pt x="496653" y="1137198"/>
                    </a:cubicBezTo>
                    <a:cubicBezTo>
                      <a:pt x="497734" y="1146924"/>
                      <a:pt x="502843" y="1155765"/>
                      <a:pt x="505937" y="1165048"/>
                    </a:cubicBezTo>
                    <a:lnTo>
                      <a:pt x="510578" y="1178973"/>
                    </a:lnTo>
                    <a:cubicBezTo>
                      <a:pt x="512125" y="1183615"/>
                      <a:pt x="514033" y="1188151"/>
                      <a:pt x="515220" y="1192898"/>
                    </a:cubicBezTo>
                    <a:cubicBezTo>
                      <a:pt x="516767" y="1199087"/>
                      <a:pt x="517349" y="1205601"/>
                      <a:pt x="519862" y="1211464"/>
                    </a:cubicBezTo>
                    <a:cubicBezTo>
                      <a:pt x="522060" y="1216591"/>
                      <a:pt x="526051" y="1220747"/>
                      <a:pt x="529145" y="1225389"/>
                    </a:cubicBezTo>
                    <a:cubicBezTo>
                      <a:pt x="530692" y="1230031"/>
                      <a:pt x="531269" y="1235119"/>
                      <a:pt x="533786" y="1239314"/>
                    </a:cubicBezTo>
                    <a:cubicBezTo>
                      <a:pt x="536038" y="1243067"/>
                      <a:pt x="541113" y="1244683"/>
                      <a:pt x="543070" y="1248597"/>
                    </a:cubicBezTo>
                    <a:cubicBezTo>
                      <a:pt x="547446" y="1257349"/>
                      <a:pt x="549259" y="1267164"/>
                      <a:pt x="552353" y="1276447"/>
                    </a:cubicBezTo>
                    <a:cubicBezTo>
                      <a:pt x="553900" y="1281089"/>
                      <a:pt x="552924" y="1287658"/>
                      <a:pt x="556995" y="1290372"/>
                    </a:cubicBezTo>
                    <a:lnTo>
                      <a:pt x="570919" y="1299655"/>
                    </a:lnTo>
                    <a:cubicBezTo>
                      <a:pt x="569372" y="1312033"/>
                      <a:pt x="565389" y="1324346"/>
                      <a:pt x="566278" y="1336788"/>
                    </a:cubicBezTo>
                    <a:cubicBezTo>
                      <a:pt x="566975" y="1346549"/>
                      <a:pt x="572467" y="1355355"/>
                      <a:pt x="575561" y="1364638"/>
                    </a:cubicBezTo>
                    <a:cubicBezTo>
                      <a:pt x="577108" y="1369280"/>
                      <a:pt x="577489" y="1374492"/>
                      <a:pt x="580203" y="1378563"/>
                    </a:cubicBezTo>
                    <a:cubicBezTo>
                      <a:pt x="583297" y="1383205"/>
                      <a:pt x="586991" y="1387498"/>
                      <a:pt x="589486" y="1392488"/>
                    </a:cubicBezTo>
                    <a:cubicBezTo>
                      <a:pt x="591674" y="1396864"/>
                      <a:pt x="591192" y="1402499"/>
                      <a:pt x="594128" y="1406413"/>
                    </a:cubicBezTo>
                    <a:cubicBezTo>
                      <a:pt x="600692" y="1415165"/>
                      <a:pt x="611268" y="1420518"/>
                      <a:pt x="617336" y="1429621"/>
                    </a:cubicBezTo>
                    <a:cubicBezTo>
                      <a:pt x="629333" y="1447617"/>
                      <a:pt x="621327" y="1441782"/>
                      <a:pt x="640544" y="1448187"/>
                    </a:cubicBezTo>
                    <a:cubicBezTo>
                      <a:pt x="645186" y="1451281"/>
                      <a:pt x="650113" y="1460955"/>
                      <a:pt x="654469" y="1457470"/>
                    </a:cubicBezTo>
                    <a:cubicBezTo>
                      <a:pt x="658000" y="1454645"/>
                      <a:pt x="666444" y="1418853"/>
                      <a:pt x="668394" y="1411054"/>
                    </a:cubicBezTo>
                    <a:cubicBezTo>
                      <a:pt x="666847" y="1397129"/>
                      <a:pt x="665734" y="1383150"/>
                      <a:pt x="663752" y="1369280"/>
                    </a:cubicBezTo>
                    <a:cubicBezTo>
                      <a:pt x="657613" y="1326309"/>
                      <a:pt x="661222" y="1364648"/>
                      <a:pt x="654469" y="1327505"/>
                    </a:cubicBezTo>
                    <a:cubicBezTo>
                      <a:pt x="651280" y="1309967"/>
                      <a:pt x="651107" y="1293226"/>
                      <a:pt x="645185" y="1276447"/>
                    </a:cubicBezTo>
                    <a:cubicBezTo>
                      <a:pt x="638013" y="1256126"/>
                      <a:pt x="621977" y="1216106"/>
                      <a:pt x="621977" y="1216106"/>
                    </a:cubicBezTo>
                    <a:cubicBezTo>
                      <a:pt x="612544" y="1168935"/>
                      <a:pt x="622208" y="1212268"/>
                      <a:pt x="612694" y="1178973"/>
                    </a:cubicBezTo>
                    <a:cubicBezTo>
                      <a:pt x="610941" y="1172839"/>
                      <a:pt x="609885" y="1166517"/>
                      <a:pt x="608052" y="1160407"/>
                    </a:cubicBezTo>
                    <a:cubicBezTo>
                      <a:pt x="605240" y="1151034"/>
                      <a:pt x="598769" y="1132557"/>
                      <a:pt x="598769" y="1132557"/>
                    </a:cubicBezTo>
                    <a:cubicBezTo>
                      <a:pt x="600316" y="1095424"/>
                      <a:pt x="600763" y="1058229"/>
                      <a:pt x="603411" y="1021158"/>
                    </a:cubicBezTo>
                    <a:cubicBezTo>
                      <a:pt x="603866" y="1014795"/>
                      <a:pt x="608052" y="1008970"/>
                      <a:pt x="608052" y="1002591"/>
                    </a:cubicBezTo>
                    <a:cubicBezTo>
                      <a:pt x="608052" y="985438"/>
                      <a:pt x="601708" y="983364"/>
                      <a:pt x="594128" y="970100"/>
                    </a:cubicBezTo>
                    <a:cubicBezTo>
                      <a:pt x="586454" y="956670"/>
                      <a:pt x="580989" y="942799"/>
                      <a:pt x="575561" y="928325"/>
                    </a:cubicBezTo>
                    <a:cubicBezTo>
                      <a:pt x="570712" y="915395"/>
                      <a:pt x="568189" y="905526"/>
                      <a:pt x="566278" y="891192"/>
                    </a:cubicBezTo>
                    <a:cubicBezTo>
                      <a:pt x="564223" y="875779"/>
                      <a:pt x="563110" y="860255"/>
                      <a:pt x="561636" y="844776"/>
                    </a:cubicBezTo>
                    <a:cubicBezTo>
                      <a:pt x="560016" y="827763"/>
                      <a:pt x="559660" y="810598"/>
                      <a:pt x="556995" y="793718"/>
                    </a:cubicBezTo>
                    <a:cubicBezTo>
                      <a:pt x="555005" y="781115"/>
                      <a:pt x="554788" y="767201"/>
                      <a:pt x="547711" y="756585"/>
                    </a:cubicBezTo>
                    <a:cubicBezTo>
                      <a:pt x="541522" y="747302"/>
                      <a:pt x="534135" y="738714"/>
                      <a:pt x="529145" y="728735"/>
                    </a:cubicBezTo>
                    <a:cubicBezTo>
                      <a:pt x="517367" y="705179"/>
                      <a:pt x="523700" y="715926"/>
                      <a:pt x="510578" y="696244"/>
                    </a:cubicBezTo>
                    <a:cubicBezTo>
                      <a:pt x="507484" y="686961"/>
                      <a:pt x="506723" y="676536"/>
                      <a:pt x="501295" y="668394"/>
                    </a:cubicBezTo>
                    <a:cubicBezTo>
                      <a:pt x="498201" y="663752"/>
                      <a:pt x="494507" y="659459"/>
                      <a:pt x="492012" y="654469"/>
                    </a:cubicBezTo>
                    <a:cubicBezTo>
                      <a:pt x="482130" y="634705"/>
                      <a:pt x="494047" y="645241"/>
                      <a:pt x="478087" y="626620"/>
                    </a:cubicBezTo>
                    <a:cubicBezTo>
                      <a:pt x="472391" y="619975"/>
                      <a:pt x="464375" y="615336"/>
                      <a:pt x="459520" y="608053"/>
                    </a:cubicBezTo>
                    <a:cubicBezTo>
                      <a:pt x="454758" y="600910"/>
                      <a:pt x="438580" y="572696"/>
                      <a:pt x="427029" y="566279"/>
                    </a:cubicBezTo>
                    <a:cubicBezTo>
                      <a:pt x="393050" y="547402"/>
                      <a:pt x="402242" y="569338"/>
                      <a:pt x="371330" y="538429"/>
                    </a:cubicBezTo>
                    <a:cubicBezTo>
                      <a:pt x="368235" y="535335"/>
                      <a:pt x="365547" y="531772"/>
                      <a:pt x="362046" y="529146"/>
                    </a:cubicBezTo>
                    <a:cubicBezTo>
                      <a:pt x="353120" y="522452"/>
                      <a:pt x="342087" y="518468"/>
                      <a:pt x="334197" y="510579"/>
                    </a:cubicBezTo>
                    <a:cubicBezTo>
                      <a:pt x="331102" y="507485"/>
                      <a:pt x="327647" y="504713"/>
                      <a:pt x="324913" y="501296"/>
                    </a:cubicBezTo>
                    <a:cubicBezTo>
                      <a:pt x="321428" y="496940"/>
                      <a:pt x="319575" y="491316"/>
                      <a:pt x="315630" y="487371"/>
                    </a:cubicBezTo>
                    <a:cubicBezTo>
                      <a:pt x="311685" y="483426"/>
                      <a:pt x="306347" y="481182"/>
                      <a:pt x="301705" y="478088"/>
                    </a:cubicBezTo>
                    <a:cubicBezTo>
                      <a:pt x="280712" y="446597"/>
                      <a:pt x="291029" y="458127"/>
                      <a:pt x="273855" y="440955"/>
                    </a:cubicBezTo>
                    <a:cubicBezTo>
                      <a:pt x="272308" y="436313"/>
                      <a:pt x="271402" y="431406"/>
                      <a:pt x="269214" y="427030"/>
                    </a:cubicBezTo>
                    <a:cubicBezTo>
                      <a:pt x="266719" y="422040"/>
                      <a:pt x="262699" y="417948"/>
                      <a:pt x="259931" y="413105"/>
                    </a:cubicBezTo>
                    <a:cubicBezTo>
                      <a:pt x="256498" y="407097"/>
                      <a:pt x="253742" y="400728"/>
                      <a:pt x="250647" y="394539"/>
                    </a:cubicBezTo>
                    <a:cubicBezTo>
                      <a:pt x="243631" y="366472"/>
                      <a:pt x="248026" y="382034"/>
                      <a:pt x="236722" y="348122"/>
                    </a:cubicBezTo>
                    <a:cubicBezTo>
                      <a:pt x="235175" y="343480"/>
                      <a:pt x="234269" y="338573"/>
                      <a:pt x="232081" y="334197"/>
                    </a:cubicBezTo>
                    <a:cubicBezTo>
                      <a:pt x="223831" y="317696"/>
                      <a:pt x="217336" y="306896"/>
                      <a:pt x="213514" y="287781"/>
                    </a:cubicBezTo>
                    <a:cubicBezTo>
                      <a:pt x="211967" y="280045"/>
                      <a:pt x="209267" y="272452"/>
                      <a:pt x="208873" y="264573"/>
                    </a:cubicBezTo>
                    <a:cubicBezTo>
                      <a:pt x="207714" y="241394"/>
                      <a:pt x="208873" y="218157"/>
                      <a:pt x="204231" y="19030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9F19DE69-E07C-8649-AFC8-D44787EA8382}"/>
                  </a:ext>
                </a:extLst>
              </p:cNvPr>
              <p:cNvSpPr/>
              <p:nvPr/>
            </p:nvSpPr>
            <p:spPr>
              <a:xfrm>
                <a:off x="1128553" y="2726204"/>
                <a:ext cx="224609" cy="381099"/>
              </a:xfrm>
              <a:custGeom>
                <a:avLst/>
                <a:gdLst>
                  <a:gd name="connsiteX0" fmla="*/ 101978 w 224609"/>
                  <a:gd name="connsiteY0" fmla="*/ 0 h 381099"/>
                  <a:gd name="connsiteX1" fmla="*/ 78183 w 224609"/>
                  <a:gd name="connsiteY1" fmla="*/ 3399 h 381099"/>
                  <a:gd name="connsiteX2" fmla="*/ 23795 w 224609"/>
                  <a:gd name="connsiteY2" fmla="*/ 10197 h 381099"/>
                  <a:gd name="connsiteX3" fmla="*/ 16996 w 224609"/>
                  <a:gd name="connsiteY3" fmla="*/ 20395 h 381099"/>
                  <a:gd name="connsiteX4" fmla="*/ 0 w 224609"/>
                  <a:gd name="connsiteY4" fmla="*/ 33992 h 381099"/>
                  <a:gd name="connsiteX5" fmla="*/ 3399 w 224609"/>
                  <a:gd name="connsiteY5" fmla="*/ 47589 h 381099"/>
                  <a:gd name="connsiteX6" fmla="*/ 57788 w 224609"/>
                  <a:gd name="connsiteY6" fmla="*/ 64586 h 381099"/>
                  <a:gd name="connsiteX7" fmla="*/ 78183 w 224609"/>
                  <a:gd name="connsiteY7" fmla="*/ 71384 h 381099"/>
                  <a:gd name="connsiteX8" fmla="*/ 95179 w 224609"/>
                  <a:gd name="connsiteY8" fmla="*/ 91780 h 381099"/>
                  <a:gd name="connsiteX9" fmla="*/ 118974 w 224609"/>
                  <a:gd name="connsiteY9" fmla="*/ 118974 h 381099"/>
                  <a:gd name="connsiteX10" fmla="*/ 125773 w 224609"/>
                  <a:gd name="connsiteY10" fmla="*/ 139369 h 381099"/>
                  <a:gd name="connsiteX11" fmla="*/ 132571 w 224609"/>
                  <a:gd name="connsiteY11" fmla="*/ 149567 h 381099"/>
                  <a:gd name="connsiteX12" fmla="*/ 139370 w 224609"/>
                  <a:gd name="connsiteY12" fmla="*/ 173362 h 381099"/>
                  <a:gd name="connsiteX13" fmla="*/ 149567 w 224609"/>
                  <a:gd name="connsiteY13" fmla="*/ 203955 h 381099"/>
                  <a:gd name="connsiteX14" fmla="*/ 159765 w 224609"/>
                  <a:gd name="connsiteY14" fmla="*/ 234548 h 381099"/>
                  <a:gd name="connsiteX15" fmla="*/ 163164 w 224609"/>
                  <a:gd name="connsiteY15" fmla="*/ 244746 h 381099"/>
                  <a:gd name="connsiteX16" fmla="*/ 176761 w 224609"/>
                  <a:gd name="connsiteY16" fmla="*/ 265142 h 381099"/>
                  <a:gd name="connsiteX17" fmla="*/ 183560 w 224609"/>
                  <a:gd name="connsiteY17" fmla="*/ 285537 h 381099"/>
                  <a:gd name="connsiteX18" fmla="*/ 186959 w 224609"/>
                  <a:gd name="connsiteY18" fmla="*/ 295735 h 381099"/>
                  <a:gd name="connsiteX19" fmla="*/ 193758 w 224609"/>
                  <a:gd name="connsiteY19" fmla="*/ 305933 h 381099"/>
                  <a:gd name="connsiteX20" fmla="*/ 197157 w 224609"/>
                  <a:gd name="connsiteY20" fmla="*/ 343325 h 381099"/>
                  <a:gd name="connsiteX21" fmla="*/ 200556 w 224609"/>
                  <a:gd name="connsiteY21" fmla="*/ 370519 h 381099"/>
                  <a:gd name="connsiteX22" fmla="*/ 203956 w 224609"/>
                  <a:gd name="connsiteY22" fmla="*/ 380716 h 381099"/>
                  <a:gd name="connsiteX23" fmla="*/ 214153 w 224609"/>
                  <a:gd name="connsiteY23" fmla="*/ 377317 h 381099"/>
                  <a:gd name="connsiteX24" fmla="*/ 217553 w 224609"/>
                  <a:gd name="connsiteY24" fmla="*/ 312731 h 381099"/>
                  <a:gd name="connsiteX25" fmla="*/ 210754 w 224609"/>
                  <a:gd name="connsiteY25" fmla="*/ 292336 h 381099"/>
                  <a:gd name="connsiteX26" fmla="*/ 203956 w 224609"/>
                  <a:gd name="connsiteY26" fmla="*/ 282138 h 381099"/>
                  <a:gd name="connsiteX27" fmla="*/ 197157 w 224609"/>
                  <a:gd name="connsiteY27" fmla="*/ 261742 h 381099"/>
                  <a:gd name="connsiteX28" fmla="*/ 193758 w 224609"/>
                  <a:gd name="connsiteY28" fmla="*/ 251545 h 381099"/>
                  <a:gd name="connsiteX29" fmla="*/ 186959 w 224609"/>
                  <a:gd name="connsiteY29" fmla="*/ 241347 h 381099"/>
                  <a:gd name="connsiteX30" fmla="*/ 176761 w 224609"/>
                  <a:gd name="connsiteY30" fmla="*/ 220951 h 381099"/>
                  <a:gd name="connsiteX31" fmla="*/ 169963 w 224609"/>
                  <a:gd name="connsiteY31" fmla="*/ 200556 h 381099"/>
                  <a:gd name="connsiteX32" fmla="*/ 156366 w 224609"/>
                  <a:gd name="connsiteY32" fmla="*/ 159765 h 381099"/>
                  <a:gd name="connsiteX33" fmla="*/ 149567 w 224609"/>
                  <a:gd name="connsiteY33" fmla="*/ 139369 h 381099"/>
                  <a:gd name="connsiteX34" fmla="*/ 146168 w 224609"/>
                  <a:gd name="connsiteY34" fmla="*/ 129171 h 381099"/>
                  <a:gd name="connsiteX35" fmla="*/ 139370 w 224609"/>
                  <a:gd name="connsiteY35" fmla="*/ 115574 h 381099"/>
                  <a:gd name="connsiteX36" fmla="*/ 129172 w 224609"/>
                  <a:gd name="connsiteY36" fmla="*/ 84981 h 381099"/>
                  <a:gd name="connsiteX37" fmla="*/ 115575 w 224609"/>
                  <a:gd name="connsiteY37" fmla="*/ 44190 h 381099"/>
                  <a:gd name="connsiteX38" fmla="*/ 108776 w 224609"/>
                  <a:gd name="connsiteY38" fmla="*/ 23795 h 381099"/>
                  <a:gd name="connsiteX39" fmla="*/ 101978 w 224609"/>
                  <a:gd name="connsiteY39" fmla="*/ 0 h 381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224609" h="381099">
                    <a:moveTo>
                      <a:pt x="101978" y="0"/>
                    </a:moveTo>
                    <a:cubicBezTo>
                      <a:pt x="94046" y="1133"/>
                      <a:pt x="86155" y="2602"/>
                      <a:pt x="78183" y="3399"/>
                    </a:cubicBezTo>
                    <a:cubicBezTo>
                      <a:pt x="25697" y="8647"/>
                      <a:pt x="49154" y="1745"/>
                      <a:pt x="23795" y="10197"/>
                    </a:cubicBezTo>
                    <a:cubicBezTo>
                      <a:pt x="21529" y="13596"/>
                      <a:pt x="20186" y="17843"/>
                      <a:pt x="16996" y="20395"/>
                    </a:cubicBezTo>
                    <a:cubicBezTo>
                      <a:pt x="-6462" y="39163"/>
                      <a:pt x="19487" y="4765"/>
                      <a:pt x="0" y="33992"/>
                    </a:cubicBezTo>
                    <a:cubicBezTo>
                      <a:pt x="1133" y="38524"/>
                      <a:pt x="323" y="44073"/>
                      <a:pt x="3399" y="47589"/>
                    </a:cubicBezTo>
                    <a:cubicBezTo>
                      <a:pt x="19630" y="66138"/>
                      <a:pt x="34675" y="62274"/>
                      <a:pt x="57788" y="64586"/>
                    </a:cubicBezTo>
                    <a:cubicBezTo>
                      <a:pt x="64586" y="66852"/>
                      <a:pt x="74208" y="65422"/>
                      <a:pt x="78183" y="71384"/>
                    </a:cubicBezTo>
                    <a:cubicBezTo>
                      <a:pt x="102481" y="107829"/>
                      <a:pt x="64641" y="52516"/>
                      <a:pt x="95179" y="91780"/>
                    </a:cubicBezTo>
                    <a:cubicBezTo>
                      <a:pt x="116532" y="119234"/>
                      <a:pt x="99233" y="105813"/>
                      <a:pt x="118974" y="118974"/>
                    </a:cubicBezTo>
                    <a:cubicBezTo>
                      <a:pt x="121240" y="125772"/>
                      <a:pt x="121798" y="133406"/>
                      <a:pt x="125773" y="139369"/>
                    </a:cubicBezTo>
                    <a:cubicBezTo>
                      <a:pt x="128039" y="142768"/>
                      <a:pt x="130744" y="145913"/>
                      <a:pt x="132571" y="149567"/>
                    </a:cubicBezTo>
                    <a:cubicBezTo>
                      <a:pt x="135425" y="155275"/>
                      <a:pt x="137738" y="167922"/>
                      <a:pt x="139370" y="173362"/>
                    </a:cubicBezTo>
                    <a:cubicBezTo>
                      <a:pt x="142459" y="183658"/>
                      <a:pt x="146168" y="193757"/>
                      <a:pt x="149567" y="203955"/>
                    </a:cubicBezTo>
                    <a:lnTo>
                      <a:pt x="159765" y="234548"/>
                    </a:lnTo>
                    <a:cubicBezTo>
                      <a:pt x="160898" y="237947"/>
                      <a:pt x="161176" y="241765"/>
                      <a:pt x="163164" y="244746"/>
                    </a:cubicBezTo>
                    <a:cubicBezTo>
                      <a:pt x="167696" y="251545"/>
                      <a:pt x="174177" y="257390"/>
                      <a:pt x="176761" y="265142"/>
                    </a:cubicBezTo>
                    <a:lnTo>
                      <a:pt x="183560" y="285537"/>
                    </a:lnTo>
                    <a:cubicBezTo>
                      <a:pt x="184693" y="288936"/>
                      <a:pt x="184971" y="292754"/>
                      <a:pt x="186959" y="295735"/>
                    </a:cubicBezTo>
                    <a:lnTo>
                      <a:pt x="193758" y="305933"/>
                    </a:lnTo>
                    <a:cubicBezTo>
                      <a:pt x="202383" y="331809"/>
                      <a:pt x="201961" y="319301"/>
                      <a:pt x="197157" y="343325"/>
                    </a:cubicBezTo>
                    <a:cubicBezTo>
                      <a:pt x="198290" y="352390"/>
                      <a:pt x="198922" y="361531"/>
                      <a:pt x="200556" y="370519"/>
                    </a:cubicBezTo>
                    <a:cubicBezTo>
                      <a:pt x="201197" y="374044"/>
                      <a:pt x="200751" y="379114"/>
                      <a:pt x="203956" y="380716"/>
                    </a:cubicBezTo>
                    <a:cubicBezTo>
                      <a:pt x="207161" y="382318"/>
                      <a:pt x="210754" y="378450"/>
                      <a:pt x="214153" y="377317"/>
                    </a:cubicBezTo>
                    <a:cubicBezTo>
                      <a:pt x="230222" y="353215"/>
                      <a:pt x="224792" y="365818"/>
                      <a:pt x="217553" y="312731"/>
                    </a:cubicBezTo>
                    <a:cubicBezTo>
                      <a:pt x="216585" y="305631"/>
                      <a:pt x="214729" y="298299"/>
                      <a:pt x="210754" y="292336"/>
                    </a:cubicBezTo>
                    <a:cubicBezTo>
                      <a:pt x="208488" y="288937"/>
                      <a:pt x="205615" y="285871"/>
                      <a:pt x="203956" y="282138"/>
                    </a:cubicBezTo>
                    <a:cubicBezTo>
                      <a:pt x="201045" y="275589"/>
                      <a:pt x="199423" y="268541"/>
                      <a:pt x="197157" y="261742"/>
                    </a:cubicBezTo>
                    <a:cubicBezTo>
                      <a:pt x="196024" y="258343"/>
                      <a:pt x="195745" y="254526"/>
                      <a:pt x="193758" y="251545"/>
                    </a:cubicBezTo>
                    <a:lnTo>
                      <a:pt x="186959" y="241347"/>
                    </a:lnTo>
                    <a:cubicBezTo>
                      <a:pt x="174565" y="204160"/>
                      <a:pt x="194331" y="260484"/>
                      <a:pt x="176761" y="220951"/>
                    </a:cubicBezTo>
                    <a:cubicBezTo>
                      <a:pt x="173851" y="214403"/>
                      <a:pt x="172229" y="207354"/>
                      <a:pt x="169963" y="200556"/>
                    </a:cubicBezTo>
                    <a:lnTo>
                      <a:pt x="156366" y="159765"/>
                    </a:lnTo>
                    <a:lnTo>
                      <a:pt x="149567" y="139369"/>
                    </a:lnTo>
                    <a:cubicBezTo>
                      <a:pt x="148434" y="135970"/>
                      <a:pt x="147770" y="132376"/>
                      <a:pt x="146168" y="129171"/>
                    </a:cubicBezTo>
                    <a:cubicBezTo>
                      <a:pt x="143902" y="124639"/>
                      <a:pt x="141252" y="120279"/>
                      <a:pt x="139370" y="115574"/>
                    </a:cubicBezTo>
                    <a:cubicBezTo>
                      <a:pt x="139361" y="115551"/>
                      <a:pt x="130875" y="90092"/>
                      <a:pt x="129172" y="84981"/>
                    </a:cubicBezTo>
                    <a:lnTo>
                      <a:pt x="115575" y="44190"/>
                    </a:lnTo>
                    <a:lnTo>
                      <a:pt x="108776" y="23795"/>
                    </a:lnTo>
                    <a:lnTo>
                      <a:pt x="101978" y="0"/>
                    </a:lnTo>
                    <a:close/>
                  </a:path>
                </a:pathLst>
              </a:custGeom>
              <a:solidFill>
                <a:schemeClr val="bg1"/>
              </a:solidFill>
              <a:ln w="222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E7798B3F-2F8E-9E4E-AB77-A214D3483E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7400" y="3810000"/>
                <a:ext cx="4780" cy="762000"/>
              </a:xfrm>
              <a:prstGeom prst="line">
                <a:avLst/>
              </a:prstGeom>
              <a:ln w="136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D8241AE-879A-4942-AB5C-046C02A2A5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0230" y="3774141"/>
                <a:ext cx="22433" cy="1483659"/>
              </a:xfrm>
              <a:prstGeom prst="line">
                <a:avLst/>
              </a:prstGeom>
              <a:ln w="136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ABEB6243-D31D-8541-8CD5-47D63BDD5D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57400" y="3738282"/>
                <a:ext cx="55210" cy="208430"/>
              </a:xfrm>
              <a:prstGeom prst="line">
                <a:avLst/>
              </a:prstGeom>
              <a:ln w="136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B309FCE3-0362-0B49-802D-57B2800A3E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36150" y="5943600"/>
                <a:ext cx="197450" cy="51107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C49FCE85-7F62-4747-AE7C-3DE7A81D0C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6430" y="5296459"/>
                <a:ext cx="7170" cy="66347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C386EB79-9BFB-A640-B8CD-CBE627FDD1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2610" y="4343400"/>
                <a:ext cx="17003" cy="104447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BE8F63C-0DCC-3C4D-B042-38224C2079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7688" y="3957154"/>
                <a:ext cx="4780" cy="45720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5F879198-2D6B-9149-A715-289C9865BE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7688" y="3774141"/>
                <a:ext cx="0" cy="303252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92EDBAE3-12C5-DF45-AE51-B65EA8B11CFA}"/>
                </a:ext>
              </a:extLst>
            </p:cNvPr>
            <p:cNvGrpSpPr/>
            <p:nvPr/>
          </p:nvGrpSpPr>
          <p:grpSpPr>
            <a:xfrm>
              <a:off x="364435" y="315787"/>
              <a:ext cx="3149684" cy="1910547"/>
              <a:chOff x="315760" y="315818"/>
              <a:chExt cx="3149684" cy="1910547"/>
            </a:xfrm>
          </p:grpSpPr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E6710193-089D-CE40-A716-C4F926204094}"/>
                  </a:ext>
                </a:extLst>
              </p:cNvPr>
              <p:cNvSpPr/>
              <p:nvPr/>
            </p:nvSpPr>
            <p:spPr>
              <a:xfrm>
                <a:off x="315760" y="330935"/>
                <a:ext cx="3140765" cy="1895430"/>
              </a:xfrm>
              <a:custGeom>
                <a:avLst/>
                <a:gdLst>
                  <a:gd name="connsiteX0" fmla="*/ 331305 w 3140765"/>
                  <a:gd name="connsiteY0" fmla="*/ 1855674 h 1895430"/>
                  <a:gd name="connsiteX1" fmla="*/ 238539 w 3140765"/>
                  <a:gd name="connsiteY1" fmla="*/ 1802665 h 1895430"/>
                  <a:gd name="connsiteX2" fmla="*/ 225287 w 3140765"/>
                  <a:gd name="connsiteY2" fmla="*/ 1762908 h 1895430"/>
                  <a:gd name="connsiteX3" fmla="*/ 185531 w 3140765"/>
                  <a:gd name="connsiteY3" fmla="*/ 1736404 h 1895430"/>
                  <a:gd name="connsiteX4" fmla="*/ 132522 w 3140765"/>
                  <a:gd name="connsiteY4" fmla="*/ 1617135 h 1895430"/>
                  <a:gd name="connsiteX5" fmla="*/ 106018 w 3140765"/>
                  <a:gd name="connsiteY5" fmla="*/ 1537622 h 1895430"/>
                  <a:gd name="connsiteX6" fmla="*/ 79513 w 3140765"/>
                  <a:gd name="connsiteY6" fmla="*/ 1378595 h 1895430"/>
                  <a:gd name="connsiteX7" fmla="*/ 53009 w 3140765"/>
                  <a:gd name="connsiteY7" fmla="*/ 1285830 h 1895430"/>
                  <a:gd name="connsiteX8" fmla="*/ 26505 w 3140765"/>
                  <a:gd name="connsiteY8" fmla="*/ 1126804 h 1895430"/>
                  <a:gd name="connsiteX9" fmla="*/ 13252 w 3140765"/>
                  <a:gd name="connsiteY9" fmla="*/ 1047291 h 1895430"/>
                  <a:gd name="connsiteX10" fmla="*/ 0 w 3140765"/>
                  <a:gd name="connsiteY10" fmla="*/ 994282 h 1895430"/>
                  <a:gd name="connsiteX11" fmla="*/ 13252 w 3140765"/>
                  <a:gd name="connsiteY11" fmla="*/ 742491 h 1895430"/>
                  <a:gd name="connsiteX12" fmla="*/ 39757 w 3140765"/>
                  <a:gd name="connsiteY12" fmla="*/ 636474 h 1895430"/>
                  <a:gd name="connsiteX13" fmla="*/ 79513 w 3140765"/>
                  <a:gd name="connsiteY13" fmla="*/ 490700 h 1895430"/>
                  <a:gd name="connsiteX14" fmla="*/ 106018 w 3140765"/>
                  <a:gd name="connsiteY14" fmla="*/ 464195 h 1895430"/>
                  <a:gd name="connsiteX15" fmla="*/ 132522 w 3140765"/>
                  <a:gd name="connsiteY15" fmla="*/ 384682 h 1895430"/>
                  <a:gd name="connsiteX16" fmla="*/ 172278 w 3140765"/>
                  <a:gd name="connsiteY16" fmla="*/ 305169 h 1895430"/>
                  <a:gd name="connsiteX17" fmla="*/ 238539 w 3140765"/>
                  <a:gd name="connsiteY17" fmla="*/ 252161 h 1895430"/>
                  <a:gd name="connsiteX18" fmla="*/ 265044 w 3140765"/>
                  <a:gd name="connsiteY18" fmla="*/ 225656 h 1895430"/>
                  <a:gd name="connsiteX19" fmla="*/ 304800 w 3140765"/>
                  <a:gd name="connsiteY19" fmla="*/ 199152 h 1895430"/>
                  <a:gd name="connsiteX20" fmla="*/ 397565 w 3140765"/>
                  <a:gd name="connsiteY20" fmla="*/ 132891 h 1895430"/>
                  <a:gd name="connsiteX21" fmla="*/ 530087 w 3140765"/>
                  <a:gd name="connsiteY21" fmla="*/ 53378 h 1895430"/>
                  <a:gd name="connsiteX22" fmla="*/ 569844 w 3140765"/>
                  <a:gd name="connsiteY22" fmla="*/ 40126 h 1895430"/>
                  <a:gd name="connsiteX23" fmla="*/ 609600 w 3140765"/>
                  <a:gd name="connsiteY23" fmla="*/ 26874 h 1895430"/>
                  <a:gd name="connsiteX24" fmla="*/ 649357 w 3140765"/>
                  <a:gd name="connsiteY24" fmla="*/ 40126 h 1895430"/>
                  <a:gd name="connsiteX25" fmla="*/ 689113 w 3140765"/>
                  <a:gd name="connsiteY25" fmla="*/ 26874 h 1895430"/>
                  <a:gd name="connsiteX26" fmla="*/ 834887 w 3140765"/>
                  <a:gd name="connsiteY26" fmla="*/ 369 h 1895430"/>
                  <a:gd name="connsiteX27" fmla="*/ 1258957 w 3140765"/>
                  <a:gd name="connsiteY27" fmla="*/ 26874 h 1895430"/>
                  <a:gd name="connsiteX28" fmla="*/ 1378226 w 3140765"/>
                  <a:gd name="connsiteY28" fmla="*/ 66630 h 1895430"/>
                  <a:gd name="connsiteX29" fmla="*/ 1417983 w 3140765"/>
                  <a:gd name="connsiteY29" fmla="*/ 79882 h 1895430"/>
                  <a:gd name="connsiteX30" fmla="*/ 1457739 w 3140765"/>
                  <a:gd name="connsiteY30" fmla="*/ 93135 h 1895430"/>
                  <a:gd name="connsiteX31" fmla="*/ 1696278 w 3140765"/>
                  <a:gd name="connsiteY31" fmla="*/ 79882 h 1895430"/>
                  <a:gd name="connsiteX32" fmla="*/ 1749287 w 3140765"/>
                  <a:gd name="connsiteY32" fmla="*/ 66630 h 1895430"/>
                  <a:gd name="connsiteX33" fmla="*/ 1828800 w 3140765"/>
                  <a:gd name="connsiteY33" fmla="*/ 40126 h 1895430"/>
                  <a:gd name="connsiteX34" fmla="*/ 2623931 w 3140765"/>
                  <a:gd name="connsiteY34" fmla="*/ 79882 h 1895430"/>
                  <a:gd name="connsiteX35" fmla="*/ 2623931 w 3140765"/>
                  <a:gd name="connsiteY35" fmla="*/ 79882 h 1895430"/>
                  <a:gd name="connsiteX36" fmla="*/ 2743200 w 3140765"/>
                  <a:gd name="connsiteY36" fmla="*/ 106387 h 1895430"/>
                  <a:gd name="connsiteX37" fmla="*/ 2769705 w 3140765"/>
                  <a:gd name="connsiteY37" fmla="*/ 132891 h 1895430"/>
                  <a:gd name="connsiteX38" fmla="*/ 2809461 w 3140765"/>
                  <a:gd name="connsiteY38" fmla="*/ 159395 h 1895430"/>
                  <a:gd name="connsiteX39" fmla="*/ 2835965 w 3140765"/>
                  <a:gd name="connsiteY39" fmla="*/ 199152 h 1895430"/>
                  <a:gd name="connsiteX40" fmla="*/ 2928731 w 3140765"/>
                  <a:gd name="connsiteY40" fmla="*/ 278665 h 1895430"/>
                  <a:gd name="connsiteX41" fmla="*/ 2981739 w 3140765"/>
                  <a:gd name="connsiteY41" fmla="*/ 358178 h 1895430"/>
                  <a:gd name="connsiteX42" fmla="*/ 3021496 w 3140765"/>
                  <a:gd name="connsiteY42" fmla="*/ 424439 h 1895430"/>
                  <a:gd name="connsiteX43" fmla="*/ 3048000 w 3140765"/>
                  <a:gd name="connsiteY43" fmla="*/ 503952 h 1895430"/>
                  <a:gd name="connsiteX44" fmla="*/ 3061252 w 3140765"/>
                  <a:gd name="connsiteY44" fmla="*/ 543708 h 1895430"/>
                  <a:gd name="connsiteX45" fmla="*/ 3087757 w 3140765"/>
                  <a:gd name="connsiteY45" fmla="*/ 570213 h 1895430"/>
                  <a:gd name="connsiteX46" fmla="*/ 3101009 w 3140765"/>
                  <a:gd name="connsiteY46" fmla="*/ 689482 h 1895430"/>
                  <a:gd name="connsiteX47" fmla="*/ 3127513 w 3140765"/>
                  <a:gd name="connsiteY47" fmla="*/ 782248 h 1895430"/>
                  <a:gd name="connsiteX48" fmla="*/ 3140765 w 3140765"/>
                  <a:gd name="connsiteY48" fmla="*/ 835256 h 1895430"/>
                  <a:gd name="connsiteX49" fmla="*/ 3127513 w 3140765"/>
                  <a:gd name="connsiteY49" fmla="*/ 1325587 h 1895430"/>
                  <a:gd name="connsiteX50" fmla="*/ 3101009 w 3140765"/>
                  <a:gd name="connsiteY50" fmla="*/ 1405100 h 1895430"/>
                  <a:gd name="connsiteX51" fmla="*/ 3074505 w 3140765"/>
                  <a:gd name="connsiteY51" fmla="*/ 1524369 h 1895430"/>
                  <a:gd name="connsiteX52" fmla="*/ 2994991 w 3140765"/>
                  <a:gd name="connsiteY52" fmla="*/ 1630387 h 1895430"/>
                  <a:gd name="connsiteX53" fmla="*/ 2941983 w 3140765"/>
                  <a:gd name="connsiteY53" fmla="*/ 1696648 h 1895430"/>
                  <a:gd name="connsiteX54" fmla="*/ 2915478 w 3140765"/>
                  <a:gd name="connsiteY54" fmla="*/ 1776161 h 1895430"/>
                  <a:gd name="connsiteX55" fmla="*/ 2902226 w 3140765"/>
                  <a:gd name="connsiteY55" fmla="*/ 1815917 h 1895430"/>
                  <a:gd name="connsiteX56" fmla="*/ 2849218 w 3140765"/>
                  <a:gd name="connsiteY56" fmla="*/ 1882178 h 1895430"/>
                  <a:gd name="connsiteX57" fmla="*/ 2849218 w 3140765"/>
                  <a:gd name="connsiteY57" fmla="*/ 1895430 h 1895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3140765" h="1895430">
                    <a:moveTo>
                      <a:pt x="331305" y="1855674"/>
                    </a:moveTo>
                    <a:cubicBezTo>
                      <a:pt x="300383" y="1838004"/>
                      <a:pt x="265342" y="1826117"/>
                      <a:pt x="238539" y="1802665"/>
                    </a:cubicBezTo>
                    <a:cubicBezTo>
                      <a:pt x="228026" y="1793466"/>
                      <a:pt x="234013" y="1773816"/>
                      <a:pt x="225287" y="1762908"/>
                    </a:cubicBezTo>
                    <a:cubicBezTo>
                      <a:pt x="215338" y="1750471"/>
                      <a:pt x="198783" y="1745239"/>
                      <a:pt x="185531" y="1736404"/>
                    </a:cubicBezTo>
                    <a:cubicBezTo>
                      <a:pt x="153989" y="1641781"/>
                      <a:pt x="174523" y="1680137"/>
                      <a:pt x="132522" y="1617135"/>
                    </a:cubicBezTo>
                    <a:cubicBezTo>
                      <a:pt x="123687" y="1590631"/>
                      <a:pt x="110611" y="1565180"/>
                      <a:pt x="106018" y="1537622"/>
                    </a:cubicBezTo>
                    <a:cubicBezTo>
                      <a:pt x="97183" y="1484613"/>
                      <a:pt x="96507" y="1429577"/>
                      <a:pt x="79513" y="1378595"/>
                    </a:cubicBezTo>
                    <a:cubicBezTo>
                      <a:pt x="67794" y="1343437"/>
                      <a:pt x="60141" y="1323866"/>
                      <a:pt x="53009" y="1285830"/>
                    </a:cubicBezTo>
                    <a:cubicBezTo>
                      <a:pt x="43105" y="1233011"/>
                      <a:pt x="35340" y="1179813"/>
                      <a:pt x="26505" y="1126804"/>
                    </a:cubicBezTo>
                    <a:cubicBezTo>
                      <a:pt x="22088" y="1100300"/>
                      <a:pt x="19769" y="1073359"/>
                      <a:pt x="13252" y="1047291"/>
                    </a:cubicBezTo>
                    <a:lnTo>
                      <a:pt x="0" y="994282"/>
                    </a:lnTo>
                    <a:cubicBezTo>
                      <a:pt x="4417" y="910352"/>
                      <a:pt x="6272" y="826247"/>
                      <a:pt x="13252" y="742491"/>
                    </a:cubicBezTo>
                    <a:cubicBezTo>
                      <a:pt x="19358" y="669226"/>
                      <a:pt x="25514" y="693448"/>
                      <a:pt x="39757" y="636474"/>
                    </a:cubicBezTo>
                    <a:cubicBezTo>
                      <a:pt x="46658" y="608870"/>
                      <a:pt x="60560" y="509653"/>
                      <a:pt x="79513" y="490700"/>
                    </a:cubicBezTo>
                    <a:lnTo>
                      <a:pt x="106018" y="464195"/>
                    </a:lnTo>
                    <a:lnTo>
                      <a:pt x="132522" y="384682"/>
                    </a:lnTo>
                    <a:cubicBezTo>
                      <a:pt x="146518" y="342693"/>
                      <a:pt x="142920" y="341867"/>
                      <a:pt x="172278" y="305169"/>
                    </a:cubicBezTo>
                    <a:cubicBezTo>
                      <a:pt x="200718" y="269619"/>
                      <a:pt x="200277" y="282771"/>
                      <a:pt x="238539" y="252161"/>
                    </a:cubicBezTo>
                    <a:cubicBezTo>
                      <a:pt x="248296" y="244356"/>
                      <a:pt x="255287" y="233461"/>
                      <a:pt x="265044" y="225656"/>
                    </a:cubicBezTo>
                    <a:cubicBezTo>
                      <a:pt x="277481" y="215707"/>
                      <a:pt x="292707" y="209517"/>
                      <a:pt x="304800" y="199152"/>
                    </a:cubicBezTo>
                    <a:cubicBezTo>
                      <a:pt x="384837" y="130549"/>
                      <a:pt x="324515" y="157241"/>
                      <a:pt x="397565" y="132891"/>
                    </a:cubicBezTo>
                    <a:cubicBezTo>
                      <a:pt x="470329" y="60127"/>
                      <a:pt x="426868" y="87784"/>
                      <a:pt x="530087" y="53378"/>
                    </a:cubicBezTo>
                    <a:lnTo>
                      <a:pt x="569844" y="40126"/>
                    </a:lnTo>
                    <a:lnTo>
                      <a:pt x="609600" y="26874"/>
                    </a:lnTo>
                    <a:cubicBezTo>
                      <a:pt x="622852" y="31291"/>
                      <a:pt x="635388" y="40126"/>
                      <a:pt x="649357" y="40126"/>
                    </a:cubicBezTo>
                    <a:cubicBezTo>
                      <a:pt x="663326" y="40126"/>
                      <a:pt x="675561" y="30262"/>
                      <a:pt x="689113" y="26874"/>
                    </a:cubicBezTo>
                    <a:cubicBezTo>
                      <a:pt x="726147" y="17615"/>
                      <a:pt x="799453" y="6275"/>
                      <a:pt x="834887" y="369"/>
                    </a:cubicBezTo>
                    <a:cubicBezTo>
                      <a:pt x="1001633" y="6325"/>
                      <a:pt x="1118623" y="-15226"/>
                      <a:pt x="1258957" y="26874"/>
                    </a:cubicBezTo>
                    <a:cubicBezTo>
                      <a:pt x="1258974" y="26879"/>
                      <a:pt x="1358339" y="60001"/>
                      <a:pt x="1378226" y="66630"/>
                    </a:cubicBezTo>
                    <a:lnTo>
                      <a:pt x="1417983" y="79882"/>
                    </a:lnTo>
                    <a:lnTo>
                      <a:pt x="1457739" y="93135"/>
                    </a:lnTo>
                    <a:cubicBezTo>
                      <a:pt x="1537252" y="88717"/>
                      <a:pt x="1616969" y="87092"/>
                      <a:pt x="1696278" y="79882"/>
                    </a:cubicBezTo>
                    <a:cubicBezTo>
                      <a:pt x="1714417" y="78233"/>
                      <a:pt x="1731842" y="71864"/>
                      <a:pt x="1749287" y="66630"/>
                    </a:cubicBezTo>
                    <a:cubicBezTo>
                      <a:pt x="1776047" y="58602"/>
                      <a:pt x="1828800" y="40126"/>
                      <a:pt x="1828800" y="40126"/>
                    </a:cubicBezTo>
                    <a:cubicBezTo>
                      <a:pt x="2572351" y="53895"/>
                      <a:pt x="2318081" y="-22067"/>
                      <a:pt x="2623931" y="79882"/>
                    </a:cubicBezTo>
                    <a:lnTo>
                      <a:pt x="2623931" y="79882"/>
                    </a:lnTo>
                    <a:cubicBezTo>
                      <a:pt x="2717223" y="95432"/>
                      <a:pt x="2677953" y="84638"/>
                      <a:pt x="2743200" y="106387"/>
                    </a:cubicBezTo>
                    <a:cubicBezTo>
                      <a:pt x="2752035" y="115222"/>
                      <a:pt x="2759949" y="125086"/>
                      <a:pt x="2769705" y="132891"/>
                    </a:cubicBezTo>
                    <a:cubicBezTo>
                      <a:pt x="2782142" y="142840"/>
                      <a:pt x="2798199" y="148133"/>
                      <a:pt x="2809461" y="159395"/>
                    </a:cubicBezTo>
                    <a:cubicBezTo>
                      <a:pt x="2820723" y="170657"/>
                      <a:pt x="2825600" y="187059"/>
                      <a:pt x="2835965" y="199152"/>
                    </a:cubicBezTo>
                    <a:cubicBezTo>
                      <a:pt x="2878812" y="249141"/>
                      <a:pt x="2881837" y="247403"/>
                      <a:pt x="2928731" y="278665"/>
                    </a:cubicBezTo>
                    <a:cubicBezTo>
                      <a:pt x="2946400" y="305169"/>
                      <a:pt x="2971666" y="327958"/>
                      <a:pt x="2981739" y="358178"/>
                    </a:cubicBezTo>
                    <a:cubicBezTo>
                      <a:pt x="2998942" y="409788"/>
                      <a:pt x="2985113" y="388058"/>
                      <a:pt x="3021496" y="424439"/>
                    </a:cubicBezTo>
                    <a:lnTo>
                      <a:pt x="3048000" y="503952"/>
                    </a:lnTo>
                    <a:cubicBezTo>
                      <a:pt x="3052417" y="517204"/>
                      <a:pt x="3051375" y="533831"/>
                      <a:pt x="3061252" y="543708"/>
                    </a:cubicBezTo>
                    <a:lnTo>
                      <a:pt x="3087757" y="570213"/>
                    </a:lnTo>
                    <a:cubicBezTo>
                      <a:pt x="3092174" y="609969"/>
                      <a:pt x="3094927" y="649946"/>
                      <a:pt x="3101009" y="689482"/>
                    </a:cubicBezTo>
                    <a:cubicBezTo>
                      <a:pt x="3107913" y="734361"/>
                      <a:pt x="3115968" y="741841"/>
                      <a:pt x="3127513" y="782248"/>
                    </a:cubicBezTo>
                    <a:cubicBezTo>
                      <a:pt x="3132516" y="799760"/>
                      <a:pt x="3136348" y="817587"/>
                      <a:pt x="3140765" y="835256"/>
                    </a:cubicBezTo>
                    <a:cubicBezTo>
                      <a:pt x="3136348" y="998700"/>
                      <a:pt x="3138892" y="1162480"/>
                      <a:pt x="3127513" y="1325587"/>
                    </a:cubicBezTo>
                    <a:cubicBezTo>
                      <a:pt x="3125569" y="1353457"/>
                      <a:pt x="3105602" y="1377542"/>
                      <a:pt x="3101009" y="1405100"/>
                    </a:cubicBezTo>
                    <a:cubicBezTo>
                      <a:pt x="3097413" y="1426674"/>
                      <a:pt x="3090040" y="1496406"/>
                      <a:pt x="3074505" y="1524369"/>
                    </a:cubicBezTo>
                    <a:cubicBezTo>
                      <a:pt x="2990443" y="1675680"/>
                      <a:pt x="3053482" y="1557273"/>
                      <a:pt x="2994991" y="1630387"/>
                    </a:cubicBezTo>
                    <a:cubicBezTo>
                      <a:pt x="2928115" y="1713981"/>
                      <a:pt x="3005983" y="1632646"/>
                      <a:pt x="2941983" y="1696648"/>
                    </a:cubicBezTo>
                    <a:lnTo>
                      <a:pt x="2915478" y="1776161"/>
                    </a:lnTo>
                    <a:cubicBezTo>
                      <a:pt x="2911061" y="1789413"/>
                      <a:pt x="2912103" y="1806039"/>
                      <a:pt x="2902226" y="1815917"/>
                    </a:cubicBezTo>
                    <a:cubicBezTo>
                      <a:pt x="2877575" y="1840569"/>
                      <a:pt x="2865935" y="1848745"/>
                      <a:pt x="2849218" y="1882178"/>
                    </a:cubicBezTo>
                    <a:cubicBezTo>
                      <a:pt x="2847243" y="1886129"/>
                      <a:pt x="2849218" y="1891013"/>
                      <a:pt x="2849218" y="1895430"/>
                    </a:cubicBez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264125EE-C663-6641-9C5D-03B064328B20}"/>
                  </a:ext>
                </a:extLst>
              </p:cNvPr>
              <p:cNvCxnSpPr>
                <a:stCxn id="6" idx="21"/>
                <a:endCxn id="48" idx="51"/>
              </p:cNvCxnSpPr>
              <p:nvPr/>
            </p:nvCxnSpPr>
            <p:spPr>
              <a:xfrm flipV="1">
                <a:off x="2959630" y="1855304"/>
                <a:ext cx="479310" cy="26015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53FC6DF6-F5A4-374F-9FBB-9D24ABCD020C}"/>
                  </a:ext>
                </a:extLst>
              </p:cNvPr>
              <p:cNvCxnSpPr>
                <a:cxnSpLocks/>
                <a:endCxn id="48" idx="49"/>
              </p:cNvCxnSpPr>
              <p:nvPr/>
            </p:nvCxnSpPr>
            <p:spPr>
              <a:xfrm flipV="1">
                <a:off x="3092607" y="1656522"/>
                <a:ext cx="350666" cy="19878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60403D44-B46B-0F49-ADBC-30A715B9FA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78841" y="1457739"/>
                <a:ext cx="278622" cy="179011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F197439D-A072-984A-9534-59240DC2F378}"/>
                  </a:ext>
                </a:extLst>
              </p:cNvPr>
              <p:cNvCxnSpPr>
                <a:cxnSpLocks/>
                <a:endCxn id="48" idx="48"/>
              </p:cNvCxnSpPr>
              <p:nvPr/>
            </p:nvCxnSpPr>
            <p:spPr>
              <a:xfrm flipV="1">
                <a:off x="3194417" y="1166191"/>
                <a:ext cx="262108" cy="28715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8106D2D0-704D-5C42-A914-3F1E9187E96A}"/>
                  </a:ext>
                </a:extLst>
              </p:cNvPr>
              <p:cNvCxnSpPr>
                <a:cxnSpLocks/>
                <a:stCxn id="6" idx="15"/>
                <a:endCxn id="48" idx="46"/>
              </p:cNvCxnSpPr>
              <p:nvPr/>
            </p:nvCxnSpPr>
            <p:spPr>
              <a:xfrm flipV="1">
                <a:off x="3199116" y="1020417"/>
                <a:ext cx="266328" cy="21389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F0B97163-0F0F-C64D-95BB-30756838E08B}"/>
                  </a:ext>
                </a:extLst>
              </p:cNvPr>
              <p:cNvCxnSpPr>
                <a:cxnSpLocks/>
                <a:stCxn id="6" idx="14"/>
                <a:endCxn id="48" idx="44"/>
              </p:cNvCxnSpPr>
              <p:nvPr/>
            </p:nvCxnSpPr>
            <p:spPr>
              <a:xfrm flipV="1">
                <a:off x="3182009" y="874643"/>
                <a:ext cx="243678" cy="176786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2157AF91-FCF8-8747-B491-54B5660942E1}"/>
                  </a:ext>
                </a:extLst>
              </p:cNvPr>
              <p:cNvCxnSpPr>
                <a:cxnSpLocks/>
                <a:endCxn id="48" idx="41"/>
              </p:cNvCxnSpPr>
              <p:nvPr/>
            </p:nvCxnSpPr>
            <p:spPr>
              <a:xfrm flipV="1">
                <a:off x="3118472" y="689113"/>
                <a:ext cx="179027" cy="20102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576B40DF-B985-9449-96B4-52FFD8C12D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11373" y="562096"/>
                <a:ext cx="179027" cy="20102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4853B56D-32DF-6A44-A07A-E9A7046C4D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00112" y="468748"/>
                <a:ext cx="179027" cy="20102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934B543A-A4A1-7846-989B-4EB13CE3D2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43200" y="408578"/>
                <a:ext cx="179027" cy="20102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053EB476-1ABF-5847-9661-E34E78CF65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90036" y="359447"/>
                <a:ext cx="179027" cy="20102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1DA01220-8021-4E40-8C56-BCC000D909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98168" y="369028"/>
                <a:ext cx="179027" cy="20102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2BDD1709-69C2-504D-9B62-8C7E5256D938}"/>
                  </a:ext>
                </a:extLst>
              </p:cNvPr>
              <p:cNvCxnSpPr>
                <a:cxnSpLocks/>
                <a:stCxn id="6" idx="4"/>
              </p:cNvCxnSpPr>
              <p:nvPr/>
            </p:nvCxnSpPr>
            <p:spPr>
              <a:xfrm flipV="1">
                <a:off x="2241173" y="378747"/>
                <a:ext cx="169959" cy="25701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C2DFF97C-5BB8-9148-AEFC-8F3B1C535C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1740" y="377815"/>
                <a:ext cx="177452" cy="311161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52FC1B29-0A07-A84E-8740-AA35B0846B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7948" y="381000"/>
                <a:ext cx="165652" cy="353776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B47D4AEC-384A-884F-9D20-E1FB01A9CC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28800" y="410817"/>
                <a:ext cx="133736" cy="31328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5A389631-AE4E-1A4C-B1F7-349223D79336}"/>
                  </a:ext>
                </a:extLst>
              </p:cNvPr>
              <p:cNvCxnSpPr>
                <a:cxnSpLocks/>
                <a:endCxn id="48" idx="30"/>
              </p:cNvCxnSpPr>
              <p:nvPr/>
            </p:nvCxnSpPr>
            <p:spPr>
              <a:xfrm flipV="1">
                <a:off x="1692032" y="424070"/>
                <a:ext cx="81467" cy="24436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58FFB070-601A-FD47-B267-A0ADCCBDC938}"/>
                  </a:ext>
                </a:extLst>
              </p:cNvPr>
              <p:cNvCxnSpPr>
                <a:cxnSpLocks/>
                <a:stCxn id="6" idx="96"/>
              </p:cNvCxnSpPr>
              <p:nvPr/>
            </p:nvCxnSpPr>
            <p:spPr>
              <a:xfrm flipV="1">
                <a:off x="1591140" y="383624"/>
                <a:ext cx="58421" cy="23551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1DF6F6C7-6D5F-3246-B5D7-CFF800289E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62538" y="333179"/>
                <a:ext cx="58421" cy="23551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391AB7AC-9290-224F-9944-E8E16F7DF8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38073" y="315818"/>
                <a:ext cx="58421" cy="23551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919E5337-F49B-9E4F-9080-EE17569910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06297" y="339444"/>
                <a:ext cx="65242" cy="207327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B494A54F-0C7E-5A4A-B6D9-69B46F20CE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66800" y="345929"/>
                <a:ext cx="58421" cy="23551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2CF236A8-DA24-3942-BA01-B01A9D278B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5735" y="367825"/>
                <a:ext cx="58421" cy="23551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9A3D3EC3-857B-434C-86BB-78E61422D2DE}"/>
                  </a:ext>
                </a:extLst>
              </p:cNvPr>
              <p:cNvCxnSpPr>
                <a:cxnSpLocks/>
                <a:stCxn id="4" idx="10"/>
              </p:cNvCxnSpPr>
              <p:nvPr/>
            </p:nvCxnSpPr>
            <p:spPr>
              <a:xfrm flipV="1">
                <a:off x="783393" y="383624"/>
                <a:ext cx="78343" cy="332656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B303BC58-E0EE-8947-877A-8B14878E4810}"/>
                  </a:ext>
                </a:extLst>
              </p:cNvPr>
              <p:cNvCxnSpPr>
                <a:cxnSpLocks/>
                <a:stCxn id="4" idx="12"/>
              </p:cNvCxnSpPr>
              <p:nvPr/>
            </p:nvCxnSpPr>
            <p:spPr>
              <a:xfrm flipV="1">
                <a:off x="679894" y="467825"/>
                <a:ext cx="34812" cy="39808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764416E2-8196-0E47-A7F8-4E6B6FD825A9}"/>
                  </a:ext>
                </a:extLst>
              </p:cNvPr>
              <p:cNvCxnSpPr>
                <a:cxnSpLocks/>
                <a:stCxn id="4" idx="14"/>
              </p:cNvCxnSpPr>
              <p:nvPr/>
            </p:nvCxnSpPr>
            <p:spPr>
              <a:xfrm flipH="1" flipV="1">
                <a:off x="582139" y="554251"/>
                <a:ext cx="46006" cy="46128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92B67B19-2B5D-BB49-BFE3-F3B3B5D2485D}"/>
                  </a:ext>
                </a:extLst>
              </p:cNvPr>
              <p:cNvCxnSpPr>
                <a:cxnSpLocks/>
                <a:stCxn id="4" idx="15"/>
              </p:cNvCxnSpPr>
              <p:nvPr/>
            </p:nvCxnSpPr>
            <p:spPr>
              <a:xfrm flipH="1" flipV="1">
                <a:off x="467621" y="679441"/>
                <a:ext cx="143274" cy="51897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10BE234C-D7A2-684D-BA88-9EE7034DA0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1001" y="851382"/>
                <a:ext cx="219380" cy="55909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95E382C0-31B0-CA4E-BD50-F770F73E21DD}"/>
                  </a:ext>
                </a:extLst>
              </p:cNvPr>
              <p:cNvCxnSpPr>
                <a:cxnSpLocks/>
                <a:stCxn id="4" idx="16"/>
              </p:cNvCxnSpPr>
              <p:nvPr/>
            </p:nvCxnSpPr>
            <p:spPr>
              <a:xfrm flipH="1" flipV="1">
                <a:off x="333339" y="1070462"/>
                <a:ext cx="312056" cy="57684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81F2416E-40D3-4246-BD24-A8CDC9BB2B89}"/>
                  </a:ext>
                </a:extLst>
              </p:cNvPr>
              <p:cNvCxnSpPr>
                <a:cxnSpLocks/>
                <a:stCxn id="4" idx="17"/>
              </p:cNvCxnSpPr>
              <p:nvPr/>
            </p:nvCxnSpPr>
            <p:spPr>
              <a:xfrm flipH="1" flipV="1">
                <a:off x="316132" y="1307749"/>
                <a:ext cx="363762" cy="43931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98546170-8E72-BB4B-99E7-416C3787ACBD}"/>
                  </a:ext>
                </a:extLst>
              </p:cNvPr>
              <p:cNvCxnSpPr>
                <a:cxnSpLocks/>
                <a:stCxn id="4" idx="18"/>
              </p:cNvCxnSpPr>
              <p:nvPr/>
            </p:nvCxnSpPr>
            <p:spPr>
              <a:xfrm flipH="1" flipV="1">
                <a:off x="365787" y="1560257"/>
                <a:ext cx="331358" cy="23667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3ACB39D5-F744-134F-BFB0-A58B35961673}"/>
                  </a:ext>
                </a:extLst>
              </p:cNvPr>
              <p:cNvCxnSpPr>
                <a:cxnSpLocks/>
                <a:stCxn id="4" idx="19"/>
              </p:cNvCxnSpPr>
              <p:nvPr/>
            </p:nvCxnSpPr>
            <p:spPr>
              <a:xfrm flipH="1" flipV="1">
                <a:off x="401925" y="1751870"/>
                <a:ext cx="381468" cy="19469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943F0730-9074-224D-B132-41EE8DD90B76}"/>
                  </a:ext>
                </a:extLst>
              </p:cNvPr>
              <p:cNvCxnSpPr>
                <a:cxnSpLocks/>
                <a:stCxn id="4" idx="21"/>
                <a:endCxn id="48" idx="4"/>
              </p:cNvCxnSpPr>
              <p:nvPr/>
            </p:nvCxnSpPr>
            <p:spPr>
              <a:xfrm flipH="1" flipV="1">
                <a:off x="448282" y="1948070"/>
                <a:ext cx="355436" cy="131529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CE29BB8C-E352-4949-AC35-5B732C1E753F}"/>
                </a:ext>
              </a:extLst>
            </p:cNvPr>
            <p:cNvSpPr/>
            <p:nvPr/>
          </p:nvSpPr>
          <p:spPr>
            <a:xfrm>
              <a:off x="1295400" y="1202450"/>
              <a:ext cx="427803" cy="473950"/>
            </a:xfrm>
            <a:prstGeom prst="ellipse">
              <a:avLst/>
            </a:prstGeom>
            <a:noFill/>
            <a:ln w="952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65B8DDA9-742C-E044-9DB1-51E2938FB36A}"/>
                </a:ext>
              </a:extLst>
            </p:cNvPr>
            <p:cNvSpPr/>
            <p:nvPr/>
          </p:nvSpPr>
          <p:spPr>
            <a:xfrm>
              <a:off x="2162997" y="1202450"/>
              <a:ext cx="427803" cy="473950"/>
            </a:xfrm>
            <a:prstGeom prst="ellipse">
              <a:avLst/>
            </a:prstGeom>
            <a:noFill/>
            <a:ln w="952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3AE638C-E3D5-894D-8060-E82653F25D22}"/>
                </a:ext>
              </a:extLst>
            </p:cNvPr>
            <p:cNvCxnSpPr>
              <a:cxnSpLocks/>
              <a:stCxn id="128" idx="6"/>
              <a:endCxn id="129" idx="2"/>
            </p:cNvCxnSpPr>
            <p:nvPr/>
          </p:nvCxnSpPr>
          <p:spPr>
            <a:xfrm>
              <a:off x="1723203" y="1439425"/>
              <a:ext cx="439794" cy="0"/>
            </a:xfrm>
            <a:prstGeom prst="line">
              <a:avLst/>
            </a:prstGeom>
            <a:ln w="952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56E5249A-1761-904A-9062-319D283528CB}"/>
                </a:ext>
              </a:extLst>
            </p:cNvPr>
            <p:cNvGrpSpPr/>
            <p:nvPr/>
          </p:nvGrpSpPr>
          <p:grpSpPr>
            <a:xfrm>
              <a:off x="2138832" y="4214191"/>
              <a:ext cx="2250218" cy="1550505"/>
              <a:chOff x="2138832" y="4214191"/>
              <a:chExt cx="2250218" cy="1550505"/>
            </a:xfrm>
          </p:grpSpPr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255C5AC2-C72E-C24C-9DAD-33BB37EB7354}"/>
                  </a:ext>
                </a:extLst>
              </p:cNvPr>
              <p:cNvSpPr/>
              <p:nvPr/>
            </p:nvSpPr>
            <p:spPr>
              <a:xfrm>
                <a:off x="2173358" y="4214191"/>
                <a:ext cx="2215692" cy="730563"/>
              </a:xfrm>
              <a:custGeom>
                <a:avLst/>
                <a:gdLst>
                  <a:gd name="connsiteX0" fmla="*/ 0 w 2703443"/>
                  <a:gd name="connsiteY0" fmla="*/ 106018 h 730563"/>
                  <a:gd name="connsiteX1" fmla="*/ 503582 w 2703443"/>
                  <a:gd name="connsiteY1" fmla="*/ 106018 h 730563"/>
                  <a:gd name="connsiteX2" fmla="*/ 583095 w 2703443"/>
                  <a:gd name="connsiteY2" fmla="*/ 132522 h 730563"/>
                  <a:gd name="connsiteX3" fmla="*/ 622852 w 2703443"/>
                  <a:gd name="connsiteY3" fmla="*/ 145774 h 730563"/>
                  <a:gd name="connsiteX4" fmla="*/ 702365 w 2703443"/>
                  <a:gd name="connsiteY4" fmla="*/ 53009 h 730563"/>
                  <a:gd name="connsiteX5" fmla="*/ 742121 w 2703443"/>
                  <a:gd name="connsiteY5" fmla="*/ 26505 h 730563"/>
                  <a:gd name="connsiteX6" fmla="*/ 821634 w 2703443"/>
                  <a:gd name="connsiteY6" fmla="*/ 0 h 730563"/>
                  <a:gd name="connsiteX7" fmla="*/ 914400 w 2703443"/>
                  <a:gd name="connsiteY7" fmla="*/ 13252 h 730563"/>
                  <a:gd name="connsiteX8" fmla="*/ 954156 w 2703443"/>
                  <a:gd name="connsiteY8" fmla="*/ 79513 h 730563"/>
                  <a:gd name="connsiteX9" fmla="*/ 980660 w 2703443"/>
                  <a:gd name="connsiteY9" fmla="*/ 106018 h 730563"/>
                  <a:gd name="connsiteX10" fmla="*/ 993913 w 2703443"/>
                  <a:gd name="connsiteY10" fmla="*/ 145774 h 730563"/>
                  <a:gd name="connsiteX11" fmla="*/ 954156 w 2703443"/>
                  <a:gd name="connsiteY11" fmla="*/ 225287 h 730563"/>
                  <a:gd name="connsiteX12" fmla="*/ 980660 w 2703443"/>
                  <a:gd name="connsiteY12" fmla="*/ 251792 h 730563"/>
                  <a:gd name="connsiteX13" fmla="*/ 1060173 w 2703443"/>
                  <a:gd name="connsiteY13" fmla="*/ 291548 h 730563"/>
                  <a:gd name="connsiteX14" fmla="*/ 1113182 w 2703443"/>
                  <a:gd name="connsiteY14" fmla="*/ 344557 h 730563"/>
                  <a:gd name="connsiteX15" fmla="*/ 1179443 w 2703443"/>
                  <a:gd name="connsiteY15" fmla="*/ 397566 h 730563"/>
                  <a:gd name="connsiteX16" fmla="*/ 1219200 w 2703443"/>
                  <a:gd name="connsiteY16" fmla="*/ 424070 h 730563"/>
                  <a:gd name="connsiteX17" fmla="*/ 1245704 w 2703443"/>
                  <a:gd name="connsiteY17" fmla="*/ 463826 h 730563"/>
                  <a:gd name="connsiteX18" fmla="*/ 1298713 w 2703443"/>
                  <a:gd name="connsiteY18" fmla="*/ 516835 h 730563"/>
                  <a:gd name="connsiteX19" fmla="*/ 1351721 w 2703443"/>
                  <a:gd name="connsiteY19" fmla="*/ 583096 h 730563"/>
                  <a:gd name="connsiteX20" fmla="*/ 1364973 w 2703443"/>
                  <a:gd name="connsiteY20" fmla="*/ 622852 h 730563"/>
                  <a:gd name="connsiteX21" fmla="*/ 1391478 w 2703443"/>
                  <a:gd name="connsiteY21" fmla="*/ 649357 h 730563"/>
                  <a:gd name="connsiteX22" fmla="*/ 1404730 w 2703443"/>
                  <a:gd name="connsiteY22" fmla="*/ 689113 h 730563"/>
                  <a:gd name="connsiteX23" fmla="*/ 1563756 w 2703443"/>
                  <a:gd name="connsiteY23" fmla="*/ 702366 h 730563"/>
                  <a:gd name="connsiteX24" fmla="*/ 1603513 w 2703443"/>
                  <a:gd name="connsiteY24" fmla="*/ 715618 h 730563"/>
                  <a:gd name="connsiteX25" fmla="*/ 2040834 w 2703443"/>
                  <a:gd name="connsiteY25" fmla="*/ 702366 h 730563"/>
                  <a:gd name="connsiteX26" fmla="*/ 2411895 w 2703443"/>
                  <a:gd name="connsiteY26" fmla="*/ 715618 h 730563"/>
                  <a:gd name="connsiteX27" fmla="*/ 2451652 w 2703443"/>
                  <a:gd name="connsiteY27" fmla="*/ 728870 h 730563"/>
                  <a:gd name="connsiteX28" fmla="*/ 2703443 w 2703443"/>
                  <a:gd name="connsiteY28" fmla="*/ 728870 h 730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703443" h="730563">
                    <a:moveTo>
                      <a:pt x="0" y="106018"/>
                    </a:moveTo>
                    <a:cubicBezTo>
                      <a:pt x="206427" y="76529"/>
                      <a:pt x="157918" y="77992"/>
                      <a:pt x="503582" y="106018"/>
                    </a:cubicBezTo>
                    <a:cubicBezTo>
                      <a:pt x="531429" y="108276"/>
                      <a:pt x="556591" y="123687"/>
                      <a:pt x="583095" y="132522"/>
                    </a:cubicBezTo>
                    <a:lnTo>
                      <a:pt x="622852" y="145774"/>
                    </a:lnTo>
                    <a:cubicBezTo>
                      <a:pt x="646832" y="109805"/>
                      <a:pt x="663802" y="78717"/>
                      <a:pt x="702365" y="53009"/>
                    </a:cubicBezTo>
                    <a:cubicBezTo>
                      <a:pt x="715617" y="44174"/>
                      <a:pt x="727567" y="32974"/>
                      <a:pt x="742121" y="26505"/>
                    </a:cubicBezTo>
                    <a:cubicBezTo>
                      <a:pt x="767651" y="15158"/>
                      <a:pt x="821634" y="0"/>
                      <a:pt x="821634" y="0"/>
                    </a:cubicBezTo>
                    <a:cubicBezTo>
                      <a:pt x="852556" y="4417"/>
                      <a:pt x="884767" y="3374"/>
                      <a:pt x="914400" y="13252"/>
                    </a:cubicBezTo>
                    <a:cubicBezTo>
                      <a:pt x="947977" y="24444"/>
                      <a:pt x="940089" y="56067"/>
                      <a:pt x="954156" y="79513"/>
                    </a:cubicBezTo>
                    <a:cubicBezTo>
                      <a:pt x="960584" y="90227"/>
                      <a:pt x="971825" y="97183"/>
                      <a:pt x="980660" y="106018"/>
                    </a:cubicBezTo>
                    <a:cubicBezTo>
                      <a:pt x="985078" y="119270"/>
                      <a:pt x="993913" y="131805"/>
                      <a:pt x="993913" y="145774"/>
                    </a:cubicBezTo>
                    <a:cubicBezTo>
                      <a:pt x="993913" y="173206"/>
                      <a:pt x="967556" y="205187"/>
                      <a:pt x="954156" y="225287"/>
                    </a:cubicBezTo>
                    <a:cubicBezTo>
                      <a:pt x="962991" y="234122"/>
                      <a:pt x="969946" y="245364"/>
                      <a:pt x="980660" y="251792"/>
                    </a:cubicBezTo>
                    <a:cubicBezTo>
                      <a:pt x="1059048" y="298825"/>
                      <a:pt x="981976" y="224522"/>
                      <a:pt x="1060173" y="291548"/>
                    </a:cubicBezTo>
                    <a:cubicBezTo>
                      <a:pt x="1079146" y="307810"/>
                      <a:pt x="1092390" y="330696"/>
                      <a:pt x="1113182" y="344557"/>
                    </a:cubicBezTo>
                    <a:cubicBezTo>
                      <a:pt x="1235550" y="426134"/>
                      <a:pt x="1085027" y="322033"/>
                      <a:pt x="1179443" y="397566"/>
                    </a:cubicBezTo>
                    <a:cubicBezTo>
                      <a:pt x="1191880" y="407516"/>
                      <a:pt x="1205948" y="415235"/>
                      <a:pt x="1219200" y="424070"/>
                    </a:cubicBezTo>
                    <a:cubicBezTo>
                      <a:pt x="1228035" y="437322"/>
                      <a:pt x="1235339" y="451733"/>
                      <a:pt x="1245704" y="463826"/>
                    </a:cubicBezTo>
                    <a:cubicBezTo>
                      <a:pt x="1261966" y="482799"/>
                      <a:pt x="1298713" y="516835"/>
                      <a:pt x="1298713" y="516835"/>
                    </a:cubicBezTo>
                    <a:cubicBezTo>
                      <a:pt x="1332022" y="616764"/>
                      <a:pt x="1283216" y="497465"/>
                      <a:pt x="1351721" y="583096"/>
                    </a:cubicBezTo>
                    <a:cubicBezTo>
                      <a:pt x="1360447" y="594004"/>
                      <a:pt x="1357786" y="610874"/>
                      <a:pt x="1364973" y="622852"/>
                    </a:cubicBezTo>
                    <a:cubicBezTo>
                      <a:pt x="1371401" y="633566"/>
                      <a:pt x="1382643" y="640522"/>
                      <a:pt x="1391478" y="649357"/>
                    </a:cubicBezTo>
                    <a:cubicBezTo>
                      <a:pt x="1395895" y="662609"/>
                      <a:pt x="1391379" y="685005"/>
                      <a:pt x="1404730" y="689113"/>
                    </a:cubicBezTo>
                    <a:cubicBezTo>
                      <a:pt x="1455570" y="704756"/>
                      <a:pt x="1511030" y="695336"/>
                      <a:pt x="1563756" y="702366"/>
                    </a:cubicBezTo>
                    <a:cubicBezTo>
                      <a:pt x="1577603" y="704212"/>
                      <a:pt x="1590261" y="711201"/>
                      <a:pt x="1603513" y="715618"/>
                    </a:cubicBezTo>
                    <a:cubicBezTo>
                      <a:pt x="1749287" y="711201"/>
                      <a:pt x="1894993" y="702366"/>
                      <a:pt x="2040834" y="702366"/>
                    </a:cubicBezTo>
                    <a:cubicBezTo>
                      <a:pt x="2164600" y="702366"/>
                      <a:pt x="2288386" y="707650"/>
                      <a:pt x="2411895" y="715618"/>
                    </a:cubicBezTo>
                    <a:cubicBezTo>
                      <a:pt x="2425835" y="716517"/>
                      <a:pt x="2437697" y="728236"/>
                      <a:pt x="2451652" y="728870"/>
                    </a:cubicBezTo>
                    <a:cubicBezTo>
                      <a:pt x="2535496" y="732681"/>
                      <a:pt x="2619513" y="728870"/>
                      <a:pt x="2703443" y="728870"/>
                    </a:cubicBez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B159B8C3-3A19-5648-AF2C-430E003B7196}"/>
                  </a:ext>
                </a:extLst>
              </p:cNvPr>
              <p:cNvSpPr/>
              <p:nvPr/>
            </p:nvSpPr>
            <p:spPr>
              <a:xfrm>
                <a:off x="2199861" y="4651513"/>
                <a:ext cx="834887" cy="702841"/>
              </a:xfrm>
              <a:custGeom>
                <a:avLst/>
                <a:gdLst>
                  <a:gd name="connsiteX0" fmla="*/ 0 w 834887"/>
                  <a:gd name="connsiteY0" fmla="*/ 0 h 702841"/>
                  <a:gd name="connsiteX1" fmla="*/ 92765 w 834887"/>
                  <a:gd name="connsiteY1" fmla="*/ 13252 h 702841"/>
                  <a:gd name="connsiteX2" fmla="*/ 410817 w 834887"/>
                  <a:gd name="connsiteY2" fmla="*/ 26504 h 702841"/>
                  <a:gd name="connsiteX3" fmla="*/ 516835 w 834887"/>
                  <a:gd name="connsiteY3" fmla="*/ 53009 h 702841"/>
                  <a:gd name="connsiteX4" fmla="*/ 596348 w 834887"/>
                  <a:gd name="connsiteY4" fmla="*/ 79513 h 702841"/>
                  <a:gd name="connsiteX5" fmla="*/ 622852 w 834887"/>
                  <a:gd name="connsiteY5" fmla="*/ 119270 h 702841"/>
                  <a:gd name="connsiteX6" fmla="*/ 662609 w 834887"/>
                  <a:gd name="connsiteY6" fmla="*/ 145774 h 702841"/>
                  <a:gd name="connsiteX7" fmla="*/ 675861 w 834887"/>
                  <a:gd name="connsiteY7" fmla="*/ 185530 h 702841"/>
                  <a:gd name="connsiteX8" fmla="*/ 702365 w 834887"/>
                  <a:gd name="connsiteY8" fmla="*/ 212035 h 702841"/>
                  <a:gd name="connsiteX9" fmla="*/ 755374 w 834887"/>
                  <a:gd name="connsiteY9" fmla="*/ 291548 h 702841"/>
                  <a:gd name="connsiteX10" fmla="*/ 781878 w 834887"/>
                  <a:gd name="connsiteY10" fmla="*/ 331304 h 702841"/>
                  <a:gd name="connsiteX11" fmla="*/ 834887 w 834887"/>
                  <a:gd name="connsiteY11" fmla="*/ 384313 h 702841"/>
                  <a:gd name="connsiteX12" fmla="*/ 808382 w 834887"/>
                  <a:gd name="connsiteY12" fmla="*/ 463826 h 702841"/>
                  <a:gd name="connsiteX13" fmla="*/ 768626 w 834887"/>
                  <a:gd name="connsiteY13" fmla="*/ 490330 h 702841"/>
                  <a:gd name="connsiteX14" fmla="*/ 742122 w 834887"/>
                  <a:gd name="connsiteY14" fmla="*/ 516835 h 702841"/>
                  <a:gd name="connsiteX15" fmla="*/ 702365 w 834887"/>
                  <a:gd name="connsiteY15" fmla="*/ 530087 h 702841"/>
                  <a:gd name="connsiteX16" fmla="*/ 596348 w 834887"/>
                  <a:gd name="connsiteY16" fmla="*/ 596348 h 702841"/>
                  <a:gd name="connsiteX17" fmla="*/ 516835 w 834887"/>
                  <a:gd name="connsiteY17" fmla="*/ 622852 h 702841"/>
                  <a:gd name="connsiteX18" fmla="*/ 477078 w 834887"/>
                  <a:gd name="connsiteY18" fmla="*/ 636104 h 702841"/>
                  <a:gd name="connsiteX19" fmla="*/ 331304 w 834887"/>
                  <a:gd name="connsiteY19" fmla="*/ 649357 h 702841"/>
                  <a:gd name="connsiteX20" fmla="*/ 106017 w 834887"/>
                  <a:gd name="connsiteY20" fmla="*/ 662609 h 702841"/>
                  <a:gd name="connsiteX21" fmla="*/ 66261 w 834887"/>
                  <a:gd name="connsiteY21" fmla="*/ 675861 h 702841"/>
                  <a:gd name="connsiteX22" fmla="*/ 13252 w 834887"/>
                  <a:gd name="connsiteY22" fmla="*/ 702365 h 702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34887" h="702841">
                    <a:moveTo>
                      <a:pt x="0" y="0"/>
                    </a:moveTo>
                    <a:cubicBezTo>
                      <a:pt x="30922" y="4417"/>
                      <a:pt x="61594" y="11241"/>
                      <a:pt x="92765" y="13252"/>
                    </a:cubicBezTo>
                    <a:cubicBezTo>
                      <a:pt x="198654" y="20083"/>
                      <a:pt x="305171" y="16600"/>
                      <a:pt x="410817" y="26504"/>
                    </a:cubicBezTo>
                    <a:cubicBezTo>
                      <a:pt x="447085" y="29904"/>
                      <a:pt x="482277" y="41490"/>
                      <a:pt x="516835" y="53009"/>
                    </a:cubicBezTo>
                    <a:lnTo>
                      <a:pt x="596348" y="79513"/>
                    </a:lnTo>
                    <a:cubicBezTo>
                      <a:pt x="605183" y="92765"/>
                      <a:pt x="611590" y="108008"/>
                      <a:pt x="622852" y="119270"/>
                    </a:cubicBezTo>
                    <a:cubicBezTo>
                      <a:pt x="634114" y="130532"/>
                      <a:pt x="652659" y="133337"/>
                      <a:pt x="662609" y="145774"/>
                    </a:cubicBezTo>
                    <a:cubicBezTo>
                      <a:pt x="671335" y="156682"/>
                      <a:pt x="668674" y="173552"/>
                      <a:pt x="675861" y="185530"/>
                    </a:cubicBezTo>
                    <a:cubicBezTo>
                      <a:pt x="682289" y="196244"/>
                      <a:pt x="694868" y="202040"/>
                      <a:pt x="702365" y="212035"/>
                    </a:cubicBezTo>
                    <a:cubicBezTo>
                      <a:pt x="721478" y="237519"/>
                      <a:pt x="737704" y="265044"/>
                      <a:pt x="755374" y="291548"/>
                    </a:cubicBezTo>
                    <a:cubicBezTo>
                      <a:pt x="764209" y="304800"/>
                      <a:pt x="770616" y="320042"/>
                      <a:pt x="781878" y="331304"/>
                    </a:cubicBezTo>
                    <a:lnTo>
                      <a:pt x="834887" y="384313"/>
                    </a:lnTo>
                    <a:cubicBezTo>
                      <a:pt x="826052" y="410817"/>
                      <a:pt x="831628" y="448329"/>
                      <a:pt x="808382" y="463826"/>
                    </a:cubicBezTo>
                    <a:cubicBezTo>
                      <a:pt x="795130" y="472661"/>
                      <a:pt x="781063" y="480380"/>
                      <a:pt x="768626" y="490330"/>
                    </a:cubicBezTo>
                    <a:cubicBezTo>
                      <a:pt x="758870" y="498135"/>
                      <a:pt x="752836" y="510407"/>
                      <a:pt x="742122" y="516835"/>
                    </a:cubicBezTo>
                    <a:cubicBezTo>
                      <a:pt x="730144" y="524022"/>
                      <a:pt x="715617" y="525670"/>
                      <a:pt x="702365" y="530087"/>
                    </a:cubicBezTo>
                    <a:cubicBezTo>
                      <a:pt x="660364" y="593090"/>
                      <a:pt x="690971" y="564808"/>
                      <a:pt x="596348" y="596348"/>
                    </a:cubicBezTo>
                    <a:lnTo>
                      <a:pt x="516835" y="622852"/>
                    </a:lnTo>
                    <a:cubicBezTo>
                      <a:pt x="503583" y="627269"/>
                      <a:pt x="490990" y="634839"/>
                      <a:pt x="477078" y="636104"/>
                    </a:cubicBezTo>
                    <a:lnTo>
                      <a:pt x="331304" y="649357"/>
                    </a:lnTo>
                    <a:cubicBezTo>
                      <a:pt x="205503" y="691290"/>
                      <a:pt x="279614" y="678390"/>
                      <a:pt x="106017" y="662609"/>
                    </a:cubicBezTo>
                    <a:cubicBezTo>
                      <a:pt x="92765" y="667026"/>
                      <a:pt x="78239" y="668674"/>
                      <a:pt x="66261" y="675861"/>
                    </a:cubicBezTo>
                    <a:cubicBezTo>
                      <a:pt x="11675" y="708612"/>
                      <a:pt x="67689" y="702365"/>
                      <a:pt x="13252" y="702365"/>
                    </a:cubicBez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64BC9374-25FC-F24C-B96F-98B64DE81442}"/>
                  </a:ext>
                </a:extLst>
              </p:cNvPr>
              <p:cNvSpPr/>
              <p:nvPr/>
            </p:nvSpPr>
            <p:spPr>
              <a:xfrm>
                <a:off x="2213113" y="5234423"/>
                <a:ext cx="2160104" cy="530273"/>
              </a:xfrm>
              <a:custGeom>
                <a:avLst/>
                <a:gdLst>
                  <a:gd name="connsiteX0" fmla="*/ 0 w 2160104"/>
                  <a:gd name="connsiteY0" fmla="*/ 530273 h 530273"/>
                  <a:gd name="connsiteX1" fmla="*/ 92765 w 2160104"/>
                  <a:gd name="connsiteY1" fmla="*/ 517020 h 530273"/>
                  <a:gd name="connsiteX2" fmla="*/ 159026 w 2160104"/>
                  <a:gd name="connsiteY2" fmla="*/ 503768 h 530273"/>
                  <a:gd name="connsiteX3" fmla="*/ 265044 w 2160104"/>
                  <a:gd name="connsiteY3" fmla="*/ 490516 h 530273"/>
                  <a:gd name="connsiteX4" fmla="*/ 318052 w 2160104"/>
                  <a:gd name="connsiteY4" fmla="*/ 477264 h 530273"/>
                  <a:gd name="connsiteX5" fmla="*/ 450574 w 2160104"/>
                  <a:gd name="connsiteY5" fmla="*/ 437507 h 530273"/>
                  <a:gd name="connsiteX6" fmla="*/ 543339 w 2160104"/>
                  <a:gd name="connsiteY6" fmla="*/ 424255 h 530273"/>
                  <a:gd name="connsiteX7" fmla="*/ 622852 w 2160104"/>
                  <a:gd name="connsiteY7" fmla="*/ 397751 h 530273"/>
                  <a:gd name="connsiteX8" fmla="*/ 649357 w 2160104"/>
                  <a:gd name="connsiteY8" fmla="*/ 371247 h 530273"/>
                  <a:gd name="connsiteX9" fmla="*/ 768626 w 2160104"/>
                  <a:gd name="connsiteY9" fmla="*/ 304986 h 530273"/>
                  <a:gd name="connsiteX10" fmla="*/ 861391 w 2160104"/>
                  <a:gd name="connsiteY10" fmla="*/ 225473 h 530273"/>
                  <a:gd name="connsiteX11" fmla="*/ 914400 w 2160104"/>
                  <a:gd name="connsiteY11" fmla="*/ 159212 h 530273"/>
                  <a:gd name="connsiteX12" fmla="*/ 967409 w 2160104"/>
                  <a:gd name="connsiteY12" fmla="*/ 106203 h 530273"/>
                  <a:gd name="connsiteX13" fmla="*/ 1007165 w 2160104"/>
                  <a:gd name="connsiteY13" fmla="*/ 92951 h 530273"/>
                  <a:gd name="connsiteX14" fmla="*/ 1325217 w 2160104"/>
                  <a:gd name="connsiteY14" fmla="*/ 53194 h 530273"/>
                  <a:gd name="connsiteX15" fmla="*/ 1842052 w 2160104"/>
                  <a:gd name="connsiteY15" fmla="*/ 39942 h 530273"/>
                  <a:gd name="connsiteX16" fmla="*/ 1895061 w 2160104"/>
                  <a:gd name="connsiteY16" fmla="*/ 26690 h 530273"/>
                  <a:gd name="connsiteX17" fmla="*/ 2093844 w 2160104"/>
                  <a:gd name="connsiteY17" fmla="*/ 13438 h 530273"/>
                  <a:gd name="connsiteX18" fmla="*/ 2160104 w 2160104"/>
                  <a:gd name="connsiteY18" fmla="*/ 186 h 530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160104" h="530273">
                    <a:moveTo>
                      <a:pt x="0" y="530273"/>
                    </a:moveTo>
                    <a:cubicBezTo>
                      <a:pt x="30922" y="525855"/>
                      <a:pt x="61954" y="522155"/>
                      <a:pt x="92765" y="517020"/>
                    </a:cubicBezTo>
                    <a:cubicBezTo>
                      <a:pt x="114983" y="513317"/>
                      <a:pt x="136764" y="507193"/>
                      <a:pt x="159026" y="503768"/>
                    </a:cubicBezTo>
                    <a:cubicBezTo>
                      <a:pt x="194226" y="498353"/>
                      <a:pt x="229705" y="494933"/>
                      <a:pt x="265044" y="490516"/>
                    </a:cubicBezTo>
                    <a:cubicBezTo>
                      <a:pt x="282713" y="486099"/>
                      <a:pt x="300607" y="482497"/>
                      <a:pt x="318052" y="477264"/>
                    </a:cubicBezTo>
                    <a:cubicBezTo>
                      <a:pt x="371234" y="461309"/>
                      <a:pt x="398892" y="446904"/>
                      <a:pt x="450574" y="437507"/>
                    </a:cubicBezTo>
                    <a:cubicBezTo>
                      <a:pt x="481306" y="431919"/>
                      <a:pt x="512417" y="428672"/>
                      <a:pt x="543339" y="424255"/>
                    </a:cubicBezTo>
                    <a:cubicBezTo>
                      <a:pt x="569843" y="415420"/>
                      <a:pt x="603096" y="417506"/>
                      <a:pt x="622852" y="397751"/>
                    </a:cubicBezTo>
                    <a:cubicBezTo>
                      <a:pt x="631687" y="388916"/>
                      <a:pt x="638643" y="377675"/>
                      <a:pt x="649357" y="371247"/>
                    </a:cubicBezTo>
                    <a:cubicBezTo>
                      <a:pt x="732674" y="321256"/>
                      <a:pt x="647067" y="426545"/>
                      <a:pt x="768626" y="304986"/>
                    </a:cubicBezTo>
                    <a:cubicBezTo>
                      <a:pt x="896231" y="177381"/>
                      <a:pt x="760476" y="306205"/>
                      <a:pt x="861391" y="225473"/>
                    </a:cubicBezTo>
                    <a:cubicBezTo>
                      <a:pt x="902403" y="192663"/>
                      <a:pt x="876829" y="203045"/>
                      <a:pt x="914400" y="159212"/>
                    </a:cubicBezTo>
                    <a:cubicBezTo>
                      <a:pt x="930662" y="140239"/>
                      <a:pt x="943703" y="114105"/>
                      <a:pt x="967409" y="106203"/>
                    </a:cubicBezTo>
                    <a:lnTo>
                      <a:pt x="1007165" y="92951"/>
                    </a:lnTo>
                    <a:cubicBezTo>
                      <a:pt x="1122723" y="-22607"/>
                      <a:pt x="1035216" y="38694"/>
                      <a:pt x="1325217" y="53194"/>
                    </a:cubicBezTo>
                    <a:cubicBezTo>
                      <a:pt x="1497495" y="48777"/>
                      <a:pt x="1669903" y="47949"/>
                      <a:pt x="1842052" y="39942"/>
                    </a:cubicBezTo>
                    <a:cubicBezTo>
                      <a:pt x="1860246" y="39096"/>
                      <a:pt x="1876948" y="28597"/>
                      <a:pt x="1895061" y="26690"/>
                    </a:cubicBezTo>
                    <a:cubicBezTo>
                      <a:pt x="1961104" y="19738"/>
                      <a:pt x="2027583" y="17855"/>
                      <a:pt x="2093844" y="13438"/>
                    </a:cubicBezTo>
                    <a:cubicBezTo>
                      <a:pt x="2141981" y="-2608"/>
                      <a:pt x="2119631" y="186"/>
                      <a:pt x="2160104" y="186"/>
                    </a:cubicBez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759EAECC-D22E-2E4A-BEC4-BAC8FC34F399}"/>
                  </a:ext>
                </a:extLst>
              </p:cNvPr>
              <p:cNvSpPr/>
              <p:nvPr/>
            </p:nvSpPr>
            <p:spPr>
              <a:xfrm>
                <a:off x="2138832" y="4343401"/>
                <a:ext cx="131023" cy="2722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4106F13A-ECAA-0E44-877E-7F06CFB1B368}"/>
                  </a:ext>
                </a:extLst>
              </p:cNvPr>
              <p:cNvSpPr/>
              <p:nvPr/>
            </p:nvSpPr>
            <p:spPr>
              <a:xfrm>
                <a:off x="2155819" y="5361517"/>
                <a:ext cx="132820" cy="35348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C0F76389-60F7-7D4A-8B21-16EE72BE8CFD}"/>
                </a:ext>
              </a:extLst>
            </p:cNvPr>
            <p:cNvGrpSpPr/>
            <p:nvPr/>
          </p:nvGrpSpPr>
          <p:grpSpPr>
            <a:xfrm flipH="1">
              <a:off x="-414600" y="4240695"/>
              <a:ext cx="2111867" cy="1550505"/>
              <a:chOff x="2138832" y="4214191"/>
              <a:chExt cx="2250218" cy="1550505"/>
            </a:xfrm>
          </p:grpSpPr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EBE02AA6-633A-5940-B9F0-CA80B6AECE45}"/>
                  </a:ext>
                </a:extLst>
              </p:cNvPr>
              <p:cNvSpPr/>
              <p:nvPr/>
            </p:nvSpPr>
            <p:spPr>
              <a:xfrm>
                <a:off x="2173358" y="4214191"/>
                <a:ext cx="2215692" cy="730563"/>
              </a:xfrm>
              <a:custGeom>
                <a:avLst/>
                <a:gdLst>
                  <a:gd name="connsiteX0" fmla="*/ 0 w 2703443"/>
                  <a:gd name="connsiteY0" fmla="*/ 106018 h 730563"/>
                  <a:gd name="connsiteX1" fmla="*/ 503582 w 2703443"/>
                  <a:gd name="connsiteY1" fmla="*/ 106018 h 730563"/>
                  <a:gd name="connsiteX2" fmla="*/ 583095 w 2703443"/>
                  <a:gd name="connsiteY2" fmla="*/ 132522 h 730563"/>
                  <a:gd name="connsiteX3" fmla="*/ 622852 w 2703443"/>
                  <a:gd name="connsiteY3" fmla="*/ 145774 h 730563"/>
                  <a:gd name="connsiteX4" fmla="*/ 702365 w 2703443"/>
                  <a:gd name="connsiteY4" fmla="*/ 53009 h 730563"/>
                  <a:gd name="connsiteX5" fmla="*/ 742121 w 2703443"/>
                  <a:gd name="connsiteY5" fmla="*/ 26505 h 730563"/>
                  <a:gd name="connsiteX6" fmla="*/ 821634 w 2703443"/>
                  <a:gd name="connsiteY6" fmla="*/ 0 h 730563"/>
                  <a:gd name="connsiteX7" fmla="*/ 914400 w 2703443"/>
                  <a:gd name="connsiteY7" fmla="*/ 13252 h 730563"/>
                  <a:gd name="connsiteX8" fmla="*/ 954156 w 2703443"/>
                  <a:gd name="connsiteY8" fmla="*/ 79513 h 730563"/>
                  <a:gd name="connsiteX9" fmla="*/ 980660 w 2703443"/>
                  <a:gd name="connsiteY9" fmla="*/ 106018 h 730563"/>
                  <a:gd name="connsiteX10" fmla="*/ 993913 w 2703443"/>
                  <a:gd name="connsiteY10" fmla="*/ 145774 h 730563"/>
                  <a:gd name="connsiteX11" fmla="*/ 954156 w 2703443"/>
                  <a:gd name="connsiteY11" fmla="*/ 225287 h 730563"/>
                  <a:gd name="connsiteX12" fmla="*/ 980660 w 2703443"/>
                  <a:gd name="connsiteY12" fmla="*/ 251792 h 730563"/>
                  <a:gd name="connsiteX13" fmla="*/ 1060173 w 2703443"/>
                  <a:gd name="connsiteY13" fmla="*/ 291548 h 730563"/>
                  <a:gd name="connsiteX14" fmla="*/ 1113182 w 2703443"/>
                  <a:gd name="connsiteY14" fmla="*/ 344557 h 730563"/>
                  <a:gd name="connsiteX15" fmla="*/ 1179443 w 2703443"/>
                  <a:gd name="connsiteY15" fmla="*/ 397566 h 730563"/>
                  <a:gd name="connsiteX16" fmla="*/ 1219200 w 2703443"/>
                  <a:gd name="connsiteY16" fmla="*/ 424070 h 730563"/>
                  <a:gd name="connsiteX17" fmla="*/ 1245704 w 2703443"/>
                  <a:gd name="connsiteY17" fmla="*/ 463826 h 730563"/>
                  <a:gd name="connsiteX18" fmla="*/ 1298713 w 2703443"/>
                  <a:gd name="connsiteY18" fmla="*/ 516835 h 730563"/>
                  <a:gd name="connsiteX19" fmla="*/ 1351721 w 2703443"/>
                  <a:gd name="connsiteY19" fmla="*/ 583096 h 730563"/>
                  <a:gd name="connsiteX20" fmla="*/ 1364973 w 2703443"/>
                  <a:gd name="connsiteY20" fmla="*/ 622852 h 730563"/>
                  <a:gd name="connsiteX21" fmla="*/ 1391478 w 2703443"/>
                  <a:gd name="connsiteY21" fmla="*/ 649357 h 730563"/>
                  <a:gd name="connsiteX22" fmla="*/ 1404730 w 2703443"/>
                  <a:gd name="connsiteY22" fmla="*/ 689113 h 730563"/>
                  <a:gd name="connsiteX23" fmla="*/ 1563756 w 2703443"/>
                  <a:gd name="connsiteY23" fmla="*/ 702366 h 730563"/>
                  <a:gd name="connsiteX24" fmla="*/ 1603513 w 2703443"/>
                  <a:gd name="connsiteY24" fmla="*/ 715618 h 730563"/>
                  <a:gd name="connsiteX25" fmla="*/ 2040834 w 2703443"/>
                  <a:gd name="connsiteY25" fmla="*/ 702366 h 730563"/>
                  <a:gd name="connsiteX26" fmla="*/ 2411895 w 2703443"/>
                  <a:gd name="connsiteY26" fmla="*/ 715618 h 730563"/>
                  <a:gd name="connsiteX27" fmla="*/ 2451652 w 2703443"/>
                  <a:gd name="connsiteY27" fmla="*/ 728870 h 730563"/>
                  <a:gd name="connsiteX28" fmla="*/ 2703443 w 2703443"/>
                  <a:gd name="connsiteY28" fmla="*/ 728870 h 730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703443" h="730563">
                    <a:moveTo>
                      <a:pt x="0" y="106018"/>
                    </a:moveTo>
                    <a:cubicBezTo>
                      <a:pt x="206427" y="76529"/>
                      <a:pt x="157918" y="77992"/>
                      <a:pt x="503582" y="106018"/>
                    </a:cubicBezTo>
                    <a:cubicBezTo>
                      <a:pt x="531429" y="108276"/>
                      <a:pt x="556591" y="123687"/>
                      <a:pt x="583095" y="132522"/>
                    </a:cubicBezTo>
                    <a:lnTo>
                      <a:pt x="622852" y="145774"/>
                    </a:lnTo>
                    <a:cubicBezTo>
                      <a:pt x="646832" y="109805"/>
                      <a:pt x="663802" y="78717"/>
                      <a:pt x="702365" y="53009"/>
                    </a:cubicBezTo>
                    <a:cubicBezTo>
                      <a:pt x="715617" y="44174"/>
                      <a:pt x="727567" y="32974"/>
                      <a:pt x="742121" y="26505"/>
                    </a:cubicBezTo>
                    <a:cubicBezTo>
                      <a:pt x="767651" y="15158"/>
                      <a:pt x="821634" y="0"/>
                      <a:pt x="821634" y="0"/>
                    </a:cubicBezTo>
                    <a:cubicBezTo>
                      <a:pt x="852556" y="4417"/>
                      <a:pt x="884767" y="3374"/>
                      <a:pt x="914400" y="13252"/>
                    </a:cubicBezTo>
                    <a:cubicBezTo>
                      <a:pt x="947977" y="24444"/>
                      <a:pt x="940089" y="56067"/>
                      <a:pt x="954156" y="79513"/>
                    </a:cubicBezTo>
                    <a:cubicBezTo>
                      <a:pt x="960584" y="90227"/>
                      <a:pt x="971825" y="97183"/>
                      <a:pt x="980660" y="106018"/>
                    </a:cubicBezTo>
                    <a:cubicBezTo>
                      <a:pt x="985078" y="119270"/>
                      <a:pt x="993913" y="131805"/>
                      <a:pt x="993913" y="145774"/>
                    </a:cubicBezTo>
                    <a:cubicBezTo>
                      <a:pt x="993913" y="173206"/>
                      <a:pt x="967556" y="205187"/>
                      <a:pt x="954156" y="225287"/>
                    </a:cubicBezTo>
                    <a:cubicBezTo>
                      <a:pt x="962991" y="234122"/>
                      <a:pt x="969946" y="245364"/>
                      <a:pt x="980660" y="251792"/>
                    </a:cubicBezTo>
                    <a:cubicBezTo>
                      <a:pt x="1059048" y="298825"/>
                      <a:pt x="981976" y="224522"/>
                      <a:pt x="1060173" y="291548"/>
                    </a:cubicBezTo>
                    <a:cubicBezTo>
                      <a:pt x="1079146" y="307810"/>
                      <a:pt x="1092390" y="330696"/>
                      <a:pt x="1113182" y="344557"/>
                    </a:cubicBezTo>
                    <a:cubicBezTo>
                      <a:pt x="1235550" y="426134"/>
                      <a:pt x="1085027" y="322033"/>
                      <a:pt x="1179443" y="397566"/>
                    </a:cubicBezTo>
                    <a:cubicBezTo>
                      <a:pt x="1191880" y="407516"/>
                      <a:pt x="1205948" y="415235"/>
                      <a:pt x="1219200" y="424070"/>
                    </a:cubicBezTo>
                    <a:cubicBezTo>
                      <a:pt x="1228035" y="437322"/>
                      <a:pt x="1235339" y="451733"/>
                      <a:pt x="1245704" y="463826"/>
                    </a:cubicBezTo>
                    <a:cubicBezTo>
                      <a:pt x="1261966" y="482799"/>
                      <a:pt x="1298713" y="516835"/>
                      <a:pt x="1298713" y="516835"/>
                    </a:cubicBezTo>
                    <a:cubicBezTo>
                      <a:pt x="1332022" y="616764"/>
                      <a:pt x="1283216" y="497465"/>
                      <a:pt x="1351721" y="583096"/>
                    </a:cubicBezTo>
                    <a:cubicBezTo>
                      <a:pt x="1360447" y="594004"/>
                      <a:pt x="1357786" y="610874"/>
                      <a:pt x="1364973" y="622852"/>
                    </a:cubicBezTo>
                    <a:cubicBezTo>
                      <a:pt x="1371401" y="633566"/>
                      <a:pt x="1382643" y="640522"/>
                      <a:pt x="1391478" y="649357"/>
                    </a:cubicBezTo>
                    <a:cubicBezTo>
                      <a:pt x="1395895" y="662609"/>
                      <a:pt x="1391379" y="685005"/>
                      <a:pt x="1404730" y="689113"/>
                    </a:cubicBezTo>
                    <a:cubicBezTo>
                      <a:pt x="1455570" y="704756"/>
                      <a:pt x="1511030" y="695336"/>
                      <a:pt x="1563756" y="702366"/>
                    </a:cubicBezTo>
                    <a:cubicBezTo>
                      <a:pt x="1577603" y="704212"/>
                      <a:pt x="1590261" y="711201"/>
                      <a:pt x="1603513" y="715618"/>
                    </a:cubicBezTo>
                    <a:cubicBezTo>
                      <a:pt x="1749287" y="711201"/>
                      <a:pt x="1894993" y="702366"/>
                      <a:pt x="2040834" y="702366"/>
                    </a:cubicBezTo>
                    <a:cubicBezTo>
                      <a:pt x="2164600" y="702366"/>
                      <a:pt x="2288386" y="707650"/>
                      <a:pt x="2411895" y="715618"/>
                    </a:cubicBezTo>
                    <a:cubicBezTo>
                      <a:pt x="2425835" y="716517"/>
                      <a:pt x="2437697" y="728236"/>
                      <a:pt x="2451652" y="728870"/>
                    </a:cubicBezTo>
                    <a:cubicBezTo>
                      <a:pt x="2535496" y="732681"/>
                      <a:pt x="2619513" y="728870"/>
                      <a:pt x="2703443" y="728870"/>
                    </a:cubicBez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0B19DE4F-6CA8-FE46-A1C5-AFCC6BAD2D06}"/>
                  </a:ext>
                </a:extLst>
              </p:cNvPr>
              <p:cNvSpPr/>
              <p:nvPr/>
            </p:nvSpPr>
            <p:spPr>
              <a:xfrm>
                <a:off x="2199861" y="4651513"/>
                <a:ext cx="834887" cy="702841"/>
              </a:xfrm>
              <a:custGeom>
                <a:avLst/>
                <a:gdLst>
                  <a:gd name="connsiteX0" fmla="*/ 0 w 834887"/>
                  <a:gd name="connsiteY0" fmla="*/ 0 h 702841"/>
                  <a:gd name="connsiteX1" fmla="*/ 92765 w 834887"/>
                  <a:gd name="connsiteY1" fmla="*/ 13252 h 702841"/>
                  <a:gd name="connsiteX2" fmla="*/ 410817 w 834887"/>
                  <a:gd name="connsiteY2" fmla="*/ 26504 h 702841"/>
                  <a:gd name="connsiteX3" fmla="*/ 516835 w 834887"/>
                  <a:gd name="connsiteY3" fmla="*/ 53009 h 702841"/>
                  <a:gd name="connsiteX4" fmla="*/ 596348 w 834887"/>
                  <a:gd name="connsiteY4" fmla="*/ 79513 h 702841"/>
                  <a:gd name="connsiteX5" fmla="*/ 622852 w 834887"/>
                  <a:gd name="connsiteY5" fmla="*/ 119270 h 702841"/>
                  <a:gd name="connsiteX6" fmla="*/ 662609 w 834887"/>
                  <a:gd name="connsiteY6" fmla="*/ 145774 h 702841"/>
                  <a:gd name="connsiteX7" fmla="*/ 675861 w 834887"/>
                  <a:gd name="connsiteY7" fmla="*/ 185530 h 702841"/>
                  <a:gd name="connsiteX8" fmla="*/ 702365 w 834887"/>
                  <a:gd name="connsiteY8" fmla="*/ 212035 h 702841"/>
                  <a:gd name="connsiteX9" fmla="*/ 755374 w 834887"/>
                  <a:gd name="connsiteY9" fmla="*/ 291548 h 702841"/>
                  <a:gd name="connsiteX10" fmla="*/ 781878 w 834887"/>
                  <a:gd name="connsiteY10" fmla="*/ 331304 h 702841"/>
                  <a:gd name="connsiteX11" fmla="*/ 834887 w 834887"/>
                  <a:gd name="connsiteY11" fmla="*/ 384313 h 702841"/>
                  <a:gd name="connsiteX12" fmla="*/ 808382 w 834887"/>
                  <a:gd name="connsiteY12" fmla="*/ 463826 h 702841"/>
                  <a:gd name="connsiteX13" fmla="*/ 768626 w 834887"/>
                  <a:gd name="connsiteY13" fmla="*/ 490330 h 702841"/>
                  <a:gd name="connsiteX14" fmla="*/ 742122 w 834887"/>
                  <a:gd name="connsiteY14" fmla="*/ 516835 h 702841"/>
                  <a:gd name="connsiteX15" fmla="*/ 702365 w 834887"/>
                  <a:gd name="connsiteY15" fmla="*/ 530087 h 702841"/>
                  <a:gd name="connsiteX16" fmla="*/ 596348 w 834887"/>
                  <a:gd name="connsiteY16" fmla="*/ 596348 h 702841"/>
                  <a:gd name="connsiteX17" fmla="*/ 516835 w 834887"/>
                  <a:gd name="connsiteY17" fmla="*/ 622852 h 702841"/>
                  <a:gd name="connsiteX18" fmla="*/ 477078 w 834887"/>
                  <a:gd name="connsiteY18" fmla="*/ 636104 h 702841"/>
                  <a:gd name="connsiteX19" fmla="*/ 331304 w 834887"/>
                  <a:gd name="connsiteY19" fmla="*/ 649357 h 702841"/>
                  <a:gd name="connsiteX20" fmla="*/ 106017 w 834887"/>
                  <a:gd name="connsiteY20" fmla="*/ 662609 h 702841"/>
                  <a:gd name="connsiteX21" fmla="*/ 66261 w 834887"/>
                  <a:gd name="connsiteY21" fmla="*/ 675861 h 702841"/>
                  <a:gd name="connsiteX22" fmla="*/ 13252 w 834887"/>
                  <a:gd name="connsiteY22" fmla="*/ 702365 h 702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34887" h="702841">
                    <a:moveTo>
                      <a:pt x="0" y="0"/>
                    </a:moveTo>
                    <a:cubicBezTo>
                      <a:pt x="30922" y="4417"/>
                      <a:pt x="61594" y="11241"/>
                      <a:pt x="92765" y="13252"/>
                    </a:cubicBezTo>
                    <a:cubicBezTo>
                      <a:pt x="198654" y="20083"/>
                      <a:pt x="305171" y="16600"/>
                      <a:pt x="410817" y="26504"/>
                    </a:cubicBezTo>
                    <a:cubicBezTo>
                      <a:pt x="447085" y="29904"/>
                      <a:pt x="482277" y="41490"/>
                      <a:pt x="516835" y="53009"/>
                    </a:cubicBezTo>
                    <a:lnTo>
                      <a:pt x="596348" y="79513"/>
                    </a:lnTo>
                    <a:cubicBezTo>
                      <a:pt x="605183" y="92765"/>
                      <a:pt x="611590" y="108008"/>
                      <a:pt x="622852" y="119270"/>
                    </a:cubicBezTo>
                    <a:cubicBezTo>
                      <a:pt x="634114" y="130532"/>
                      <a:pt x="652659" y="133337"/>
                      <a:pt x="662609" y="145774"/>
                    </a:cubicBezTo>
                    <a:cubicBezTo>
                      <a:pt x="671335" y="156682"/>
                      <a:pt x="668674" y="173552"/>
                      <a:pt x="675861" y="185530"/>
                    </a:cubicBezTo>
                    <a:cubicBezTo>
                      <a:pt x="682289" y="196244"/>
                      <a:pt x="694868" y="202040"/>
                      <a:pt x="702365" y="212035"/>
                    </a:cubicBezTo>
                    <a:cubicBezTo>
                      <a:pt x="721478" y="237519"/>
                      <a:pt x="737704" y="265044"/>
                      <a:pt x="755374" y="291548"/>
                    </a:cubicBezTo>
                    <a:cubicBezTo>
                      <a:pt x="764209" y="304800"/>
                      <a:pt x="770616" y="320042"/>
                      <a:pt x="781878" y="331304"/>
                    </a:cubicBezTo>
                    <a:lnTo>
                      <a:pt x="834887" y="384313"/>
                    </a:lnTo>
                    <a:cubicBezTo>
                      <a:pt x="826052" y="410817"/>
                      <a:pt x="831628" y="448329"/>
                      <a:pt x="808382" y="463826"/>
                    </a:cubicBezTo>
                    <a:cubicBezTo>
                      <a:pt x="795130" y="472661"/>
                      <a:pt x="781063" y="480380"/>
                      <a:pt x="768626" y="490330"/>
                    </a:cubicBezTo>
                    <a:cubicBezTo>
                      <a:pt x="758870" y="498135"/>
                      <a:pt x="752836" y="510407"/>
                      <a:pt x="742122" y="516835"/>
                    </a:cubicBezTo>
                    <a:cubicBezTo>
                      <a:pt x="730144" y="524022"/>
                      <a:pt x="715617" y="525670"/>
                      <a:pt x="702365" y="530087"/>
                    </a:cubicBezTo>
                    <a:cubicBezTo>
                      <a:pt x="660364" y="593090"/>
                      <a:pt x="690971" y="564808"/>
                      <a:pt x="596348" y="596348"/>
                    </a:cubicBezTo>
                    <a:lnTo>
                      <a:pt x="516835" y="622852"/>
                    </a:lnTo>
                    <a:cubicBezTo>
                      <a:pt x="503583" y="627269"/>
                      <a:pt x="490990" y="634839"/>
                      <a:pt x="477078" y="636104"/>
                    </a:cubicBezTo>
                    <a:lnTo>
                      <a:pt x="331304" y="649357"/>
                    </a:lnTo>
                    <a:cubicBezTo>
                      <a:pt x="205503" y="691290"/>
                      <a:pt x="279614" y="678390"/>
                      <a:pt x="106017" y="662609"/>
                    </a:cubicBezTo>
                    <a:cubicBezTo>
                      <a:pt x="92765" y="667026"/>
                      <a:pt x="78239" y="668674"/>
                      <a:pt x="66261" y="675861"/>
                    </a:cubicBezTo>
                    <a:cubicBezTo>
                      <a:pt x="11675" y="708612"/>
                      <a:pt x="67689" y="702365"/>
                      <a:pt x="13252" y="702365"/>
                    </a:cubicBez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1D7C1118-7523-6B4B-BCA1-37A35568F7A0}"/>
                  </a:ext>
                </a:extLst>
              </p:cNvPr>
              <p:cNvSpPr/>
              <p:nvPr/>
            </p:nvSpPr>
            <p:spPr>
              <a:xfrm>
                <a:off x="2213113" y="5234423"/>
                <a:ext cx="2160104" cy="530273"/>
              </a:xfrm>
              <a:custGeom>
                <a:avLst/>
                <a:gdLst>
                  <a:gd name="connsiteX0" fmla="*/ 0 w 2160104"/>
                  <a:gd name="connsiteY0" fmla="*/ 530273 h 530273"/>
                  <a:gd name="connsiteX1" fmla="*/ 92765 w 2160104"/>
                  <a:gd name="connsiteY1" fmla="*/ 517020 h 530273"/>
                  <a:gd name="connsiteX2" fmla="*/ 159026 w 2160104"/>
                  <a:gd name="connsiteY2" fmla="*/ 503768 h 530273"/>
                  <a:gd name="connsiteX3" fmla="*/ 265044 w 2160104"/>
                  <a:gd name="connsiteY3" fmla="*/ 490516 h 530273"/>
                  <a:gd name="connsiteX4" fmla="*/ 318052 w 2160104"/>
                  <a:gd name="connsiteY4" fmla="*/ 477264 h 530273"/>
                  <a:gd name="connsiteX5" fmla="*/ 450574 w 2160104"/>
                  <a:gd name="connsiteY5" fmla="*/ 437507 h 530273"/>
                  <a:gd name="connsiteX6" fmla="*/ 543339 w 2160104"/>
                  <a:gd name="connsiteY6" fmla="*/ 424255 h 530273"/>
                  <a:gd name="connsiteX7" fmla="*/ 622852 w 2160104"/>
                  <a:gd name="connsiteY7" fmla="*/ 397751 h 530273"/>
                  <a:gd name="connsiteX8" fmla="*/ 649357 w 2160104"/>
                  <a:gd name="connsiteY8" fmla="*/ 371247 h 530273"/>
                  <a:gd name="connsiteX9" fmla="*/ 768626 w 2160104"/>
                  <a:gd name="connsiteY9" fmla="*/ 304986 h 530273"/>
                  <a:gd name="connsiteX10" fmla="*/ 861391 w 2160104"/>
                  <a:gd name="connsiteY10" fmla="*/ 225473 h 530273"/>
                  <a:gd name="connsiteX11" fmla="*/ 914400 w 2160104"/>
                  <a:gd name="connsiteY11" fmla="*/ 159212 h 530273"/>
                  <a:gd name="connsiteX12" fmla="*/ 967409 w 2160104"/>
                  <a:gd name="connsiteY12" fmla="*/ 106203 h 530273"/>
                  <a:gd name="connsiteX13" fmla="*/ 1007165 w 2160104"/>
                  <a:gd name="connsiteY13" fmla="*/ 92951 h 530273"/>
                  <a:gd name="connsiteX14" fmla="*/ 1325217 w 2160104"/>
                  <a:gd name="connsiteY14" fmla="*/ 53194 h 530273"/>
                  <a:gd name="connsiteX15" fmla="*/ 1842052 w 2160104"/>
                  <a:gd name="connsiteY15" fmla="*/ 39942 h 530273"/>
                  <a:gd name="connsiteX16" fmla="*/ 1895061 w 2160104"/>
                  <a:gd name="connsiteY16" fmla="*/ 26690 h 530273"/>
                  <a:gd name="connsiteX17" fmla="*/ 2093844 w 2160104"/>
                  <a:gd name="connsiteY17" fmla="*/ 13438 h 530273"/>
                  <a:gd name="connsiteX18" fmla="*/ 2160104 w 2160104"/>
                  <a:gd name="connsiteY18" fmla="*/ 186 h 530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160104" h="530273">
                    <a:moveTo>
                      <a:pt x="0" y="530273"/>
                    </a:moveTo>
                    <a:cubicBezTo>
                      <a:pt x="30922" y="525855"/>
                      <a:pt x="61954" y="522155"/>
                      <a:pt x="92765" y="517020"/>
                    </a:cubicBezTo>
                    <a:cubicBezTo>
                      <a:pt x="114983" y="513317"/>
                      <a:pt x="136764" y="507193"/>
                      <a:pt x="159026" y="503768"/>
                    </a:cubicBezTo>
                    <a:cubicBezTo>
                      <a:pt x="194226" y="498353"/>
                      <a:pt x="229705" y="494933"/>
                      <a:pt x="265044" y="490516"/>
                    </a:cubicBezTo>
                    <a:cubicBezTo>
                      <a:pt x="282713" y="486099"/>
                      <a:pt x="300607" y="482497"/>
                      <a:pt x="318052" y="477264"/>
                    </a:cubicBezTo>
                    <a:cubicBezTo>
                      <a:pt x="371234" y="461309"/>
                      <a:pt x="398892" y="446904"/>
                      <a:pt x="450574" y="437507"/>
                    </a:cubicBezTo>
                    <a:cubicBezTo>
                      <a:pt x="481306" y="431919"/>
                      <a:pt x="512417" y="428672"/>
                      <a:pt x="543339" y="424255"/>
                    </a:cubicBezTo>
                    <a:cubicBezTo>
                      <a:pt x="569843" y="415420"/>
                      <a:pt x="603096" y="417506"/>
                      <a:pt x="622852" y="397751"/>
                    </a:cubicBezTo>
                    <a:cubicBezTo>
                      <a:pt x="631687" y="388916"/>
                      <a:pt x="638643" y="377675"/>
                      <a:pt x="649357" y="371247"/>
                    </a:cubicBezTo>
                    <a:cubicBezTo>
                      <a:pt x="732674" y="321256"/>
                      <a:pt x="647067" y="426545"/>
                      <a:pt x="768626" y="304986"/>
                    </a:cubicBezTo>
                    <a:cubicBezTo>
                      <a:pt x="896231" y="177381"/>
                      <a:pt x="760476" y="306205"/>
                      <a:pt x="861391" y="225473"/>
                    </a:cubicBezTo>
                    <a:cubicBezTo>
                      <a:pt x="902403" y="192663"/>
                      <a:pt x="876829" y="203045"/>
                      <a:pt x="914400" y="159212"/>
                    </a:cubicBezTo>
                    <a:cubicBezTo>
                      <a:pt x="930662" y="140239"/>
                      <a:pt x="943703" y="114105"/>
                      <a:pt x="967409" y="106203"/>
                    </a:cubicBezTo>
                    <a:lnTo>
                      <a:pt x="1007165" y="92951"/>
                    </a:lnTo>
                    <a:cubicBezTo>
                      <a:pt x="1122723" y="-22607"/>
                      <a:pt x="1035216" y="38694"/>
                      <a:pt x="1325217" y="53194"/>
                    </a:cubicBezTo>
                    <a:cubicBezTo>
                      <a:pt x="1497495" y="48777"/>
                      <a:pt x="1669903" y="47949"/>
                      <a:pt x="1842052" y="39942"/>
                    </a:cubicBezTo>
                    <a:cubicBezTo>
                      <a:pt x="1860246" y="39096"/>
                      <a:pt x="1876948" y="28597"/>
                      <a:pt x="1895061" y="26690"/>
                    </a:cubicBezTo>
                    <a:cubicBezTo>
                      <a:pt x="1961104" y="19738"/>
                      <a:pt x="2027583" y="17855"/>
                      <a:pt x="2093844" y="13438"/>
                    </a:cubicBezTo>
                    <a:cubicBezTo>
                      <a:pt x="2141981" y="-2608"/>
                      <a:pt x="2119631" y="186"/>
                      <a:pt x="2160104" y="186"/>
                    </a:cubicBez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21BABA57-9BA6-854E-B0FB-DDE77EB671E9}"/>
                  </a:ext>
                </a:extLst>
              </p:cNvPr>
              <p:cNvSpPr/>
              <p:nvPr/>
            </p:nvSpPr>
            <p:spPr>
              <a:xfrm>
                <a:off x="2138832" y="4343401"/>
                <a:ext cx="131023" cy="2722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2A0C9774-C192-564B-AAB5-BDAE85A55523}"/>
                  </a:ext>
                </a:extLst>
              </p:cNvPr>
              <p:cNvSpPr/>
              <p:nvPr/>
            </p:nvSpPr>
            <p:spPr>
              <a:xfrm>
                <a:off x="2155819" y="5361517"/>
                <a:ext cx="132820" cy="35348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823E301-B44E-D44D-ADC5-3943CEAB8283}"/>
              </a:ext>
            </a:extLst>
          </p:cNvPr>
          <p:cNvCxnSpPr>
            <a:cxnSpLocks/>
          </p:cNvCxnSpPr>
          <p:nvPr/>
        </p:nvCxnSpPr>
        <p:spPr>
          <a:xfrm>
            <a:off x="4259355" y="3961657"/>
            <a:ext cx="15533" cy="2225167"/>
          </a:xfrm>
          <a:prstGeom prst="line">
            <a:avLst/>
          </a:prstGeom>
          <a:ln w="444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7EBA9F3A-C2E4-1B4B-8036-C75358A5D812}"/>
              </a:ext>
            </a:extLst>
          </p:cNvPr>
          <p:cNvCxnSpPr>
            <a:cxnSpLocks/>
          </p:cNvCxnSpPr>
          <p:nvPr/>
        </p:nvCxnSpPr>
        <p:spPr>
          <a:xfrm>
            <a:off x="4480267" y="3962400"/>
            <a:ext cx="15533" cy="2225167"/>
          </a:xfrm>
          <a:prstGeom prst="line">
            <a:avLst/>
          </a:prstGeom>
          <a:ln w="444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xplosion 1 69">
            <a:extLst>
              <a:ext uri="{FF2B5EF4-FFF2-40B4-BE49-F238E27FC236}">
                <a16:creationId xmlns:a16="http://schemas.microsoft.com/office/drawing/2014/main" id="{8AFBC578-1C8F-8C4E-8BDA-8CD372800636}"/>
              </a:ext>
            </a:extLst>
          </p:cNvPr>
          <p:cNvSpPr/>
          <p:nvPr/>
        </p:nvSpPr>
        <p:spPr>
          <a:xfrm>
            <a:off x="3177302" y="429167"/>
            <a:ext cx="252720" cy="245091"/>
          </a:xfrm>
          <a:prstGeom prst="irregularSeal1">
            <a:avLst/>
          </a:prstGeom>
          <a:solidFill>
            <a:srgbClr val="FF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2DDA917F-697A-794B-8DB3-BC2F7DACDA28}"/>
              </a:ext>
            </a:extLst>
          </p:cNvPr>
          <p:cNvSpPr/>
          <p:nvPr/>
        </p:nvSpPr>
        <p:spPr>
          <a:xfrm>
            <a:off x="3350871" y="607671"/>
            <a:ext cx="561372" cy="2268638"/>
          </a:xfrm>
          <a:custGeom>
            <a:avLst/>
            <a:gdLst>
              <a:gd name="connsiteX0" fmla="*/ 0 w 561372"/>
              <a:gd name="connsiteY0" fmla="*/ 0 h 2268638"/>
              <a:gd name="connsiteX1" fmla="*/ 5787 w 561372"/>
              <a:gd name="connsiteY1" fmla="*/ 104172 h 2268638"/>
              <a:gd name="connsiteX2" fmla="*/ 17362 w 561372"/>
              <a:gd name="connsiteY2" fmla="*/ 260430 h 2268638"/>
              <a:gd name="connsiteX3" fmla="*/ 23149 w 561372"/>
              <a:gd name="connsiteY3" fmla="*/ 277792 h 2268638"/>
              <a:gd name="connsiteX4" fmla="*/ 34724 w 561372"/>
              <a:gd name="connsiteY4" fmla="*/ 324091 h 2268638"/>
              <a:gd name="connsiteX5" fmla="*/ 40511 w 561372"/>
              <a:gd name="connsiteY5" fmla="*/ 347240 h 2268638"/>
              <a:gd name="connsiteX6" fmla="*/ 46299 w 561372"/>
              <a:gd name="connsiteY6" fmla="*/ 370390 h 2268638"/>
              <a:gd name="connsiteX7" fmla="*/ 52086 w 561372"/>
              <a:gd name="connsiteY7" fmla="*/ 422476 h 2268638"/>
              <a:gd name="connsiteX8" fmla="*/ 63661 w 561372"/>
              <a:gd name="connsiteY8" fmla="*/ 468775 h 2268638"/>
              <a:gd name="connsiteX9" fmla="*/ 75235 w 561372"/>
              <a:gd name="connsiteY9" fmla="*/ 532435 h 2268638"/>
              <a:gd name="connsiteX10" fmla="*/ 92597 w 561372"/>
              <a:gd name="connsiteY10" fmla="*/ 607671 h 2268638"/>
              <a:gd name="connsiteX11" fmla="*/ 98385 w 561372"/>
              <a:gd name="connsiteY11" fmla="*/ 625033 h 2268638"/>
              <a:gd name="connsiteX12" fmla="*/ 115747 w 561372"/>
              <a:gd name="connsiteY12" fmla="*/ 717630 h 2268638"/>
              <a:gd name="connsiteX13" fmla="*/ 133109 w 561372"/>
              <a:gd name="connsiteY13" fmla="*/ 769716 h 2268638"/>
              <a:gd name="connsiteX14" fmla="*/ 138896 w 561372"/>
              <a:gd name="connsiteY14" fmla="*/ 787078 h 2268638"/>
              <a:gd name="connsiteX15" fmla="*/ 144683 w 561372"/>
              <a:gd name="connsiteY15" fmla="*/ 804440 h 2268638"/>
              <a:gd name="connsiteX16" fmla="*/ 162045 w 561372"/>
              <a:gd name="connsiteY16" fmla="*/ 868101 h 2268638"/>
              <a:gd name="connsiteX17" fmla="*/ 167833 w 561372"/>
              <a:gd name="connsiteY17" fmla="*/ 885463 h 2268638"/>
              <a:gd name="connsiteX18" fmla="*/ 179407 w 561372"/>
              <a:gd name="connsiteY18" fmla="*/ 960699 h 2268638"/>
              <a:gd name="connsiteX19" fmla="*/ 190982 w 561372"/>
              <a:gd name="connsiteY19" fmla="*/ 995423 h 2268638"/>
              <a:gd name="connsiteX20" fmla="*/ 202557 w 561372"/>
              <a:gd name="connsiteY20" fmla="*/ 1030147 h 2268638"/>
              <a:gd name="connsiteX21" fmla="*/ 248856 w 561372"/>
              <a:gd name="connsiteY21" fmla="*/ 1169043 h 2268638"/>
              <a:gd name="connsiteX22" fmla="*/ 260430 w 561372"/>
              <a:gd name="connsiteY22" fmla="*/ 1221129 h 2268638"/>
              <a:gd name="connsiteX23" fmla="*/ 272005 w 561372"/>
              <a:gd name="connsiteY23" fmla="*/ 1255853 h 2268638"/>
              <a:gd name="connsiteX24" fmla="*/ 283580 w 561372"/>
              <a:gd name="connsiteY24" fmla="*/ 1273215 h 2268638"/>
              <a:gd name="connsiteX25" fmla="*/ 312516 w 561372"/>
              <a:gd name="connsiteY25" fmla="*/ 1360025 h 2268638"/>
              <a:gd name="connsiteX26" fmla="*/ 324091 w 561372"/>
              <a:gd name="connsiteY26" fmla="*/ 1394749 h 2268638"/>
              <a:gd name="connsiteX27" fmla="*/ 329878 w 561372"/>
              <a:gd name="connsiteY27" fmla="*/ 1412111 h 2268638"/>
              <a:gd name="connsiteX28" fmla="*/ 335666 w 561372"/>
              <a:gd name="connsiteY28" fmla="*/ 1435261 h 2268638"/>
              <a:gd name="connsiteX29" fmla="*/ 353028 w 561372"/>
              <a:gd name="connsiteY29" fmla="*/ 1487347 h 2268638"/>
              <a:gd name="connsiteX30" fmla="*/ 358815 w 561372"/>
              <a:gd name="connsiteY30" fmla="*/ 1504709 h 2268638"/>
              <a:gd name="connsiteX31" fmla="*/ 364602 w 561372"/>
              <a:gd name="connsiteY31" fmla="*/ 1527858 h 2268638"/>
              <a:gd name="connsiteX32" fmla="*/ 376177 w 561372"/>
              <a:gd name="connsiteY32" fmla="*/ 1562582 h 2268638"/>
              <a:gd name="connsiteX33" fmla="*/ 387752 w 561372"/>
              <a:gd name="connsiteY33" fmla="*/ 1597306 h 2268638"/>
              <a:gd name="connsiteX34" fmla="*/ 393539 w 561372"/>
              <a:gd name="connsiteY34" fmla="*/ 1614668 h 2268638"/>
              <a:gd name="connsiteX35" fmla="*/ 405114 w 561372"/>
              <a:gd name="connsiteY35" fmla="*/ 1666754 h 2268638"/>
              <a:gd name="connsiteX36" fmla="*/ 410901 w 561372"/>
              <a:gd name="connsiteY36" fmla="*/ 1684116 h 2268638"/>
              <a:gd name="connsiteX37" fmla="*/ 416688 w 561372"/>
              <a:gd name="connsiteY37" fmla="*/ 1707266 h 2268638"/>
              <a:gd name="connsiteX38" fmla="*/ 434051 w 561372"/>
              <a:gd name="connsiteY38" fmla="*/ 1759352 h 2268638"/>
              <a:gd name="connsiteX39" fmla="*/ 439838 w 561372"/>
              <a:gd name="connsiteY39" fmla="*/ 1776714 h 2268638"/>
              <a:gd name="connsiteX40" fmla="*/ 445625 w 561372"/>
              <a:gd name="connsiteY40" fmla="*/ 1799863 h 2268638"/>
              <a:gd name="connsiteX41" fmla="*/ 451413 w 561372"/>
              <a:gd name="connsiteY41" fmla="*/ 1863524 h 2268638"/>
              <a:gd name="connsiteX42" fmla="*/ 462987 w 561372"/>
              <a:gd name="connsiteY42" fmla="*/ 1898248 h 2268638"/>
              <a:gd name="connsiteX43" fmla="*/ 474562 w 561372"/>
              <a:gd name="connsiteY43" fmla="*/ 1938759 h 2268638"/>
              <a:gd name="connsiteX44" fmla="*/ 486137 w 561372"/>
              <a:gd name="connsiteY44" fmla="*/ 2077656 h 2268638"/>
              <a:gd name="connsiteX45" fmla="*/ 497711 w 561372"/>
              <a:gd name="connsiteY45" fmla="*/ 2112380 h 2268638"/>
              <a:gd name="connsiteX46" fmla="*/ 503499 w 561372"/>
              <a:gd name="connsiteY46" fmla="*/ 2129742 h 2268638"/>
              <a:gd name="connsiteX47" fmla="*/ 515073 w 561372"/>
              <a:gd name="connsiteY47" fmla="*/ 2187615 h 2268638"/>
              <a:gd name="connsiteX48" fmla="*/ 526648 w 561372"/>
              <a:gd name="connsiteY48" fmla="*/ 2222339 h 2268638"/>
              <a:gd name="connsiteX49" fmla="*/ 538223 w 561372"/>
              <a:gd name="connsiteY49" fmla="*/ 2239701 h 2268638"/>
              <a:gd name="connsiteX50" fmla="*/ 561372 w 561372"/>
              <a:gd name="connsiteY50" fmla="*/ 2268638 h 2268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561372" h="2268638">
                <a:moveTo>
                  <a:pt x="0" y="0"/>
                </a:moveTo>
                <a:cubicBezTo>
                  <a:pt x="1929" y="34724"/>
                  <a:pt x="4006" y="69440"/>
                  <a:pt x="5787" y="104172"/>
                </a:cubicBezTo>
                <a:cubicBezTo>
                  <a:pt x="8462" y="156334"/>
                  <a:pt x="5970" y="209163"/>
                  <a:pt x="17362" y="260430"/>
                </a:cubicBezTo>
                <a:cubicBezTo>
                  <a:pt x="18685" y="266385"/>
                  <a:pt x="21544" y="271907"/>
                  <a:pt x="23149" y="277792"/>
                </a:cubicBezTo>
                <a:cubicBezTo>
                  <a:pt x="27335" y="293139"/>
                  <a:pt x="30866" y="308658"/>
                  <a:pt x="34724" y="324091"/>
                </a:cubicBezTo>
                <a:lnTo>
                  <a:pt x="40511" y="347240"/>
                </a:lnTo>
                <a:lnTo>
                  <a:pt x="46299" y="370390"/>
                </a:lnTo>
                <a:cubicBezTo>
                  <a:pt x="48228" y="387752"/>
                  <a:pt x="49050" y="405273"/>
                  <a:pt x="52086" y="422476"/>
                </a:cubicBezTo>
                <a:cubicBezTo>
                  <a:pt x="54851" y="438142"/>
                  <a:pt x="60541" y="453176"/>
                  <a:pt x="63661" y="468775"/>
                </a:cubicBezTo>
                <a:cubicBezTo>
                  <a:pt x="69682" y="498881"/>
                  <a:pt x="70297" y="500340"/>
                  <a:pt x="75235" y="532435"/>
                </a:cubicBezTo>
                <a:cubicBezTo>
                  <a:pt x="83820" y="588236"/>
                  <a:pt x="75751" y="557134"/>
                  <a:pt x="92597" y="607671"/>
                </a:cubicBezTo>
                <a:lnTo>
                  <a:pt x="98385" y="625033"/>
                </a:lnTo>
                <a:cubicBezTo>
                  <a:pt x="103145" y="663117"/>
                  <a:pt x="103468" y="680790"/>
                  <a:pt x="115747" y="717630"/>
                </a:cubicBezTo>
                <a:lnTo>
                  <a:pt x="133109" y="769716"/>
                </a:lnTo>
                <a:lnTo>
                  <a:pt x="138896" y="787078"/>
                </a:lnTo>
                <a:cubicBezTo>
                  <a:pt x="140825" y="792865"/>
                  <a:pt x="143487" y="798458"/>
                  <a:pt x="144683" y="804440"/>
                </a:cubicBezTo>
                <a:cubicBezTo>
                  <a:pt x="152863" y="845336"/>
                  <a:pt x="147362" y="824051"/>
                  <a:pt x="162045" y="868101"/>
                </a:cubicBezTo>
                <a:lnTo>
                  <a:pt x="167833" y="885463"/>
                </a:lnTo>
                <a:cubicBezTo>
                  <a:pt x="170540" y="907122"/>
                  <a:pt x="173289" y="938268"/>
                  <a:pt x="179407" y="960699"/>
                </a:cubicBezTo>
                <a:cubicBezTo>
                  <a:pt x="182617" y="972470"/>
                  <a:pt x="187124" y="983848"/>
                  <a:pt x="190982" y="995423"/>
                </a:cubicBezTo>
                <a:lnTo>
                  <a:pt x="202557" y="1030147"/>
                </a:lnTo>
                <a:lnTo>
                  <a:pt x="248856" y="1169043"/>
                </a:lnTo>
                <a:cubicBezTo>
                  <a:pt x="265411" y="1218708"/>
                  <a:pt x="240064" y="1139665"/>
                  <a:pt x="260430" y="1221129"/>
                </a:cubicBezTo>
                <a:cubicBezTo>
                  <a:pt x="263389" y="1232966"/>
                  <a:pt x="265237" y="1245701"/>
                  <a:pt x="272005" y="1255853"/>
                </a:cubicBezTo>
                <a:lnTo>
                  <a:pt x="283580" y="1273215"/>
                </a:lnTo>
                <a:lnTo>
                  <a:pt x="312516" y="1360025"/>
                </a:lnTo>
                <a:lnTo>
                  <a:pt x="324091" y="1394749"/>
                </a:lnTo>
                <a:cubicBezTo>
                  <a:pt x="326020" y="1400536"/>
                  <a:pt x="328398" y="1406193"/>
                  <a:pt x="329878" y="1412111"/>
                </a:cubicBezTo>
                <a:cubicBezTo>
                  <a:pt x="331807" y="1419828"/>
                  <a:pt x="333380" y="1427642"/>
                  <a:pt x="335666" y="1435261"/>
                </a:cubicBezTo>
                <a:cubicBezTo>
                  <a:pt x="335691" y="1435346"/>
                  <a:pt x="350120" y="1478624"/>
                  <a:pt x="353028" y="1487347"/>
                </a:cubicBezTo>
                <a:cubicBezTo>
                  <a:pt x="354957" y="1493134"/>
                  <a:pt x="357336" y="1498791"/>
                  <a:pt x="358815" y="1504709"/>
                </a:cubicBezTo>
                <a:cubicBezTo>
                  <a:pt x="360744" y="1512425"/>
                  <a:pt x="362316" y="1520240"/>
                  <a:pt x="364602" y="1527858"/>
                </a:cubicBezTo>
                <a:cubicBezTo>
                  <a:pt x="368108" y="1539544"/>
                  <a:pt x="372319" y="1551007"/>
                  <a:pt x="376177" y="1562582"/>
                </a:cubicBezTo>
                <a:lnTo>
                  <a:pt x="387752" y="1597306"/>
                </a:lnTo>
                <a:cubicBezTo>
                  <a:pt x="389681" y="1603093"/>
                  <a:pt x="392343" y="1608686"/>
                  <a:pt x="393539" y="1614668"/>
                </a:cubicBezTo>
                <a:cubicBezTo>
                  <a:pt x="397520" y="1634573"/>
                  <a:pt x="399662" y="1647672"/>
                  <a:pt x="405114" y="1666754"/>
                </a:cubicBezTo>
                <a:cubicBezTo>
                  <a:pt x="406790" y="1672620"/>
                  <a:pt x="409225" y="1678250"/>
                  <a:pt x="410901" y="1684116"/>
                </a:cubicBezTo>
                <a:cubicBezTo>
                  <a:pt x="413086" y="1691764"/>
                  <a:pt x="414402" y="1699647"/>
                  <a:pt x="416688" y="1707266"/>
                </a:cubicBezTo>
                <a:cubicBezTo>
                  <a:pt x="416703" y="1707316"/>
                  <a:pt x="431149" y="1750646"/>
                  <a:pt x="434051" y="1759352"/>
                </a:cubicBezTo>
                <a:cubicBezTo>
                  <a:pt x="435980" y="1765139"/>
                  <a:pt x="438359" y="1770796"/>
                  <a:pt x="439838" y="1776714"/>
                </a:cubicBezTo>
                <a:lnTo>
                  <a:pt x="445625" y="1799863"/>
                </a:lnTo>
                <a:cubicBezTo>
                  <a:pt x="447554" y="1821083"/>
                  <a:pt x="447710" y="1842540"/>
                  <a:pt x="451413" y="1863524"/>
                </a:cubicBezTo>
                <a:cubicBezTo>
                  <a:pt x="453533" y="1875539"/>
                  <a:pt x="460028" y="1886412"/>
                  <a:pt x="462987" y="1898248"/>
                </a:cubicBezTo>
                <a:cubicBezTo>
                  <a:pt x="470255" y="1927315"/>
                  <a:pt x="466260" y="1913851"/>
                  <a:pt x="474562" y="1938759"/>
                </a:cubicBezTo>
                <a:cubicBezTo>
                  <a:pt x="475061" y="1945250"/>
                  <a:pt x="483935" y="2065180"/>
                  <a:pt x="486137" y="2077656"/>
                </a:cubicBezTo>
                <a:cubicBezTo>
                  <a:pt x="488257" y="2089671"/>
                  <a:pt x="493853" y="2100805"/>
                  <a:pt x="497711" y="2112380"/>
                </a:cubicBezTo>
                <a:lnTo>
                  <a:pt x="503499" y="2129742"/>
                </a:lnTo>
                <a:cubicBezTo>
                  <a:pt x="507409" y="2153203"/>
                  <a:pt x="508599" y="2166034"/>
                  <a:pt x="515073" y="2187615"/>
                </a:cubicBezTo>
                <a:cubicBezTo>
                  <a:pt x="518579" y="2199301"/>
                  <a:pt x="519880" y="2212187"/>
                  <a:pt x="526648" y="2222339"/>
                </a:cubicBezTo>
                <a:cubicBezTo>
                  <a:pt x="530506" y="2228126"/>
                  <a:pt x="533770" y="2234358"/>
                  <a:pt x="538223" y="2239701"/>
                </a:cubicBezTo>
                <a:cubicBezTo>
                  <a:pt x="563737" y="2270317"/>
                  <a:pt x="549236" y="2244364"/>
                  <a:pt x="561372" y="2268638"/>
                </a:cubicBezTo>
              </a:path>
            </a:pathLst>
          </a:cu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FDFE7E78-3BDF-D144-BDA6-6C5D09C459CD}"/>
              </a:ext>
            </a:extLst>
          </p:cNvPr>
          <p:cNvSpPr/>
          <p:nvPr/>
        </p:nvSpPr>
        <p:spPr>
          <a:xfrm>
            <a:off x="3894881" y="2881926"/>
            <a:ext cx="723418" cy="416859"/>
          </a:xfrm>
          <a:custGeom>
            <a:avLst/>
            <a:gdLst>
              <a:gd name="connsiteX0" fmla="*/ 723418 w 723418"/>
              <a:gd name="connsiteY0" fmla="*/ 416859 h 416859"/>
              <a:gd name="connsiteX1" fmla="*/ 665544 w 723418"/>
              <a:gd name="connsiteY1" fmla="*/ 376347 h 416859"/>
              <a:gd name="connsiteX2" fmla="*/ 648182 w 723418"/>
              <a:gd name="connsiteY2" fmla="*/ 364773 h 416859"/>
              <a:gd name="connsiteX3" fmla="*/ 642395 w 723418"/>
              <a:gd name="connsiteY3" fmla="*/ 347411 h 416859"/>
              <a:gd name="connsiteX4" fmla="*/ 625033 w 723418"/>
              <a:gd name="connsiteY4" fmla="*/ 341623 h 416859"/>
              <a:gd name="connsiteX5" fmla="*/ 607671 w 723418"/>
              <a:gd name="connsiteY5" fmla="*/ 330049 h 416859"/>
              <a:gd name="connsiteX6" fmla="*/ 572947 w 723418"/>
              <a:gd name="connsiteY6" fmla="*/ 306899 h 416859"/>
              <a:gd name="connsiteX7" fmla="*/ 538223 w 723418"/>
              <a:gd name="connsiteY7" fmla="*/ 283750 h 416859"/>
              <a:gd name="connsiteX8" fmla="*/ 520861 w 723418"/>
              <a:gd name="connsiteY8" fmla="*/ 272175 h 416859"/>
              <a:gd name="connsiteX9" fmla="*/ 503499 w 723418"/>
              <a:gd name="connsiteY9" fmla="*/ 266388 h 416859"/>
              <a:gd name="connsiteX10" fmla="*/ 468775 w 723418"/>
              <a:gd name="connsiteY10" fmla="*/ 249026 h 416859"/>
              <a:gd name="connsiteX11" fmla="*/ 434051 w 723418"/>
              <a:gd name="connsiteY11" fmla="*/ 231664 h 416859"/>
              <a:gd name="connsiteX12" fmla="*/ 399327 w 723418"/>
              <a:gd name="connsiteY12" fmla="*/ 208515 h 416859"/>
              <a:gd name="connsiteX13" fmla="*/ 381965 w 723418"/>
              <a:gd name="connsiteY13" fmla="*/ 196940 h 416859"/>
              <a:gd name="connsiteX14" fmla="*/ 364603 w 723418"/>
              <a:gd name="connsiteY14" fmla="*/ 191152 h 416859"/>
              <a:gd name="connsiteX15" fmla="*/ 312516 w 723418"/>
              <a:gd name="connsiteY15" fmla="*/ 162216 h 416859"/>
              <a:gd name="connsiteX16" fmla="*/ 277792 w 723418"/>
              <a:gd name="connsiteY16" fmla="*/ 139066 h 416859"/>
              <a:gd name="connsiteX17" fmla="*/ 243068 w 723418"/>
              <a:gd name="connsiteY17" fmla="*/ 127492 h 416859"/>
              <a:gd name="connsiteX18" fmla="*/ 190982 w 723418"/>
              <a:gd name="connsiteY18" fmla="*/ 98555 h 416859"/>
              <a:gd name="connsiteX19" fmla="*/ 173620 w 723418"/>
              <a:gd name="connsiteY19" fmla="*/ 86980 h 416859"/>
              <a:gd name="connsiteX20" fmla="*/ 156258 w 723418"/>
              <a:gd name="connsiteY20" fmla="*/ 81193 h 416859"/>
              <a:gd name="connsiteX21" fmla="*/ 138896 w 723418"/>
              <a:gd name="connsiteY21" fmla="*/ 63831 h 416859"/>
              <a:gd name="connsiteX22" fmla="*/ 127322 w 723418"/>
              <a:gd name="connsiteY22" fmla="*/ 46469 h 416859"/>
              <a:gd name="connsiteX23" fmla="*/ 109960 w 723418"/>
              <a:gd name="connsiteY23" fmla="*/ 40682 h 416859"/>
              <a:gd name="connsiteX24" fmla="*/ 75235 w 723418"/>
              <a:gd name="connsiteY24" fmla="*/ 17532 h 416859"/>
              <a:gd name="connsiteX25" fmla="*/ 11575 w 723418"/>
              <a:gd name="connsiteY25" fmla="*/ 170 h 416859"/>
              <a:gd name="connsiteX26" fmla="*/ 0 w 723418"/>
              <a:gd name="connsiteY26" fmla="*/ 170 h 416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3418" h="416859">
                <a:moveTo>
                  <a:pt x="723418" y="416859"/>
                </a:moveTo>
                <a:lnTo>
                  <a:pt x="665544" y="376347"/>
                </a:lnTo>
                <a:cubicBezTo>
                  <a:pt x="659825" y="372388"/>
                  <a:pt x="648182" y="364773"/>
                  <a:pt x="648182" y="364773"/>
                </a:cubicBezTo>
                <a:cubicBezTo>
                  <a:pt x="646253" y="358986"/>
                  <a:pt x="646709" y="351725"/>
                  <a:pt x="642395" y="347411"/>
                </a:cubicBezTo>
                <a:cubicBezTo>
                  <a:pt x="638081" y="343097"/>
                  <a:pt x="630489" y="344351"/>
                  <a:pt x="625033" y="341623"/>
                </a:cubicBezTo>
                <a:cubicBezTo>
                  <a:pt x="618812" y="338512"/>
                  <a:pt x="613014" y="334502"/>
                  <a:pt x="607671" y="330049"/>
                </a:cubicBezTo>
                <a:cubicBezTo>
                  <a:pt x="546020" y="278675"/>
                  <a:pt x="627869" y="337412"/>
                  <a:pt x="572947" y="306899"/>
                </a:cubicBezTo>
                <a:cubicBezTo>
                  <a:pt x="560787" y="300143"/>
                  <a:pt x="549798" y="291466"/>
                  <a:pt x="538223" y="283750"/>
                </a:cubicBezTo>
                <a:cubicBezTo>
                  <a:pt x="532436" y="279892"/>
                  <a:pt x="527460" y="274374"/>
                  <a:pt x="520861" y="272175"/>
                </a:cubicBezTo>
                <a:lnTo>
                  <a:pt x="503499" y="266388"/>
                </a:lnTo>
                <a:cubicBezTo>
                  <a:pt x="453741" y="233215"/>
                  <a:pt x="516696" y="272987"/>
                  <a:pt x="468775" y="249026"/>
                </a:cubicBezTo>
                <a:cubicBezTo>
                  <a:pt x="423899" y="226588"/>
                  <a:pt x="477691" y="246210"/>
                  <a:pt x="434051" y="231664"/>
                </a:cubicBezTo>
                <a:lnTo>
                  <a:pt x="399327" y="208515"/>
                </a:lnTo>
                <a:cubicBezTo>
                  <a:pt x="393540" y="204657"/>
                  <a:pt x="388564" y="199140"/>
                  <a:pt x="381965" y="196940"/>
                </a:cubicBezTo>
                <a:cubicBezTo>
                  <a:pt x="376178" y="195011"/>
                  <a:pt x="369936" y="194115"/>
                  <a:pt x="364603" y="191152"/>
                </a:cubicBezTo>
                <a:cubicBezTo>
                  <a:pt x="304907" y="157988"/>
                  <a:pt x="351800" y="175310"/>
                  <a:pt x="312516" y="162216"/>
                </a:cubicBezTo>
                <a:cubicBezTo>
                  <a:pt x="300941" y="154499"/>
                  <a:pt x="290989" y="143465"/>
                  <a:pt x="277792" y="139066"/>
                </a:cubicBezTo>
                <a:lnTo>
                  <a:pt x="243068" y="127492"/>
                </a:lnTo>
                <a:cubicBezTo>
                  <a:pt x="203268" y="100958"/>
                  <a:pt x="221541" y="108741"/>
                  <a:pt x="190982" y="98555"/>
                </a:cubicBezTo>
                <a:cubicBezTo>
                  <a:pt x="185195" y="94697"/>
                  <a:pt x="179841" y="90091"/>
                  <a:pt x="173620" y="86980"/>
                </a:cubicBezTo>
                <a:cubicBezTo>
                  <a:pt x="168164" y="84252"/>
                  <a:pt x="161334" y="84577"/>
                  <a:pt x="156258" y="81193"/>
                </a:cubicBezTo>
                <a:cubicBezTo>
                  <a:pt x="149448" y="76653"/>
                  <a:pt x="144136" y="70119"/>
                  <a:pt x="138896" y="63831"/>
                </a:cubicBezTo>
                <a:cubicBezTo>
                  <a:pt x="134443" y="58488"/>
                  <a:pt x="132753" y="50814"/>
                  <a:pt x="127322" y="46469"/>
                </a:cubicBezTo>
                <a:cubicBezTo>
                  <a:pt x="122558" y="42658"/>
                  <a:pt x="115747" y="42611"/>
                  <a:pt x="109960" y="40682"/>
                </a:cubicBezTo>
                <a:lnTo>
                  <a:pt x="75235" y="17532"/>
                </a:lnTo>
                <a:cubicBezTo>
                  <a:pt x="45983" y="-1969"/>
                  <a:pt x="62424" y="5256"/>
                  <a:pt x="11575" y="170"/>
                </a:cubicBezTo>
                <a:cubicBezTo>
                  <a:pt x="7736" y="-214"/>
                  <a:pt x="3858" y="170"/>
                  <a:pt x="0" y="170"/>
                </a:cubicBezTo>
              </a:path>
            </a:pathLst>
          </a:cu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A85D843-975C-9E42-BD97-E8ED622EF493}"/>
              </a:ext>
            </a:extLst>
          </p:cNvPr>
          <p:cNvSpPr/>
          <p:nvPr/>
        </p:nvSpPr>
        <p:spPr>
          <a:xfrm>
            <a:off x="4404167" y="3298785"/>
            <a:ext cx="196770" cy="2135529"/>
          </a:xfrm>
          <a:custGeom>
            <a:avLst/>
            <a:gdLst>
              <a:gd name="connsiteX0" fmla="*/ 0 w 196770"/>
              <a:gd name="connsiteY0" fmla="*/ 2135529 h 2135529"/>
              <a:gd name="connsiteX1" fmla="*/ 40511 w 196770"/>
              <a:gd name="connsiteY1" fmla="*/ 2077656 h 2135529"/>
              <a:gd name="connsiteX2" fmla="*/ 52086 w 196770"/>
              <a:gd name="connsiteY2" fmla="*/ 2060293 h 2135529"/>
              <a:gd name="connsiteX3" fmla="*/ 69448 w 196770"/>
              <a:gd name="connsiteY3" fmla="*/ 2048719 h 2135529"/>
              <a:gd name="connsiteX4" fmla="*/ 104172 w 196770"/>
              <a:gd name="connsiteY4" fmla="*/ 1996633 h 2135529"/>
              <a:gd name="connsiteX5" fmla="*/ 115747 w 196770"/>
              <a:gd name="connsiteY5" fmla="*/ 1979271 h 2135529"/>
              <a:gd name="connsiteX6" fmla="*/ 127322 w 196770"/>
              <a:gd name="connsiteY6" fmla="*/ 1961909 h 2135529"/>
              <a:gd name="connsiteX7" fmla="*/ 144684 w 196770"/>
              <a:gd name="connsiteY7" fmla="*/ 1909823 h 2135529"/>
              <a:gd name="connsiteX8" fmla="*/ 162046 w 196770"/>
              <a:gd name="connsiteY8" fmla="*/ 1851949 h 2135529"/>
              <a:gd name="connsiteX9" fmla="*/ 167833 w 196770"/>
              <a:gd name="connsiteY9" fmla="*/ 1817225 h 2135529"/>
              <a:gd name="connsiteX10" fmla="*/ 173620 w 196770"/>
              <a:gd name="connsiteY10" fmla="*/ 1794076 h 2135529"/>
              <a:gd name="connsiteX11" fmla="*/ 179408 w 196770"/>
              <a:gd name="connsiteY11" fmla="*/ 1747777 h 2135529"/>
              <a:gd name="connsiteX12" fmla="*/ 185195 w 196770"/>
              <a:gd name="connsiteY12" fmla="*/ 1718840 h 2135529"/>
              <a:gd name="connsiteX13" fmla="*/ 179408 w 196770"/>
              <a:gd name="connsiteY13" fmla="*/ 1504709 h 2135529"/>
              <a:gd name="connsiteX14" fmla="*/ 167833 w 196770"/>
              <a:gd name="connsiteY14" fmla="*/ 1452623 h 2135529"/>
              <a:gd name="connsiteX15" fmla="*/ 162046 w 196770"/>
              <a:gd name="connsiteY15" fmla="*/ 1307939 h 2135529"/>
              <a:gd name="connsiteX16" fmla="*/ 156258 w 196770"/>
              <a:gd name="connsiteY16" fmla="*/ 1290577 h 2135529"/>
              <a:gd name="connsiteX17" fmla="*/ 167833 w 196770"/>
              <a:gd name="connsiteY17" fmla="*/ 1041721 h 2135529"/>
              <a:gd name="connsiteX18" fmla="*/ 162046 w 196770"/>
              <a:gd name="connsiteY18" fmla="*/ 804440 h 2135529"/>
              <a:gd name="connsiteX19" fmla="*/ 162046 w 196770"/>
              <a:gd name="connsiteY19" fmla="*/ 497711 h 2135529"/>
              <a:gd name="connsiteX20" fmla="*/ 167833 w 196770"/>
              <a:gd name="connsiteY20" fmla="*/ 300942 h 2135529"/>
              <a:gd name="connsiteX21" fmla="*/ 173620 w 196770"/>
              <a:gd name="connsiteY21" fmla="*/ 266218 h 2135529"/>
              <a:gd name="connsiteX22" fmla="*/ 179408 w 196770"/>
              <a:gd name="connsiteY22" fmla="*/ 225706 h 2135529"/>
              <a:gd name="connsiteX23" fmla="*/ 190982 w 196770"/>
              <a:gd name="connsiteY23" fmla="*/ 115747 h 2135529"/>
              <a:gd name="connsiteX24" fmla="*/ 196770 w 196770"/>
              <a:gd name="connsiteY24" fmla="*/ 0 h 2135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96770" h="2135529">
                <a:moveTo>
                  <a:pt x="0" y="2135529"/>
                </a:moveTo>
                <a:lnTo>
                  <a:pt x="40511" y="2077656"/>
                </a:lnTo>
                <a:cubicBezTo>
                  <a:pt x="44470" y="2071937"/>
                  <a:pt x="46298" y="2064151"/>
                  <a:pt x="52086" y="2060293"/>
                </a:cubicBezTo>
                <a:lnTo>
                  <a:pt x="69448" y="2048719"/>
                </a:lnTo>
                <a:lnTo>
                  <a:pt x="104172" y="1996633"/>
                </a:lnTo>
                <a:lnTo>
                  <a:pt x="115747" y="1979271"/>
                </a:lnTo>
                <a:lnTo>
                  <a:pt x="127322" y="1961909"/>
                </a:lnTo>
                <a:lnTo>
                  <a:pt x="144684" y="1909823"/>
                </a:lnTo>
                <a:cubicBezTo>
                  <a:pt x="151080" y="1890636"/>
                  <a:pt x="158067" y="1871842"/>
                  <a:pt x="162046" y="1851949"/>
                </a:cubicBezTo>
                <a:cubicBezTo>
                  <a:pt x="164347" y="1840443"/>
                  <a:pt x="165532" y="1828731"/>
                  <a:pt x="167833" y="1817225"/>
                </a:cubicBezTo>
                <a:cubicBezTo>
                  <a:pt x="169393" y="1809426"/>
                  <a:pt x="172312" y="1801922"/>
                  <a:pt x="173620" y="1794076"/>
                </a:cubicBezTo>
                <a:cubicBezTo>
                  <a:pt x="176177" y="1778735"/>
                  <a:pt x="177043" y="1763149"/>
                  <a:pt x="179408" y="1747777"/>
                </a:cubicBezTo>
                <a:cubicBezTo>
                  <a:pt x="180904" y="1738055"/>
                  <a:pt x="183266" y="1728486"/>
                  <a:pt x="185195" y="1718840"/>
                </a:cubicBezTo>
                <a:cubicBezTo>
                  <a:pt x="183266" y="1647463"/>
                  <a:pt x="182804" y="1576031"/>
                  <a:pt x="179408" y="1504709"/>
                </a:cubicBezTo>
                <a:cubicBezTo>
                  <a:pt x="178976" y="1495638"/>
                  <a:pt x="170413" y="1462945"/>
                  <a:pt x="167833" y="1452623"/>
                </a:cubicBezTo>
                <a:cubicBezTo>
                  <a:pt x="165904" y="1404395"/>
                  <a:pt x="165485" y="1356083"/>
                  <a:pt x="162046" y="1307939"/>
                </a:cubicBezTo>
                <a:cubicBezTo>
                  <a:pt x="161611" y="1301854"/>
                  <a:pt x="156258" y="1296677"/>
                  <a:pt x="156258" y="1290577"/>
                </a:cubicBezTo>
                <a:cubicBezTo>
                  <a:pt x="156258" y="1227148"/>
                  <a:pt x="163713" y="1111760"/>
                  <a:pt x="167833" y="1041721"/>
                </a:cubicBezTo>
                <a:cubicBezTo>
                  <a:pt x="165904" y="962627"/>
                  <a:pt x="162046" y="883557"/>
                  <a:pt x="162046" y="804440"/>
                </a:cubicBezTo>
                <a:cubicBezTo>
                  <a:pt x="162046" y="430571"/>
                  <a:pt x="175403" y="778214"/>
                  <a:pt x="162046" y="497711"/>
                </a:cubicBezTo>
                <a:cubicBezTo>
                  <a:pt x="163975" y="432121"/>
                  <a:pt x="164556" y="366478"/>
                  <a:pt x="167833" y="300942"/>
                </a:cubicBezTo>
                <a:cubicBezTo>
                  <a:pt x="168419" y="289222"/>
                  <a:pt x="171836" y="277816"/>
                  <a:pt x="173620" y="266218"/>
                </a:cubicBezTo>
                <a:cubicBezTo>
                  <a:pt x="175694" y="252736"/>
                  <a:pt x="177980" y="239272"/>
                  <a:pt x="179408" y="225706"/>
                </a:cubicBezTo>
                <a:cubicBezTo>
                  <a:pt x="193252" y="94195"/>
                  <a:pt x="177844" y="207716"/>
                  <a:pt x="190982" y="115747"/>
                </a:cubicBezTo>
                <a:cubicBezTo>
                  <a:pt x="196871" y="3861"/>
                  <a:pt x="196770" y="42491"/>
                  <a:pt x="196770" y="0"/>
                </a:cubicBezTo>
              </a:path>
            </a:pathLst>
          </a:cu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3A21B2C-7062-B54E-A684-AD8BA1527420}"/>
              </a:ext>
            </a:extLst>
          </p:cNvPr>
          <p:cNvCxnSpPr>
            <a:cxnSpLocks/>
          </p:cNvCxnSpPr>
          <p:nvPr/>
        </p:nvCxnSpPr>
        <p:spPr>
          <a:xfrm>
            <a:off x="4412058" y="5394869"/>
            <a:ext cx="71153" cy="120204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F19E3229-BAD6-F541-ABC9-69F660D50015}"/>
              </a:ext>
            </a:extLst>
          </p:cNvPr>
          <p:cNvCxnSpPr>
            <a:cxnSpLocks/>
          </p:cNvCxnSpPr>
          <p:nvPr/>
        </p:nvCxnSpPr>
        <p:spPr>
          <a:xfrm flipH="1">
            <a:off x="4306776" y="5410200"/>
            <a:ext cx="112824" cy="81583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Explosion 1 83">
            <a:extLst>
              <a:ext uri="{FF2B5EF4-FFF2-40B4-BE49-F238E27FC236}">
                <a16:creationId xmlns:a16="http://schemas.microsoft.com/office/drawing/2014/main" id="{B86E547D-1193-C744-8B45-D4C03F7474B1}"/>
              </a:ext>
            </a:extLst>
          </p:cNvPr>
          <p:cNvSpPr/>
          <p:nvPr/>
        </p:nvSpPr>
        <p:spPr>
          <a:xfrm>
            <a:off x="4243080" y="5490959"/>
            <a:ext cx="252720" cy="245091"/>
          </a:xfrm>
          <a:prstGeom prst="irregularSeal1">
            <a:avLst/>
          </a:prstGeom>
          <a:solidFill>
            <a:srgbClr val="FF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C47E9F2-9FD9-E543-AF3D-7E0B76C39814}"/>
              </a:ext>
            </a:extLst>
          </p:cNvPr>
          <p:cNvSpPr/>
          <p:nvPr/>
        </p:nvSpPr>
        <p:spPr>
          <a:xfrm>
            <a:off x="4416829" y="5076305"/>
            <a:ext cx="2948247" cy="560786"/>
          </a:xfrm>
          <a:custGeom>
            <a:avLst/>
            <a:gdLst>
              <a:gd name="connsiteX0" fmla="*/ 0 w 2948247"/>
              <a:gd name="connsiteY0" fmla="*/ 554182 h 560786"/>
              <a:gd name="connsiteX1" fmla="*/ 133004 w 2948247"/>
              <a:gd name="connsiteY1" fmla="*/ 554182 h 560786"/>
              <a:gd name="connsiteX2" fmla="*/ 166255 w 2948247"/>
              <a:gd name="connsiteY2" fmla="*/ 543099 h 560786"/>
              <a:gd name="connsiteX3" fmla="*/ 216131 w 2948247"/>
              <a:gd name="connsiteY3" fmla="*/ 526473 h 560786"/>
              <a:gd name="connsiteX4" fmla="*/ 249382 w 2948247"/>
              <a:gd name="connsiteY4" fmla="*/ 515390 h 560786"/>
              <a:gd name="connsiteX5" fmla="*/ 271549 w 2948247"/>
              <a:gd name="connsiteY5" fmla="*/ 509848 h 560786"/>
              <a:gd name="connsiteX6" fmla="*/ 299258 w 2948247"/>
              <a:gd name="connsiteY6" fmla="*/ 504306 h 560786"/>
              <a:gd name="connsiteX7" fmla="*/ 315884 w 2948247"/>
              <a:gd name="connsiteY7" fmla="*/ 498764 h 560786"/>
              <a:gd name="connsiteX8" fmla="*/ 387927 w 2948247"/>
              <a:gd name="connsiteY8" fmla="*/ 482139 h 560786"/>
              <a:gd name="connsiteX9" fmla="*/ 426720 w 2948247"/>
              <a:gd name="connsiteY9" fmla="*/ 471055 h 560786"/>
              <a:gd name="connsiteX10" fmla="*/ 504306 w 2948247"/>
              <a:gd name="connsiteY10" fmla="*/ 454430 h 560786"/>
              <a:gd name="connsiteX11" fmla="*/ 587433 w 2948247"/>
              <a:gd name="connsiteY11" fmla="*/ 426720 h 560786"/>
              <a:gd name="connsiteX12" fmla="*/ 604058 w 2948247"/>
              <a:gd name="connsiteY12" fmla="*/ 421179 h 560786"/>
              <a:gd name="connsiteX13" fmla="*/ 620684 w 2948247"/>
              <a:gd name="connsiteY13" fmla="*/ 415637 h 560786"/>
              <a:gd name="connsiteX14" fmla="*/ 637309 w 2948247"/>
              <a:gd name="connsiteY14" fmla="*/ 404553 h 560786"/>
              <a:gd name="connsiteX15" fmla="*/ 670560 w 2948247"/>
              <a:gd name="connsiteY15" fmla="*/ 393470 h 560786"/>
              <a:gd name="connsiteX16" fmla="*/ 687186 w 2948247"/>
              <a:gd name="connsiteY16" fmla="*/ 387928 h 560786"/>
              <a:gd name="connsiteX17" fmla="*/ 703811 w 2948247"/>
              <a:gd name="connsiteY17" fmla="*/ 382386 h 560786"/>
              <a:gd name="connsiteX18" fmla="*/ 748146 w 2948247"/>
              <a:gd name="connsiteY18" fmla="*/ 371302 h 560786"/>
              <a:gd name="connsiteX19" fmla="*/ 798022 w 2948247"/>
              <a:gd name="connsiteY19" fmla="*/ 354677 h 560786"/>
              <a:gd name="connsiteX20" fmla="*/ 814647 w 2948247"/>
              <a:gd name="connsiteY20" fmla="*/ 349135 h 560786"/>
              <a:gd name="connsiteX21" fmla="*/ 847898 w 2948247"/>
              <a:gd name="connsiteY21" fmla="*/ 332510 h 560786"/>
              <a:gd name="connsiteX22" fmla="*/ 881149 w 2948247"/>
              <a:gd name="connsiteY22" fmla="*/ 310342 h 560786"/>
              <a:gd name="connsiteX23" fmla="*/ 897775 w 2948247"/>
              <a:gd name="connsiteY23" fmla="*/ 299259 h 560786"/>
              <a:gd name="connsiteX24" fmla="*/ 914400 w 2948247"/>
              <a:gd name="connsiteY24" fmla="*/ 293717 h 560786"/>
              <a:gd name="connsiteX25" fmla="*/ 931026 w 2948247"/>
              <a:gd name="connsiteY25" fmla="*/ 277091 h 560786"/>
              <a:gd name="connsiteX26" fmla="*/ 964276 w 2948247"/>
              <a:gd name="connsiteY26" fmla="*/ 266008 h 560786"/>
              <a:gd name="connsiteX27" fmla="*/ 1003069 w 2948247"/>
              <a:gd name="connsiteY27" fmla="*/ 238299 h 560786"/>
              <a:gd name="connsiteX28" fmla="*/ 1019695 w 2948247"/>
              <a:gd name="connsiteY28" fmla="*/ 232757 h 560786"/>
              <a:gd name="connsiteX29" fmla="*/ 1036320 w 2948247"/>
              <a:gd name="connsiteY29" fmla="*/ 221673 h 560786"/>
              <a:gd name="connsiteX30" fmla="*/ 1052946 w 2948247"/>
              <a:gd name="connsiteY30" fmla="*/ 216131 h 560786"/>
              <a:gd name="connsiteX31" fmla="*/ 1086196 w 2948247"/>
              <a:gd name="connsiteY31" fmla="*/ 193964 h 560786"/>
              <a:gd name="connsiteX32" fmla="*/ 1119447 w 2948247"/>
              <a:gd name="connsiteY32" fmla="*/ 171797 h 560786"/>
              <a:gd name="connsiteX33" fmla="*/ 1136073 w 2948247"/>
              <a:gd name="connsiteY33" fmla="*/ 155171 h 560786"/>
              <a:gd name="connsiteX34" fmla="*/ 1169324 w 2948247"/>
              <a:gd name="connsiteY34" fmla="*/ 133004 h 560786"/>
              <a:gd name="connsiteX35" fmla="*/ 1208116 w 2948247"/>
              <a:gd name="connsiteY35" fmla="*/ 83128 h 560786"/>
              <a:gd name="connsiteX36" fmla="*/ 1224742 w 2948247"/>
              <a:gd name="connsiteY36" fmla="*/ 77586 h 560786"/>
              <a:gd name="connsiteX37" fmla="*/ 1252451 w 2948247"/>
              <a:gd name="connsiteY37" fmla="*/ 49877 h 560786"/>
              <a:gd name="connsiteX38" fmla="*/ 1285702 w 2948247"/>
              <a:gd name="connsiteY38" fmla="*/ 38793 h 560786"/>
              <a:gd name="connsiteX39" fmla="*/ 1302327 w 2948247"/>
              <a:gd name="connsiteY39" fmla="*/ 33251 h 560786"/>
              <a:gd name="connsiteX40" fmla="*/ 1318953 w 2948247"/>
              <a:gd name="connsiteY40" fmla="*/ 22168 h 560786"/>
              <a:gd name="connsiteX41" fmla="*/ 1363287 w 2948247"/>
              <a:gd name="connsiteY41" fmla="*/ 11084 h 560786"/>
              <a:gd name="connsiteX42" fmla="*/ 1396538 w 2948247"/>
              <a:gd name="connsiteY42" fmla="*/ 5542 h 560786"/>
              <a:gd name="connsiteX43" fmla="*/ 1618211 w 2948247"/>
              <a:gd name="connsiteY43" fmla="*/ 0 h 560786"/>
              <a:gd name="connsiteX44" fmla="*/ 1812175 w 2948247"/>
              <a:gd name="connsiteY44" fmla="*/ 5542 h 560786"/>
              <a:gd name="connsiteX45" fmla="*/ 1889760 w 2948247"/>
              <a:gd name="connsiteY45" fmla="*/ 0 h 560786"/>
              <a:gd name="connsiteX46" fmla="*/ 1945178 w 2948247"/>
              <a:gd name="connsiteY46" fmla="*/ 5542 h 560786"/>
              <a:gd name="connsiteX47" fmla="*/ 2011680 w 2948247"/>
              <a:gd name="connsiteY47" fmla="*/ 16626 h 560786"/>
              <a:gd name="connsiteX48" fmla="*/ 2399607 w 2948247"/>
              <a:gd name="connsiteY48" fmla="*/ 27710 h 560786"/>
              <a:gd name="connsiteX49" fmla="*/ 2626822 w 2948247"/>
              <a:gd name="connsiteY49" fmla="*/ 33251 h 560786"/>
              <a:gd name="connsiteX50" fmla="*/ 2687782 w 2948247"/>
              <a:gd name="connsiteY50" fmla="*/ 44335 h 560786"/>
              <a:gd name="connsiteX51" fmla="*/ 2715491 w 2948247"/>
              <a:gd name="connsiteY51" fmla="*/ 49877 h 560786"/>
              <a:gd name="connsiteX52" fmla="*/ 2848495 w 2948247"/>
              <a:gd name="connsiteY52" fmla="*/ 44335 h 560786"/>
              <a:gd name="connsiteX53" fmla="*/ 2865120 w 2948247"/>
              <a:gd name="connsiteY53" fmla="*/ 49877 h 560786"/>
              <a:gd name="connsiteX54" fmla="*/ 2892829 w 2948247"/>
              <a:gd name="connsiteY54" fmla="*/ 55419 h 560786"/>
              <a:gd name="connsiteX55" fmla="*/ 2948247 w 2948247"/>
              <a:gd name="connsiteY55" fmla="*/ 55419 h 560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948247" h="560786">
                <a:moveTo>
                  <a:pt x="0" y="554182"/>
                </a:moveTo>
                <a:cubicBezTo>
                  <a:pt x="59006" y="561558"/>
                  <a:pt x="58728" y="564310"/>
                  <a:pt x="133004" y="554182"/>
                </a:cubicBezTo>
                <a:cubicBezTo>
                  <a:pt x="144580" y="552603"/>
                  <a:pt x="155171" y="546793"/>
                  <a:pt x="166255" y="543099"/>
                </a:cubicBezTo>
                <a:lnTo>
                  <a:pt x="216131" y="526473"/>
                </a:lnTo>
                <a:lnTo>
                  <a:pt x="249382" y="515390"/>
                </a:lnTo>
                <a:cubicBezTo>
                  <a:pt x="256771" y="513543"/>
                  <a:pt x="264114" y="511500"/>
                  <a:pt x="271549" y="509848"/>
                </a:cubicBezTo>
                <a:cubicBezTo>
                  <a:pt x="280744" y="507805"/>
                  <a:pt x="290120" y="506591"/>
                  <a:pt x="299258" y="504306"/>
                </a:cubicBezTo>
                <a:cubicBezTo>
                  <a:pt x="304925" y="502889"/>
                  <a:pt x="310248" y="500301"/>
                  <a:pt x="315884" y="498764"/>
                </a:cubicBezTo>
                <a:cubicBezTo>
                  <a:pt x="375657" y="482462"/>
                  <a:pt x="341385" y="492481"/>
                  <a:pt x="387927" y="482139"/>
                </a:cubicBezTo>
                <a:cubicBezTo>
                  <a:pt x="437760" y="471066"/>
                  <a:pt x="385999" y="482161"/>
                  <a:pt x="426720" y="471055"/>
                </a:cubicBezTo>
                <a:cubicBezTo>
                  <a:pt x="470122" y="459218"/>
                  <a:pt x="464758" y="461020"/>
                  <a:pt x="504306" y="454430"/>
                </a:cubicBezTo>
                <a:lnTo>
                  <a:pt x="587433" y="426720"/>
                </a:lnTo>
                <a:lnTo>
                  <a:pt x="604058" y="421179"/>
                </a:lnTo>
                <a:lnTo>
                  <a:pt x="620684" y="415637"/>
                </a:lnTo>
                <a:cubicBezTo>
                  <a:pt x="626226" y="411942"/>
                  <a:pt x="631223" y="407258"/>
                  <a:pt x="637309" y="404553"/>
                </a:cubicBezTo>
                <a:cubicBezTo>
                  <a:pt x="647985" y="399808"/>
                  <a:pt x="659476" y="397164"/>
                  <a:pt x="670560" y="393470"/>
                </a:cubicBezTo>
                <a:lnTo>
                  <a:pt x="687186" y="387928"/>
                </a:lnTo>
                <a:cubicBezTo>
                  <a:pt x="692728" y="386081"/>
                  <a:pt x="698144" y="383803"/>
                  <a:pt x="703811" y="382386"/>
                </a:cubicBezTo>
                <a:cubicBezTo>
                  <a:pt x="718589" y="378691"/>
                  <a:pt x="733694" y="376119"/>
                  <a:pt x="748146" y="371302"/>
                </a:cubicBezTo>
                <a:lnTo>
                  <a:pt x="798022" y="354677"/>
                </a:lnTo>
                <a:cubicBezTo>
                  <a:pt x="803564" y="352830"/>
                  <a:pt x="809787" y="352375"/>
                  <a:pt x="814647" y="349135"/>
                </a:cubicBezTo>
                <a:cubicBezTo>
                  <a:pt x="836133" y="334811"/>
                  <a:pt x="824954" y="340157"/>
                  <a:pt x="847898" y="332510"/>
                </a:cubicBezTo>
                <a:lnTo>
                  <a:pt x="881149" y="310342"/>
                </a:lnTo>
                <a:cubicBezTo>
                  <a:pt x="886691" y="306647"/>
                  <a:pt x="891456" y="301365"/>
                  <a:pt x="897775" y="299259"/>
                </a:cubicBezTo>
                <a:lnTo>
                  <a:pt x="914400" y="293717"/>
                </a:lnTo>
                <a:cubicBezTo>
                  <a:pt x="919942" y="288175"/>
                  <a:pt x="924175" y="280897"/>
                  <a:pt x="931026" y="277091"/>
                </a:cubicBezTo>
                <a:cubicBezTo>
                  <a:pt x="941239" y="271417"/>
                  <a:pt x="964276" y="266008"/>
                  <a:pt x="964276" y="266008"/>
                </a:cubicBezTo>
                <a:cubicBezTo>
                  <a:pt x="969298" y="262242"/>
                  <a:pt x="994964" y="242351"/>
                  <a:pt x="1003069" y="238299"/>
                </a:cubicBezTo>
                <a:cubicBezTo>
                  <a:pt x="1008294" y="235687"/>
                  <a:pt x="1014153" y="234604"/>
                  <a:pt x="1019695" y="232757"/>
                </a:cubicBezTo>
                <a:cubicBezTo>
                  <a:pt x="1025237" y="229062"/>
                  <a:pt x="1030363" y="224652"/>
                  <a:pt x="1036320" y="221673"/>
                </a:cubicBezTo>
                <a:cubicBezTo>
                  <a:pt x="1041545" y="219060"/>
                  <a:pt x="1048085" y="219371"/>
                  <a:pt x="1052946" y="216131"/>
                </a:cubicBezTo>
                <a:cubicBezTo>
                  <a:pt x="1094460" y="188456"/>
                  <a:pt x="1046664" y="207142"/>
                  <a:pt x="1086196" y="193964"/>
                </a:cubicBezTo>
                <a:cubicBezTo>
                  <a:pt x="1139241" y="140922"/>
                  <a:pt x="1071321" y="203882"/>
                  <a:pt x="1119447" y="171797"/>
                </a:cubicBezTo>
                <a:cubicBezTo>
                  <a:pt x="1125968" y="167449"/>
                  <a:pt x="1129886" y="159983"/>
                  <a:pt x="1136073" y="155171"/>
                </a:cubicBezTo>
                <a:cubicBezTo>
                  <a:pt x="1146588" y="146993"/>
                  <a:pt x="1169324" y="133004"/>
                  <a:pt x="1169324" y="133004"/>
                </a:cubicBezTo>
                <a:cubicBezTo>
                  <a:pt x="1178131" y="119793"/>
                  <a:pt x="1192489" y="93546"/>
                  <a:pt x="1208116" y="83128"/>
                </a:cubicBezTo>
                <a:cubicBezTo>
                  <a:pt x="1212977" y="79888"/>
                  <a:pt x="1219200" y="79433"/>
                  <a:pt x="1224742" y="77586"/>
                </a:cubicBezTo>
                <a:cubicBezTo>
                  <a:pt x="1234854" y="62418"/>
                  <a:pt x="1234950" y="57655"/>
                  <a:pt x="1252451" y="49877"/>
                </a:cubicBezTo>
                <a:cubicBezTo>
                  <a:pt x="1263127" y="45132"/>
                  <a:pt x="1274618" y="42488"/>
                  <a:pt x="1285702" y="38793"/>
                </a:cubicBezTo>
                <a:cubicBezTo>
                  <a:pt x="1291244" y="36946"/>
                  <a:pt x="1297466" y="36491"/>
                  <a:pt x="1302327" y="33251"/>
                </a:cubicBezTo>
                <a:cubicBezTo>
                  <a:pt x="1307869" y="29557"/>
                  <a:pt x="1312996" y="25147"/>
                  <a:pt x="1318953" y="22168"/>
                </a:cubicBezTo>
                <a:cubicBezTo>
                  <a:pt x="1330315" y="16487"/>
                  <a:pt x="1352745" y="13193"/>
                  <a:pt x="1363287" y="11084"/>
                </a:cubicBezTo>
                <a:cubicBezTo>
                  <a:pt x="1414138" y="28034"/>
                  <a:pt x="1343235" y="9261"/>
                  <a:pt x="1396538" y="5542"/>
                </a:cubicBezTo>
                <a:cubicBezTo>
                  <a:pt x="1470273" y="398"/>
                  <a:pt x="1544320" y="1847"/>
                  <a:pt x="1618211" y="0"/>
                </a:cubicBezTo>
                <a:lnTo>
                  <a:pt x="1812175" y="5542"/>
                </a:lnTo>
                <a:cubicBezTo>
                  <a:pt x="1884282" y="8677"/>
                  <a:pt x="1854685" y="23385"/>
                  <a:pt x="1889760" y="0"/>
                </a:cubicBezTo>
                <a:cubicBezTo>
                  <a:pt x="1908233" y="1847"/>
                  <a:pt x="1926783" y="3034"/>
                  <a:pt x="1945178" y="5542"/>
                </a:cubicBezTo>
                <a:cubicBezTo>
                  <a:pt x="1967445" y="8579"/>
                  <a:pt x="1989251" y="15224"/>
                  <a:pt x="2011680" y="16626"/>
                </a:cubicBezTo>
                <a:cubicBezTo>
                  <a:pt x="2205888" y="28764"/>
                  <a:pt x="2050649" y="20364"/>
                  <a:pt x="2399607" y="27710"/>
                </a:cubicBezTo>
                <a:lnTo>
                  <a:pt x="2626822" y="33251"/>
                </a:lnTo>
                <a:cubicBezTo>
                  <a:pt x="2660736" y="44556"/>
                  <a:pt x="2629594" y="35383"/>
                  <a:pt x="2687782" y="44335"/>
                </a:cubicBezTo>
                <a:cubicBezTo>
                  <a:pt x="2697092" y="45767"/>
                  <a:pt x="2706255" y="48030"/>
                  <a:pt x="2715491" y="49877"/>
                </a:cubicBezTo>
                <a:cubicBezTo>
                  <a:pt x="2759826" y="48030"/>
                  <a:pt x="2804122" y="44335"/>
                  <a:pt x="2848495" y="44335"/>
                </a:cubicBezTo>
                <a:cubicBezTo>
                  <a:pt x="2854336" y="44335"/>
                  <a:pt x="2859453" y="48460"/>
                  <a:pt x="2865120" y="49877"/>
                </a:cubicBezTo>
                <a:cubicBezTo>
                  <a:pt x="2874258" y="52162"/>
                  <a:pt x="2883431" y="54792"/>
                  <a:pt x="2892829" y="55419"/>
                </a:cubicBezTo>
                <a:cubicBezTo>
                  <a:pt x="2911261" y="56648"/>
                  <a:pt x="2929774" y="55419"/>
                  <a:pt x="2948247" y="55419"/>
                </a:cubicBezTo>
              </a:path>
            </a:pathLst>
          </a:cu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85AA12C-EAC6-1946-B5FB-4E1CC707272C}"/>
              </a:ext>
            </a:extLst>
          </p:cNvPr>
          <p:cNvCxnSpPr>
            <a:cxnSpLocks/>
          </p:cNvCxnSpPr>
          <p:nvPr/>
        </p:nvCxnSpPr>
        <p:spPr>
          <a:xfrm flipH="1">
            <a:off x="7321502" y="4994259"/>
            <a:ext cx="141054" cy="149775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1F7B00C-D295-4B44-A00B-D919DC723ABC}"/>
              </a:ext>
            </a:extLst>
          </p:cNvPr>
          <p:cNvCxnSpPr>
            <a:cxnSpLocks/>
          </p:cNvCxnSpPr>
          <p:nvPr/>
        </p:nvCxnSpPr>
        <p:spPr>
          <a:xfrm flipH="1" flipV="1">
            <a:off x="7325885" y="5131003"/>
            <a:ext cx="157254" cy="95077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8F8D2BEA-3192-964C-972F-D41FDFE10274}"/>
              </a:ext>
            </a:extLst>
          </p:cNvPr>
          <p:cNvSpPr txBox="1"/>
          <p:nvPr/>
        </p:nvSpPr>
        <p:spPr>
          <a:xfrm>
            <a:off x="7433223" y="4864412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E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14AC930-87E4-5D45-989B-7C648F4F9EDE}"/>
              </a:ext>
            </a:extLst>
          </p:cNvPr>
          <p:cNvCxnSpPr>
            <a:cxnSpLocks/>
          </p:cNvCxnSpPr>
          <p:nvPr/>
        </p:nvCxnSpPr>
        <p:spPr>
          <a:xfrm>
            <a:off x="2901676" y="2590800"/>
            <a:ext cx="867266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02D8829A-955D-D148-8C08-01AAD86C4904}"/>
              </a:ext>
            </a:extLst>
          </p:cNvPr>
          <p:cNvSpPr txBox="1"/>
          <p:nvPr/>
        </p:nvSpPr>
        <p:spPr>
          <a:xfrm>
            <a:off x="1576918" y="2455934"/>
            <a:ext cx="14572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First order neuron</a:t>
            </a:r>
            <a:endParaRPr lang="en-US" sz="2000" b="1" dirty="0">
              <a:solidFill>
                <a:srgbClr val="C00000"/>
              </a:solidFill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93B7B10-9BAF-494B-87E3-709D6EB10477}"/>
              </a:ext>
            </a:extLst>
          </p:cNvPr>
          <p:cNvCxnSpPr>
            <a:cxnSpLocks/>
          </p:cNvCxnSpPr>
          <p:nvPr/>
        </p:nvCxnSpPr>
        <p:spPr>
          <a:xfrm>
            <a:off x="6248400" y="4413131"/>
            <a:ext cx="0" cy="663174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00CBFAAF-D859-D648-BB33-9CA502940B8D}"/>
              </a:ext>
            </a:extLst>
          </p:cNvPr>
          <p:cNvSpPr txBox="1"/>
          <p:nvPr/>
        </p:nvSpPr>
        <p:spPr>
          <a:xfrm>
            <a:off x="5506440" y="4114009"/>
            <a:ext cx="16991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Second order neuron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26" name="Down Arrow 25">
            <a:extLst>
              <a:ext uri="{FF2B5EF4-FFF2-40B4-BE49-F238E27FC236}">
                <a16:creationId xmlns:a16="http://schemas.microsoft.com/office/drawing/2014/main" id="{D2654814-3492-E340-A393-6EADE28AFBBB}"/>
              </a:ext>
            </a:extLst>
          </p:cNvPr>
          <p:cNvSpPr/>
          <p:nvPr/>
        </p:nvSpPr>
        <p:spPr>
          <a:xfrm>
            <a:off x="7162800" y="379663"/>
            <a:ext cx="414368" cy="1873025"/>
          </a:xfrm>
          <a:prstGeom prst="downArrow">
            <a:avLst/>
          </a:prstGeom>
          <a:solidFill>
            <a:srgbClr val="FF0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53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2" grpId="0" animBg="1"/>
      <p:bldP spid="3" grpId="0" animBg="1"/>
      <p:bldP spid="7" grpId="0" animBg="1"/>
      <p:bldP spid="84" grpId="0" animBg="1"/>
      <p:bldP spid="15" grpId="0" animBg="1"/>
      <p:bldP spid="88" grpId="0"/>
      <p:bldP spid="90" grpId="0"/>
      <p:bldP spid="99" grpId="0"/>
      <p:bldP spid="2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0687A-2AF7-EB49-BC9C-EA2F34C2B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63880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34000"/>
              </a:lnSpc>
              <a:buFont typeface="Times" charset="0"/>
              <a:buChar char="•"/>
              <a:defRPr/>
            </a:pPr>
            <a:r>
              <a:rPr lang="en-US" dirty="0">
                <a:ea typeface="ＭＳ Ｐゴシック" charset="-128"/>
                <a:cs typeface="ＭＳ Ｐゴシック" charset="-128"/>
              </a:rPr>
              <a:t>Somatic Motor</a:t>
            </a:r>
          </a:p>
          <a:p>
            <a:pPr lvl="1">
              <a:lnSpc>
                <a:spcPct val="134000"/>
              </a:lnSpc>
              <a:buFont typeface="Times" charset="0"/>
              <a:buChar char="•"/>
              <a:defRPr/>
            </a:pPr>
            <a:r>
              <a:rPr lang="en-US" dirty="0">
                <a:ea typeface="ＭＳ Ｐゴシック" charset="-128"/>
                <a:cs typeface="+mn-cs"/>
              </a:rPr>
              <a:t>Involves </a:t>
            </a:r>
            <a:r>
              <a:rPr lang="en-US" b="1" u="sng" dirty="0">
                <a:ea typeface="ＭＳ Ｐゴシック" charset="-128"/>
                <a:cs typeface="+mn-cs"/>
              </a:rPr>
              <a:t>2</a:t>
            </a:r>
            <a:r>
              <a:rPr lang="en-US" dirty="0">
                <a:ea typeface="ＭＳ Ｐゴシック" charset="-128"/>
                <a:cs typeface="+mn-cs"/>
              </a:rPr>
              <a:t> motor neurons</a:t>
            </a:r>
          </a:p>
          <a:p>
            <a:pPr lvl="2">
              <a:lnSpc>
                <a:spcPct val="134000"/>
              </a:lnSpc>
              <a:buFont typeface="Times" charset="0"/>
              <a:buChar char="•"/>
              <a:defRPr/>
            </a:pPr>
            <a:r>
              <a:rPr lang="en-US" dirty="0">
                <a:ea typeface="ＭＳ Ｐゴシック" charset="-128"/>
                <a:cs typeface="+mn-cs"/>
              </a:rPr>
              <a:t>1</a:t>
            </a:r>
            <a:r>
              <a:rPr lang="en-US" baseline="30000" dirty="0">
                <a:ea typeface="ＭＳ Ｐゴシック" charset="-128"/>
                <a:cs typeface="+mn-cs"/>
              </a:rPr>
              <a:t>st</a:t>
            </a:r>
            <a:r>
              <a:rPr lang="en-US" dirty="0">
                <a:ea typeface="ＭＳ Ｐゴシック" charset="-128"/>
                <a:cs typeface="+mn-cs"/>
              </a:rPr>
              <a:t> order neuron: Cerebrum </a:t>
            </a:r>
            <a:r>
              <a:rPr lang="en-US" dirty="0">
                <a:ea typeface="ＭＳ Ｐゴシック" charset="-128"/>
                <a:cs typeface="+mn-cs"/>
                <a:sym typeface="Wingdings" pitchFamily="2" charset="2"/>
              </a:rPr>
              <a:t> Spinal cord</a:t>
            </a:r>
          </a:p>
          <a:p>
            <a:pPr lvl="2">
              <a:lnSpc>
                <a:spcPct val="134000"/>
              </a:lnSpc>
              <a:buFont typeface="Times" charset="0"/>
              <a:buChar char="•"/>
              <a:defRPr/>
            </a:pPr>
            <a:r>
              <a:rPr lang="en-US" dirty="0">
                <a:ea typeface="ＭＳ Ｐゴシック" charset="-128"/>
                <a:cs typeface="+mn-cs"/>
              </a:rPr>
              <a:t>2</a:t>
            </a:r>
            <a:r>
              <a:rPr lang="en-US" baseline="30000" dirty="0">
                <a:ea typeface="ＭＳ Ｐゴシック" charset="-128"/>
                <a:cs typeface="+mn-cs"/>
              </a:rPr>
              <a:t>nd</a:t>
            </a:r>
            <a:r>
              <a:rPr lang="en-US" dirty="0">
                <a:ea typeface="ＭＳ Ｐゴシック" charset="-128"/>
                <a:cs typeface="+mn-cs"/>
              </a:rPr>
              <a:t> order neuron: Spinal cord </a:t>
            </a:r>
            <a:r>
              <a:rPr lang="en-US" dirty="0">
                <a:ea typeface="ＭＳ Ｐゴシック" charset="-128"/>
                <a:cs typeface="+mn-cs"/>
                <a:sym typeface="Wingdings" pitchFamily="2" charset="2"/>
              </a:rPr>
              <a:t> Skeletal muscle</a:t>
            </a:r>
          </a:p>
          <a:p>
            <a:pPr lvl="1">
              <a:lnSpc>
                <a:spcPct val="134000"/>
              </a:lnSpc>
              <a:buFont typeface="Times" charset="0"/>
              <a:buChar char="•"/>
              <a:defRPr/>
            </a:pPr>
            <a:r>
              <a:rPr lang="en-US" i="1" dirty="0">
                <a:ea typeface="ＭＳ Ｐゴシック" charset="-128"/>
                <a:cs typeface="+mn-cs"/>
              </a:rPr>
              <a:t>Does NOT involve ganglia</a:t>
            </a:r>
          </a:p>
          <a:p>
            <a:pPr marL="457200" lvl="1" indent="0">
              <a:lnSpc>
                <a:spcPct val="134000"/>
              </a:lnSpc>
              <a:buNone/>
              <a:defRPr/>
            </a:pPr>
            <a:endParaRPr lang="en-US" sz="1900" dirty="0">
              <a:ea typeface="ＭＳ Ｐゴシック" charset="-128"/>
              <a:cs typeface="+mn-cs"/>
            </a:endParaRPr>
          </a:p>
          <a:p>
            <a:pPr>
              <a:lnSpc>
                <a:spcPct val="134000"/>
              </a:lnSpc>
              <a:buFont typeface="Times" charset="0"/>
              <a:buChar char="•"/>
              <a:defRPr/>
            </a:pPr>
            <a:r>
              <a:rPr lang="en-US" dirty="0">
                <a:ea typeface="ＭＳ Ｐゴシック" charset="-128"/>
                <a:cs typeface="ＭＳ Ｐゴシック" charset="-128"/>
              </a:rPr>
              <a:t>Visceral Motor (aka </a:t>
            </a:r>
            <a:r>
              <a:rPr lang="en-US" b="1" dirty="0">
                <a:ea typeface="ＭＳ Ｐゴシック" charset="-128"/>
                <a:cs typeface="ＭＳ Ｐゴシック" charset="-128"/>
              </a:rPr>
              <a:t>Autonomic Nervous System</a:t>
            </a:r>
            <a:r>
              <a:rPr lang="en-US" dirty="0">
                <a:ea typeface="ＭＳ Ｐゴシック" charset="-128"/>
                <a:cs typeface="ＭＳ Ｐゴシック" charset="-128"/>
              </a:rPr>
              <a:t>)</a:t>
            </a:r>
          </a:p>
          <a:p>
            <a:pPr lvl="1">
              <a:lnSpc>
                <a:spcPct val="134000"/>
              </a:lnSpc>
              <a:buFont typeface="Times" charset="0"/>
              <a:buChar char="•"/>
              <a:defRPr/>
            </a:pPr>
            <a:r>
              <a:rPr lang="en-US" dirty="0">
                <a:ea typeface="ＭＳ Ｐゴシック" charset="-128"/>
                <a:cs typeface="+mn-cs"/>
              </a:rPr>
              <a:t>Involves </a:t>
            </a:r>
            <a:r>
              <a:rPr lang="en-US" b="1" u="sng" dirty="0">
                <a:ea typeface="ＭＳ Ｐゴシック" charset="-128"/>
                <a:cs typeface="+mn-cs"/>
              </a:rPr>
              <a:t>3</a:t>
            </a:r>
            <a:r>
              <a:rPr lang="en-US" dirty="0">
                <a:ea typeface="ＭＳ Ｐゴシック" charset="-128"/>
                <a:cs typeface="+mn-cs"/>
              </a:rPr>
              <a:t> motor neurons </a:t>
            </a:r>
          </a:p>
          <a:p>
            <a:pPr lvl="2">
              <a:lnSpc>
                <a:spcPct val="134000"/>
              </a:lnSpc>
              <a:buFont typeface="Times" charset="0"/>
              <a:buChar char="•"/>
              <a:defRPr/>
            </a:pPr>
            <a:r>
              <a:rPr lang="en-US" dirty="0">
                <a:ea typeface="ＭＳ Ｐゴシック" charset="-128"/>
              </a:rPr>
              <a:t>1</a:t>
            </a:r>
            <a:r>
              <a:rPr lang="en-US" baseline="30000" dirty="0">
                <a:ea typeface="ＭＳ Ｐゴシック" charset="-128"/>
              </a:rPr>
              <a:t>st</a:t>
            </a:r>
            <a:r>
              <a:rPr lang="en-US" dirty="0">
                <a:ea typeface="ＭＳ Ｐゴシック" charset="-128"/>
              </a:rPr>
              <a:t> order neuron: Nuclei in brainstem </a:t>
            </a:r>
            <a:r>
              <a:rPr lang="en-US" dirty="0">
                <a:ea typeface="ＭＳ Ｐゴシック" charset="-128"/>
                <a:sym typeface="Wingdings" pitchFamily="2" charset="2"/>
              </a:rPr>
              <a:t> Spinal cord</a:t>
            </a:r>
          </a:p>
          <a:p>
            <a:pPr lvl="2">
              <a:lnSpc>
                <a:spcPct val="134000"/>
              </a:lnSpc>
              <a:buFont typeface="Times" charset="0"/>
              <a:buChar char="•"/>
              <a:defRPr/>
            </a:pPr>
            <a:r>
              <a:rPr lang="en-US" dirty="0">
                <a:ea typeface="ＭＳ Ｐゴシック" charset="-128"/>
              </a:rPr>
              <a:t>2</a:t>
            </a:r>
            <a:r>
              <a:rPr lang="en-US" baseline="30000" dirty="0">
                <a:ea typeface="ＭＳ Ｐゴシック" charset="-128"/>
              </a:rPr>
              <a:t>nd</a:t>
            </a:r>
            <a:r>
              <a:rPr lang="en-US" dirty="0">
                <a:ea typeface="ＭＳ Ｐゴシック" charset="-128"/>
              </a:rPr>
              <a:t> order neuron: Spinal cord </a:t>
            </a:r>
            <a:r>
              <a:rPr lang="en-US" dirty="0">
                <a:ea typeface="ＭＳ Ｐゴシック" charset="-128"/>
                <a:sym typeface="Wingdings" pitchFamily="2" charset="2"/>
              </a:rPr>
              <a:t> Ganglia</a:t>
            </a:r>
          </a:p>
          <a:p>
            <a:pPr lvl="2">
              <a:lnSpc>
                <a:spcPct val="134000"/>
              </a:lnSpc>
              <a:buFont typeface="Times" charset="0"/>
              <a:buChar char="•"/>
              <a:defRPr/>
            </a:pPr>
            <a:r>
              <a:rPr lang="en-US" dirty="0">
                <a:ea typeface="ＭＳ Ｐゴシック" charset="-128"/>
                <a:sym typeface="Wingdings" pitchFamily="2" charset="2"/>
              </a:rPr>
              <a:t>3</a:t>
            </a:r>
            <a:r>
              <a:rPr lang="en-US" baseline="30000" dirty="0">
                <a:ea typeface="ＭＳ Ｐゴシック" charset="-128"/>
                <a:sym typeface="Wingdings" pitchFamily="2" charset="2"/>
              </a:rPr>
              <a:t>rd</a:t>
            </a:r>
            <a:r>
              <a:rPr lang="en-US" dirty="0">
                <a:ea typeface="ＭＳ Ｐゴシック" charset="-128"/>
                <a:sym typeface="Wingdings" pitchFamily="2" charset="2"/>
              </a:rPr>
              <a:t> order neuron: Ganglia  Internal organ</a:t>
            </a:r>
          </a:p>
          <a:p>
            <a:pPr lvl="1">
              <a:lnSpc>
                <a:spcPct val="134000"/>
              </a:lnSpc>
              <a:buFont typeface="Times" charset="0"/>
              <a:buChar char="•"/>
              <a:defRPr/>
            </a:pPr>
            <a:r>
              <a:rPr lang="en-US" i="1" dirty="0">
                <a:ea typeface="ＭＳ Ｐゴシック" charset="-128"/>
                <a:cs typeface="+mn-cs"/>
              </a:rPr>
              <a:t>Involves ganglia outside the CNS</a:t>
            </a:r>
          </a:p>
          <a:p>
            <a:pPr lvl="1">
              <a:lnSpc>
                <a:spcPct val="134000"/>
              </a:lnSpc>
              <a:buFont typeface="Times" charset="0"/>
              <a:buChar char="•"/>
              <a:defRPr/>
            </a:pPr>
            <a:endParaRPr lang="en-US" sz="1900" b="1" u="sng" dirty="0">
              <a:ea typeface="ＭＳ Ｐゴシック" charset="-128"/>
              <a:cs typeface="+mn-cs"/>
            </a:endParaRPr>
          </a:p>
          <a:p>
            <a:pPr lvl="1">
              <a:lnSpc>
                <a:spcPct val="134000"/>
              </a:lnSpc>
              <a:buFont typeface="Times" charset="0"/>
              <a:buChar char="•"/>
              <a:defRPr/>
            </a:pPr>
            <a:r>
              <a:rPr lang="en-US" b="1" u="sng" dirty="0">
                <a:ea typeface="ＭＳ Ｐゴシック" charset="-128"/>
                <a:cs typeface="+mn-cs"/>
              </a:rPr>
              <a:t>2</a:t>
            </a:r>
            <a:r>
              <a:rPr lang="en-US" dirty="0">
                <a:ea typeface="ＭＳ Ｐゴシック" charset="-128"/>
                <a:cs typeface="+mn-cs"/>
              </a:rPr>
              <a:t> Divisions</a:t>
            </a:r>
          </a:p>
          <a:p>
            <a:pPr marL="1371600" lvl="2" indent="-457200">
              <a:lnSpc>
                <a:spcPct val="134000"/>
              </a:lnSpc>
              <a:buFont typeface="+mj-lt"/>
              <a:buAutoNum type="arabicParenR"/>
              <a:defRPr/>
            </a:pPr>
            <a:r>
              <a:rPr lang="en-US" dirty="0">
                <a:ea typeface="ＭＳ Ｐゴシック" charset="-128"/>
                <a:cs typeface="+mn-cs"/>
              </a:rPr>
              <a:t>Sympathetic division</a:t>
            </a:r>
          </a:p>
          <a:p>
            <a:pPr marL="1371600" lvl="2" indent="-457200">
              <a:lnSpc>
                <a:spcPct val="134000"/>
              </a:lnSpc>
              <a:buFont typeface="+mj-lt"/>
              <a:buAutoNum type="arabicParenR"/>
              <a:defRPr/>
            </a:pPr>
            <a:r>
              <a:rPr lang="en-US" dirty="0">
                <a:ea typeface="ＭＳ Ｐゴシック" charset="-128"/>
                <a:cs typeface="+mn-cs"/>
              </a:rPr>
              <a:t>Parasympathetic division</a:t>
            </a: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3AB81124-6F2F-41D2-9333-51A5CB95F820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AA87F16-C9EF-E345-975F-E0B9FAC281F0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000" b="1" dirty="0"/>
              <a:t>AUTONOMIC NERVOUS SYSTEM</a:t>
            </a:r>
          </a:p>
        </p:txBody>
      </p:sp>
    </p:spTree>
    <p:extLst>
      <p:ext uri="{BB962C8B-B14F-4D97-AF65-F5344CB8AC3E}">
        <p14:creationId xmlns:p14="http://schemas.microsoft.com/office/powerpoint/2010/main" val="24814867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4">
            <a:extLst>
              <a:ext uri="{FF2B5EF4-FFF2-40B4-BE49-F238E27FC236}">
                <a16:creationId xmlns:a16="http://schemas.microsoft.com/office/drawing/2014/main" id="{0705FD41-5BBD-414F-A8E8-F013039C64F6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52400" y="1143000"/>
            <a:ext cx="8991600" cy="5435600"/>
          </a:xfrm>
        </p:spPr>
        <p:txBody>
          <a:bodyPr>
            <a:normAutofit fontScale="92500" lnSpcReduction="10000"/>
          </a:bodyPr>
          <a:lstStyle/>
          <a:p>
            <a:pPr marL="215900" indent="-215900" eaLnBrk="1" hangingPunct="1">
              <a:lnSpc>
                <a:spcPct val="114000"/>
              </a:lnSpc>
            </a:pPr>
            <a:r>
              <a:rPr lang="en-US" altLang="en-US" dirty="0">
                <a:latin typeface="Arial" panose="020B0604020202020204" pitchFamily="34" charset="0"/>
              </a:rPr>
              <a:t>Visceral Motor System = Autonomic Nervous System (ANS)</a:t>
            </a:r>
          </a:p>
          <a:p>
            <a:pPr marL="615950" lvl="1" indent="-215900" eaLnBrk="1" hangingPunct="1">
              <a:lnSpc>
                <a:spcPct val="114000"/>
              </a:lnSpc>
            </a:pPr>
            <a:r>
              <a:rPr lang="en-US" altLang="en-US" i="1" dirty="0">
                <a:latin typeface="Arial" panose="020B0604020202020204" pitchFamily="34" charset="0"/>
              </a:rPr>
              <a:t>Controls all activity outside conscious control</a:t>
            </a:r>
          </a:p>
          <a:p>
            <a:pPr marL="615950" lvl="1" indent="-215900" eaLnBrk="1" hangingPunct="1">
              <a:lnSpc>
                <a:spcPct val="114000"/>
              </a:lnSpc>
              <a:buFont typeface="Times" panose="02020603050405020304" pitchFamily="18" charset="0"/>
              <a:buNone/>
            </a:pPr>
            <a:endParaRPr lang="en-US" altLang="en-US" sz="2200" i="1" dirty="0">
              <a:latin typeface="Arial" panose="020B0604020202020204" pitchFamily="34" charset="0"/>
            </a:endParaRPr>
          </a:p>
          <a:p>
            <a:pPr marL="215900" indent="-215900" eaLnBrk="1" hangingPunct="1">
              <a:lnSpc>
                <a:spcPct val="114000"/>
              </a:lnSpc>
            </a:pPr>
            <a:r>
              <a:rPr lang="en-US" altLang="en-US" b="1" u="sng" dirty="0">
                <a:latin typeface="Arial" panose="020B0604020202020204" pitchFamily="34" charset="0"/>
              </a:rPr>
              <a:t>2</a:t>
            </a:r>
            <a:r>
              <a:rPr lang="en-US" altLang="en-US" dirty="0">
                <a:latin typeface="Arial" panose="020B0604020202020204" pitchFamily="34" charset="0"/>
              </a:rPr>
              <a:t> Divisions of the ANS</a:t>
            </a:r>
          </a:p>
          <a:p>
            <a:pPr marL="615950" lvl="1" indent="-215900" eaLnBrk="1" hangingPunct="1">
              <a:lnSpc>
                <a:spcPct val="114000"/>
              </a:lnSpc>
              <a:buFont typeface="Calibri" panose="020F0502020204030204" pitchFamily="34" charset="0"/>
              <a:buAutoNum type="arabicParenR"/>
            </a:pPr>
            <a:r>
              <a:rPr lang="en-US" altLang="en-US" b="1" dirty="0">
                <a:latin typeface="Arial" panose="020B0604020202020204" pitchFamily="34" charset="0"/>
              </a:rPr>
              <a:t> Sympathetic</a:t>
            </a:r>
            <a:r>
              <a:rPr lang="en-US" altLang="en-US" dirty="0">
                <a:latin typeface="Arial" panose="020B0604020202020204" pitchFamily="34" charset="0"/>
              </a:rPr>
              <a:t> division</a:t>
            </a:r>
          </a:p>
          <a:p>
            <a:pPr lvl="2" indent="-241300" eaLnBrk="1" hangingPunct="1">
              <a:lnSpc>
                <a:spcPct val="114000"/>
              </a:lnSpc>
            </a:pPr>
            <a:r>
              <a:rPr lang="en-US" altLang="en-US" dirty="0">
                <a:latin typeface="Arial" panose="020B0604020202020204" pitchFamily="34" charset="0"/>
              </a:rPr>
              <a:t>“On-switch”</a:t>
            </a:r>
          </a:p>
          <a:p>
            <a:pPr lvl="2" indent="-241300" eaLnBrk="1" hangingPunct="1">
              <a:lnSpc>
                <a:spcPct val="114000"/>
              </a:lnSpc>
            </a:pPr>
            <a:r>
              <a:rPr lang="en-US" altLang="en-US" dirty="0">
                <a:latin typeface="Arial" panose="020B0604020202020204" pitchFamily="34" charset="0"/>
              </a:rPr>
              <a:t>Known as the </a:t>
            </a:r>
            <a:r>
              <a:rPr lang="ja-JP" altLang="en-US" i="1">
                <a:latin typeface="Arial" panose="020B0604020202020204" pitchFamily="34" charset="0"/>
              </a:rPr>
              <a:t>“</a:t>
            </a:r>
            <a:r>
              <a:rPr lang="en-US" altLang="ja-JP" i="1" dirty="0">
                <a:latin typeface="Arial" panose="020B0604020202020204" pitchFamily="34" charset="0"/>
              </a:rPr>
              <a:t>fight or flight</a:t>
            </a:r>
            <a:r>
              <a:rPr lang="ja-JP" altLang="en-US" i="1">
                <a:latin typeface="Arial" panose="020B0604020202020204" pitchFamily="34" charset="0"/>
              </a:rPr>
              <a:t>”</a:t>
            </a:r>
            <a:r>
              <a:rPr lang="en-US" altLang="ja-JP" i="1" dirty="0">
                <a:latin typeface="Arial" panose="020B0604020202020204" pitchFamily="34" charset="0"/>
              </a:rPr>
              <a:t> </a:t>
            </a:r>
            <a:r>
              <a:rPr lang="en-US" altLang="ja-JP" dirty="0">
                <a:latin typeface="Arial" panose="020B0604020202020204" pitchFamily="34" charset="0"/>
              </a:rPr>
              <a:t>system</a:t>
            </a:r>
          </a:p>
          <a:p>
            <a:pPr marL="901700" lvl="2" indent="0" eaLnBrk="1" hangingPunct="1">
              <a:lnSpc>
                <a:spcPct val="114000"/>
              </a:lnSpc>
              <a:buNone/>
            </a:pPr>
            <a:endParaRPr lang="en-US" altLang="ja-JP" sz="1300" dirty="0">
              <a:latin typeface="Arial" panose="020B0604020202020204" pitchFamily="34" charset="0"/>
            </a:endParaRPr>
          </a:p>
          <a:p>
            <a:pPr marL="615950" lvl="1" indent="-215900" eaLnBrk="1" hangingPunct="1">
              <a:lnSpc>
                <a:spcPct val="114000"/>
              </a:lnSpc>
              <a:buFont typeface="Calibri" panose="020F0502020204030204" pitchFamily="34" charset="0"/>
              <a:buAutoNum type="arabicParenR"/>
            </a:pPr>
            <a:r>
              <a:rPr lang="en-US" altLang="en-US" b="1" dirty="0">
                <a:latin typeface="Arial" panose="020B0604020202020204" pitchFamily="34" charset="0"/>
              </a:rPr>
              <a:t> Parasympathetic</a:t>
            </a:r>
            <a:r>
              <a:rPr lang="en-US" altLang="en-US" dirty="0">
                <a:latin typeface="Arial" panose="020B0604020202020204" pitchFamily="34" charset="0"/>
              </a:rPr>
              <a:t> division</a:t>
            </a:r>
          </a:p>
          <a:p>
            <a:pPr lvl="2" indent="-241300" eaLnBrk="1" hangingPunct="1">
              <a:lnSpc>
                <a:spcPct val="114000"/>
              </a:lnSpc>
            </a:pPr>
            <a:r>
              <a:rPr lang="en-US" altLang="en-US" dirty="0">
                <a:latin typeface="Arial" panose="020B0604020202020204" pitchFamily="34" charset="0"/>
              </a:rPr>
              <a:t>”Off-switch”</a:t>
            </a:r>
          </a:p>
          <a:p>
            <a:pPr lvl="2" indent="-241300" eaLnBrk="1" hangingPunct="1">
              <a:lnSpc>
                <a:spcPct val="114000"/>
              </a:lnSpc>
            </a:pPr>
            <a:r>
              <a:rPr lang="en-US" altLang="en-US" dirty="0">
                <a:latin typeface="Arial" panose="020B0604020202020204" pitchFamily="34" charset="0"/>
              </a:rPr>
              <a:t>Known as the </a:t>
            </a:r>
            <a:r>
              <a:rPr lang="ja-JP" altLang="en-US" i="1">
                <a:latin typeface="Arial" panose="020B0604020202020204" pitchFamily="34" charset="0"/>
              </a:rPr>
              <a:t>“</a:t>
            </a:r>
            <a:r>
              <a:rPr lang="en-US" altLang="ja-JP" i="1" dirty="0">
                <a:latin typeface="Arial" panose="020B0604020202020204" pitchFamily="34" charset="0"/>
              </a:rPr>
              <a:t>rest and digest</a:t>
            </a:r>
            <a:r>
              <a:rPr lang="ja-JP" altLang="en-US" i="1">
                <a:latin typeface="Arial" panose="020B0604020202020204" pitchFamily="34" charset="0"/>
              </a:rPr>
              <a:t>”</a:t>
            </a:r>
            <a:r>
              <a:rPr lang="en-US" altLang="ja-JP" i="1" dirty="0">
                <a:latin typeface="Arial" panose="020B0604020202020204" pitchFamily="34" charset="0"/>
              </a:rPr>
              <a:t> </a:t>
            </a:r>
            <a:r>
              <a:rPr lang="en-US" altLang="ja-JP" dirty="0">
                <a:latin typeface="Arial" panose="020B0604020202020204" pitchFamily="34" charset="0"/>
              </a:rPr>
              <a:t>system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C1A9CE7F-C1B4-41B9-A3B4-EA99E41EDA1A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83971" name="Title 1">
            <a:extLst>
              <a:ext uri="{FF2B5EF4-FFF2-40B4-BE49-F238E27FC236}">
                <a16:creationId xmlns:a16="http://schemas.microsoft.com/office/drawing/2014/main" id="{1C519935-DEB5-4BE4-BDB3-F7664B9E165E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000" b="1" dirty="0"/>
              <a:t>AUTONOMIC NERVOUS SYSTEM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099EB6-D39D-DA41-AA36-079873648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895600"/>
            <a:ext cx="28575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9811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3" name="Picture 1" descr="file:///C:\Users\rajesh\Desktop\20-Feb\Chapter 07\Unlabeled\figure_07_26-U.jpg">
            <a:extLst>
              <a:ext uri="{FF2B5EF4-FFF2-40B4-BE49-F238E27FC236}">
                <a16:creationId xmlns:a16="http://schemas.microsoft.com/office/drawing/2014/main" id="{DE350500-08E4-48D4-815D-341AD3244656}"/>
              </a:ext>
            </a:extLst>
          </p:cNvPr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28"/>
          <a:stretch>
            <a:fillRect/>
          </a:stretch>
        </p:blipFill>
        <p:spPr bwMode="auto">
          <a:xfrm>
            <a:off x="298450" y="1120775"/>
            <a:ext cx="8547100" cy="543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4" name="TextBox 2">
            <a:extLst>
              <a:ext uri="{FF2B5EF4-FFF2-40B4-BE49-F238E27FC236}">
                <a16:creationId xmlns:a16="http://schemas.microsoft.com/office/drawing/2014/main" id="{DD2AF535-D04C-417F-9EF0-06E38A014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2700" y="1119188"/>
            <a:ext cx="1168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</a:rPr>
              <a:t>Central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</a:rPr>
              <a:t>nervous system</a:t>
            </a:r>
          </a:p>
        </p:txBody>
      </p:sp>
      <p:sp>
        <p:nvSpPr>
          <p:cNvPr id="79875" name="TextBox 4">
            <a:extLst>
              <a:ext uri="{FF2B5EF4-FFF2-40B4-BE49-F238E27FC236}">
                <a16:creationId xmlns:a16="http://schemas.microsoft.com/office/drawing/2014/main" id="{009AA372-2C06-46FE-A50D-AEC5C09B7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9113" y="1323975"/>
            <a:ext cx="1963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</a:rPr>
              <a:t>Peripheral nervous system</a:t>
            </a:r>
          </a:p>
        </p:txBody>
      </p:sp>
      <p:sp>
        <p:nvSpPr>
          <p:cNvPr id="79876" name="TextBox 6">
            <a:extLst>
              <a:ext uri="{FF2B5EF4-FFF2-40B4-BE49-F238E27FC236}">
                <a16:creationId xmlns:a16="http://schemas.microsoft.com/office/drawing/2014/main" id="{8453BA5B-0710-4BCB-9E41-DC5A94CDD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9813" y="1323975"/>
            <a:ext cx="113665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</a:rPr>
              <a:t>Effector organs</a:t>
            </a:r>
          </a:p>
        </p:txBody>
      </p:sp>
      <p:sp>
        <p:nvSpPr>
          <p:cNvPr id="79877" name="TextBox 7">
            <a:extLst>
              <a:ext uri="{FF2B5EF4-FFF2-40B4-BE49-F238E27FC236}">
                <a16:creationId xmlns:a16="http://schemas.microsoft.com/office/drawing/2014/main" id="{97DFD869-0330-4A58-BFB3-898957C01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105025"/>
            <a:ext cx="2074863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Arial Black" panose="020B0A04020102020204" pitchFamily="34" charset="0"/>
              </a:rPr>
              <a:t>Somatic nervous system</a:t>
            </a:r>
          </a:p>
        </p:txBody>
      </p:sp>
      <p:sp>
        <p:nvSpPr>
          <p:cNvPr id="79878" name="TextBox 8">
            <a:extLst>
              <a:ext uri="{FF2B5EF4-FFF2-40B4-BE49-F238E27FC236}">
                <a16:creationId xmlns:a16="http://schemas.microsoft.com/office/drawing/2014/main" id="{81EF0C8F-9BC7-432B-9FBA-3A53477FC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1900" y="2108200"/>
            <a:ext cx="115252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</a:rPr>
              <a:t>Skeletal muscle</a:t>
            </a:r>
          </a:p>
        </p:txBody>
      </p:sp>
      <p:sp>
        <p:nvSpPr>
          <p:cNvPr id="79879" name="TextBox 11">
            <a:extLst>
              <a:ext uri="{FF2B5EF4-FFF2-40B4-BE49-F238E27FC236}">
                <a16:creationId xmlns:a16="http://schemas.microsoft.com/office/drawing/2014/main" id="{1D8BFA55-A18C-4278-B971-B5A225CDD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0613" y="2686050"/>
            <a:ext cx="12684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</a:rPr>
              <a:t>Smooth muscle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</a:rPr>
              <a:t>(e.g., in stomach)</a:t>
            </a:r>
          </a:p>
        </p:txBody>
      </p:sp>
      <p:sp>
        <p:nvSpPr>
          <p:cNvPr id="79880" name="TextBox 13">
            <a:extLst>
              <a:ext uri="{FF2B5EF4-FFF2-40B4-BE49-F238E27FC236}">
                <a16:creationId xmlns:a16="http://schemas.microsoft.com/office/drawing/2014/main" id="{3D6DC8D4-791E-47CE-A4B0-F11E92B5B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7175" y="3389313"/>
            <a:ext cx="10588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Arial Black" panose="020B0A04020102020204" pitchFamily="34" charset="0"/>
              </a:rPr>
              <a:t>Sympathetic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Arial Black" panose="020B0A04020102020204" pitchFamily="34" charset="0"/>
              </a:rPr>
              <a:t>division</a:t>
            </a:r>
          </a:p>
        </p:txBody>
      </p:sp>
      <p:sp>
        <p:nvSpPr>
          <p:cNvPr id="79881" name="TextBox 15">
            <a:extLst>
              <a:ext uri="{FF2B5EF4-FFF2-40B4-BE49-F238E27FC236}">
                <a16:creationId xmlns:a16="http://schemas.microsoft.com/office/drawing/2014/main" id="{1E06A359-9C4A-4029-9903-341D48DC6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00" y="3760788"/>
            <a:ext cx="906463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Arial Black" panose="020B0A04020102020204" pitchFamily="34" charset="0"/>
              </a:rPr>
              <a:t>Autonomic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Arial Black" panose="020B0A04020102020204" pitchFamily="34" charset="0"/>
              </a:rPr>
              <a:t>nervous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Arial Black" panose="020B0A04020102020204" pitchFamily="34" charset="0"/>
              </a:rPr>
              <a:t>system</a:t>
            </a:r>
          </a:p>
        </p:txBody>
      </p:sp>
      <p:sp>
        <p:nvSpPr>
          <p:cNvPr id="79882" name="TextBox 18">
            <a:extLst>
              <a:ext uri="{FF2B5EF4-FFF2-40B4-BE49-F238E27FC236}">
                <a16:creationId xmlns:a16="http://schemas.microsoft.com/office/drawing/2014/main" id="{1F191038-47A2-4E18-B6D8-FD80F3DED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0700" y="3344863"/>
            <a:ext cx="66992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</a:rPr>
              <a:t>Ganglion</a:t>
            </a:r>
          </a:p>
        </p:txBody>
      </p:sp>
      <p:sp>
        <p:nvSpPr>
          <p:cNvPr id="79883" name="TextBox 22">
            <a:extLst>
              <a:ext uri="{FF2B5EF4-FFF2-40B4-BE49-F238E27FC236}">
                <a16:creationId xmlns:a16="http://schemas.microsoft.com/office/drawing/2014/main" id="{B0225D08-7583-4A30-A931-2AC6BB02E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1488" y="3949700"/>
            <a:ext cx="4683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</a:rPr>
              <a:t>Blood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</a:rPr>
              <a:t>vessel</a:t>
            </a:r>
          </a:p>
        </p:txBody>
      </p:sp>
      <p:sp>
        <p:nvSpPr>
          <p:cNvPr id="79884" name="TextBox 24">
            <a:extLst>
              <a:ext uri="{FF2B5EF4-FFF2-40B4-BE49-F238E27FC236}">
                <a16:creationId xmlns:a16="http://schemas.microsoft.com/office/drawing/2014/main" id="{4038EE50-E3B9-417F-82D2-31306582E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6100" y="3941763"/>
            <a:ext cx="5222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</a:rPr>
              <a:t>Glands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7FAF13-41C4-1A44-B6F2-ADD11FB52ED8}"/>
              </a:ext>
            </a:extLst>
          </p:cNvPr>
          <p:cNvSpPr txBox="1"/>
          <p:nvPr/>
        </p:nvSpPr>
        <p:spPr>
          <a:xfrm>
            <a:off x="1377950" y="4770438"/>
            <a:ext cx="1363663" cy="3540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1150" b="1" dirty="0">
                <a:solidFill>
                  <a:srgbClr val="000000"/>
                </a:solidFill>
                <a:latin typeface="Arial Black" panose="020B0A04020102020204" pitchFamily="34" charset="0"/>
                <a:ea typeface="ＭＳ Ｐゴシック" charset="0"/>
                <a:cs typeface="ＭＳ Ｐゴシック" charset="0"/>
              </a:rPr>
              <a:t>Parasympathetic</a:t>
            </a:r>
          </a:p>
          <a:p>
            <a:pPr algn="ctr">
              <a:defRPr/>
            </a:pPr>
            <a:r>
              <a:rPr lang="en-US" sz="1150" b="1" dirty="0">
                <a:solidFill>
                  <a:srgbClr val="000000"/>
                </a:solidFill>
                <a:latin typeface="Arial Black" panose="020B0A04020102020204" pitchFamily="34" charset="0"/>
                <a:ea typeface="ＭＳ Ｐゴシック" charset="0"/>
                <a:cs typeface="ＭＳ Ｐゴシック" charset="0"/>
              </a:rPr>
              <a:t>division</a:t>
            </a:r>
          </a:p>
        </p:txBody>
      </p:sp>
      <p:sp>
        <p:nvSpPr>
          <p:cNvPr id="79886" name="TextBox 29">
            <a:extLst>
              <a:ext uri="{FF2B5EF4-FFF2-40B4-BE49-F238E27FC236}">
                <a16:creationId xmlns:a16="http://schemas.microsoft.com/office/drawing/2014/main" id="{2F9D02A2-F604-40C6-BA24-F6F9F0B50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6100" y="4714875"/>
            <a:ext cx="5619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</a:rPr>
              <a:t>Cardiac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</a:rPr>
              <a:t>muscle</a:t>
            </a:r>
          </a:p>
        </p:txBody>
      </p:sp>
      <p:sp>
        <p:nvSpPr>
          <p:cNvPr id="79887" name="TextBox 31">
            <a:extLst>
              <a:ext uri="{FF2B5EF4-FFF2-40B4-BE49-F238E27FC236}">
                <a16:creationId xmlns:a16="http://schemas.microsoft.com/office/drawing/2014/main" id="{7C776C5B-B520-4ECB-ACAB-2F20E01DB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2300" y="5195888"/>
            <a:ext cx="66992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</a:rPr>
              <a:t>Ganglion</a:t>
            </a:r>
          </a:p>
        </p:txBody>
      </p:sp>
      <p:sp>
        <p:nvSpPr>
          <p:cNvPr id="79888" name="TextBox 32">
            <a:extLst>
              <a:ext uri="{FF2B5EF4-FFF2-40B4-BE49-F238E27FC236}">
                <a16:creationId xmlns:a16="http://schemas.microsoft.com/office/drawing/2014/main" id="{950AF4DC-4F24-447D-A3AD-258673649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00" y="5675313"/>
            <a:ext cx="401638" cy="18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Arial Black" panose="020B0A04020102020204" pitchFamily="34" charset="0"/>
              </a:rPr>
              <a:t>KEY:</a:t>
            </a:r>
          </a:p>
        </p:txBody>
      </p:sp>
      <p:sp>
        <p:nvSpPr>
          <p:cNvPr id="79889" name="TextBox 33">
            <a:extLst>
              <a:ext uri="{FF2B5EF4-FFF2-40B4-BE49-F238E27FC236}">
                <a16:creationId xmlns:a16="http://schemas.microsoft.com/office/drawing/2014/main" id="{BE4FE5E0-6DA8-4E2F-A234-8B143349F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413" y="5897563"/>
            <a:ext cx="101917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</a:rPr>
              <a:t>Preganglionic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</a:rPr>
              <a:t>axons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</a:rPr>
              <a:t>(sympathetic)</a:t>
            </a:r>
          </a:p>
        </p:txBody>
      </p:sp>
      <p:sp>
        <p:nvSpPr>
          <p:cNvPr id="79890" name="TextBox 37">
            <a:extLst>
              <a:ext uri="{FF2B5EF4-FFF2-40B4-BE49-F238E27FC236}">
                <a16:creationId xmlns:a16="http://schemas.microsoft.com/office/drawing/2014/main" id="{B246E581-916C-4ADF-B13A-88E986433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6975" y="5897563"/>
            <a:ext cx="1106488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</a:rPr>
              <a:t>Postganglionic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</a:rPr>
              <a:t>axons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</a:rPr>
              <a:t>(sympathetic)</a:t>
            </a:r>
          </a:p>
        </p:txBody>
      </p:sp>
      <p:sp>
        <p:nvSpPr>
          <p:cNvPr id="79891" name="TextBox 40">
            <a:extLst>
              <a:ext uri="{FF2B5EF4-FFF2-40B4-BE49-F238E27FC236}">
                <a16:creationId xmlns:a16="http://schemas.microsoft.com/office/drawing/2014/main" id="{DF9404EC-2E62-45FD-94E8-72AFC30F3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7663" y="5897563"/>
            <a:ext cx="84772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</a:rPr>
              <a:t>Myelination</a:t>
            </a:r>
          </a:p>
        </p:txBody>
      </p:sp>
      <p:sp>
        <p:nvSpPr>
          <p:cNvPr id="79892" name="TextBox 41">
            <a:extLst>
              <a:ext uri="{FF2B5EF4-FFF2-40B4-BE49-F238E27FC236}">
                <a16:creationId xmlns:a16="http://schemas.microsoft.com/office/drawing/2014/main" id="{25F4CADD-710E-439C-90C8-9CB6A49D2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0" y="5897563"/>
            <a:ext cx="1322388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</a:rPr>
              <a:t>Preganglionic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</a:rPr>
              <a:t>axons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</a:rPr>
              <a:t>(parasympathetic)</a:t>
            </a:r>
          </a:p>
        </p:txBody>
      </p:sp>
      <p:sp>
        <p:nvSpPr>
          <p:cNvPr id="79893" name="TextBox 44">
            <a:extLst>
              <a:ext uri="{FF2B5EF4-FFF2-40B4-BE49-F238E27FC236}">
                <a16:creationId xmlns:a16="http://schemas.microsoft.com/office/drawing/2014/main" id="{2998E9C5-7624-4BD5-9CDF-DEA073EAE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8063" y="5897563"/>
            <a:ext cx="1322387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</a:rPr>
              <a:t>Postganglionic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</a:rPr>
              <a:t>axons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</a:rPr>
              <a:t>(parasympathetic)</a:t>
            </a: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FB81D19F-0792-EC46-8E97-743D949F7CFB}"/>
              </a:ext>
            </a:extLst>
          </p:cNvPr>
          <p:cNvSpPr/>
          <p:nvPr/>
        </p:nvSpPr>
        <p:spPr>
          <a:xfrm>
            <a:off x="7045325" y="2757488"/>
            <a:ext cx="298450" cy="2559050"/>
          </a:xfrm>
          <a:custGeom>
            <a:avLst/>
            <a:gdLst>
              <a:gd name="connsiteX0" fmla="*/ 9169 w 298005"/>
              <a:gd name="connsiteY0" fmla="*/ 6350 h 2559647"/>
              <a:gd name="connsiteX1" fmla="*/ 291655 w 298005"/>
              <a:gd name="connsiteY1" fmla="*/ 6350 h 2559647"/>
              <a:gd name="connsiteX2" fmla="*/ 291655 w 298005"/>
              <a:gd name="connsiteY2" fmla="*/ 2553297 h 2559647"/>
              <a:gd name="connsiteX3" fmla="*/ 6350 w 298005"/>
              <a:gd name="connsiteY3" fmla="*/ 2553297 h 255964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</a:cxnLst>
            <a:rect l="l" t="t" r="r" b="b"/>
            <a:pathLst>
              <a:path w="298005" h="2559647">
                <a:moveTo>
                  <a:pt x="9169" y="6350"/>
                </a:moveTo>
                <a:lnTo>
                  <a:pt x="291655" y="6350"/>
                </a:lnTo>
                <a:lnTo>
                  <a:pt x="291655" y="2553297"/>
                </a:lnTo>
                <a:lnTo>
                  <a:pt x="6350" y="2553297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>
              <a:solidFill>
                <a:srgbClr val="000000"/>
              </a:solidFill>
            </a:endParaRPr>
          </a:p>
        </p:txBody>
      </p:sp>
      <p:sp>
        <p:nvSpPr>
          <p:cNvPr id="34" name="Freeform 3">
            <a:extLst>
              <a:ext uri="{FF2B5EF4-FFF2-40B4-BE49-F238E27FC236}">
                <a16:creationId xmlns:a16="http://schemas.microsoft.com/office/drawing/2014/main" id="{98F5F472-84E6-624C-9E26-33CC0EF907D4}"/>
              </a:ext>
            </a:extLst>
          </p:cNvPr>
          <p:cNvSpPr/>
          <p:nvPr/>
        </p:nvSpPr>
        <p:spPr>
          <a:xfrm>
            <a:off x="7334250" y="4030663"/>
            <a:ext cx="114300" cy="25400"/>
          </a:xfrm>
          <a:custGeom>
            <a:avLst/>
            <a:gdLst>
              <a:gd name="connsiteX0" fmla="*/ 6350 w 114579"/>
              <a:gd name="connsiteY0" fmla="*/ 6350 h 25400"/>
              <a:gd name="connsiteX1" fmla="*/ 108229 w 114579"/>
              <a:gd name="connsiteY1" fmla="*/ 6350 h 254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14579" h="25400">
                <a:moveTo>
                  <a:pt x="6350" y="6350"/>
                </a:moveTo>
                <a:lnTo>
                  <a:pt x="108229" y="6350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>
              <a:solidFill>
                <a:srgbClr val="000000"/>
              </a:solidFill>
            </a:endParaRPr>
          </a:p>
        </p:txBody>
      </p:sp>
      <p:sp>
        <p:nvSpPr>
          <p:cNvPr id="35" name="Freeform 3">
            <a:extLst>
              <a:ext uri="{FF2B5EF4-FFF2-40B4-BE49-F238E27FC236}">
                <a16:creationId xmlns:a16="http://schemas.microsoft.com/office/drawing/2014/main" id="{E5162D6E-8A7F-E34B-93FB-6D715945E9CC}"/>
              </a:ext>
            </a:extLst>
          </p:cNvPr>
          <p:cNvSpPr/>
          <p:nvPr/>
        </p:nvSpPr>
        <p:spPr>
          <a:xfrm>
            <a:off x="6499225" y="4030663"/>
            <a:ext cx="284163" cy="25400"/>
          </a:xfrm>
          <a:custGeom>
            <a:avLst/>
            <a:gdLst>
              <a:gd name="connsiteX0" fmla="*/ 6350 w 284365"/>
              <a:gd name="connsiteY0" fmla="*/ 6350 h 25400"/>
              <a:gd name="connsiteX1" fmla="*/ 278015 w 284365"/>
              <a:gd name="connsiteY1" fmla="*/ 6350 h 254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84365" h="25400">
                <a:moveTo>
                  <a:pt x="6350" y="6350"/>
                </a:moveTo>
                <a:lnTo>
                  <a:pt x="278015" y="6350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>
              <a:solidFill>
                <a:srgbClr val="000000"/>
              </a:solidFill>
            </a:endParaRPr>
          </a:p>
        </p:txBody>
      </p:sp>
      <p:sp>
        <p:nvSpPr>
          <p:cNvPr id="41" name="Freeform 3">
            <a:extLst>
              <a:ext uri="{FF2B5EF4-FFF2-40B4-BE49-F238E27FC236}">
                <a16:creationId xmlns:a16="http://schemas.microsoft.com/office/drawing/2014/main" id="{21F1ED09-DCC5-6541-812B-E5B3E0D1EACA}"/>
              </a:ext>
            </a:extLst>
          </p:cNvPr>
          <p:cNvSpPr/>
          <p:nvPr/>
        </p:nvSpPr>
        <p:spPr>
          <a:xfrm>
            <a:off x="2778125" y="1601788"/>
            <a:ext cx="733425" cy="114300"/>
          </a:xfrm>
          <a:custGeom>
            <a:avLst/>
            <a:gdLst>
              <a:gd name="connsiteX0" fmla="*/ 727670 w 734020"/>
              <a:gd name="connsiteY0" fmla="*/ 105397 h 114566"/>
              <a:gd name="connsiteX1" fmla="*/ 727670 w 734020"/>
              <a:gd name="connsiteY1" fmla="*/ 6350 h 114566"/>
              <a:gd name="connsiteX2" fmla="*/ 6350 w 734020"/>
              <a:gd name="connsiteY2" fmla="*/ 6350 h 114566"/>
              <a:gd name="connsiteX3" fmla="*/ 6350 w 734020"/>
              <a:gd name="connsiteY3" fmla="*/ 108216 h 11456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</a:cxnLst>
            <a:rect l="l" t="t" r="r" b="b"/>
            <a:pathLst>
              <a:path w="734020" h="114566">
                <a:moveTo>
                  <a:pt x="727670" y="105397"/>
                </a:moveTo>
                <a:lnTo>
                  <a:pt x="727670" y="6350"/>
                </a:lnTo>
                <a:lnTo>
                  <a:pt x="6350" y="6350"/>
                </a:lnTo>
                <a:lnTo>
                  <a:pt x="6350" y="108216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>
              <a:solidFill>
                <a:srgbClr val="000000"/>
              </a:solidFill>
            </a:endParaRPr>
          </a:p>
        </p:txBody>
      </p:sp>
      <p:sp>
        <p:nvSpPr>
          <p:cNvPr id="42" name="Freeform 3">
            <a:extLst>
              <a:ext uri="{FF2B5EF4-FFF2-40B4-BE49-F238E27FC236}">
                <a16:creationId xmlns:a16="http://schemas.microsoft.com/office/drawing/2014/main" id="{7D0A6B51-C55F-2D40-8A19-15FFAB83F585}"/>
              </a:ext>
            </a:extLst>
          </p:cNvPr>
          <p:cNvSpPr/>
          <p:nvPr/>
        </p:nvSpPr>
        <p:spPr>
          <a:xfrm>
            <a:off x="3143250" y="1497013"/>
            <a:ext cx="25400" cy="114300"/>
          </a:xfrm>
          <a:custGeom>
            <a:avLst/>
            <a:gdLst>
              <a:gd name="connsiteX0" fmla="*/ 6350 w 25400"/>
              <a:gd name="connsiteY0" fmla="*/ 108216 h 114566"/>
              <a:gd name="connsiteX1" fmla="*/ 6350 w 25400"/>
              <a:gd name="connsiteY1" fmla="*/ 6350 h 11456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5400" h="114566">
                <a:moveTo>
                  <a:pt x="6350" y="108216"/>
                </a:moveTo>
                <a:lnTo>
                  <a:pt x="6350" y="6350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>
              <a:solidFill>
                <a:srgbClr val="000000"/>
              </a:solidFill>
            </a:endParaRPr>
          </a:p>
        </p:txBody>
      </p:sp>
      <p:sp>
        <p:nvSpPr>
          <p:cNvPr id="43" name="Freeform 3">
            <a:extLst>
              <a:ext uri="{FF2B5EF4-FFF2-40B4-BE49-F238E27FC236}">
                <a16:creationId xmlns:a16="http://schemas.microsoft.com/office/drawing/2014/main" id="{EA466DB3-9402-8248-8952-DA53AF90390F}"/>
              </a:ext>
            </a:extLst>
          </p:cNvPr>
          <p:cNvSpPr/>
          <p:nvPr/>
        </p:nvSpPr>
        <p:spPr>
          <a:xfrm>
            <a:off x="7081838" y="1601788"/>
            <a:ext cx="1728787" cy="114300"/>
          </a:xfrm>
          <a:custGeom>
            <a:avLst/>
            <a:gdLst>
              <a:gd name="connsiteX0" fmla="*/ 1721294 w 1727644"/>
              <a:gd name="connsiteY0" fmla="*/ 105397 h 114566"/>
              <a:gd name="connsiteX1" fmla="*/ 1721294 w 1727644"/>
              <a:gd name="connsiteY1" fmla="*/ 6350 h 114566"/>
              <a:gd name="connsiteX2" fmla="*/ 6350 w 1727644"/>
              <a:gd name="connsiteY2" fmla="*/ 6350 h 114566"/>
              <a:gd name="connsiteX3" fmla="*/ 6350 w 1727644"/>
              <a:gd name="connsiteY3" fmla="*/ 108216 h 11456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</a:cxnLst>
            <a:rect l="l" t="t" r="r" b="b"/>
            <a:pathLst>
              <a:path w="1727644" h="114566">
                <a:moveTo>
                  <a:pt x="1721294" y="105397"/>
                </a:moveTo>
                <a:lnTo>
                  <a:pt x="1721294" y="6350"/>
                </a:lnTo>
                <a:lnTo>
                  <a:pt x="6350" y="6350"/>
                </a:lnTo>
                <a:lnTo>
                  <a:pt x="6350" y="108216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>
              <a:solidFill>
                <a:srgbClr val="000000"/>
              </a:solidFill>
            </a:endParaRPr>
          </a:p>
        </p:txBody>
      </p:sp>
      <p:sp>
        <p:nvSpPr>
          <p:cNvPr id="44" name="Freeform 3">
            <a:extLst>
              <a:ext uri="{FF2B5EF4-FFF2-40B4-BE49-F238E27FC236}">
                <a16:creationId xmlns:a16="http://schemas.microsoft.com/office/drawing/2014/main" id="{6DECF1BC-615F-EF4F-A493-234F9648E463}"/>
              </a:ext>
            </a:extLst>
          </p:cNvPr>
          <p:cNvSpPr/>
          <p:nvPr/>
        </p:nvSpPr>
        <p:spPr>
          <a:xfrm>
            <a:off x="7940675" y="1497013"/>
            <a:ext cx="25400" cy="114300"/>
          </a:xfrm>
          <a:custGeom>
            <a:avLst/>
            <a:gdLst>
              <a:gd name="connsiteX0" fmla="*/ 6350 w 25400"/>
              <a:gd name="connsiteY0" fmla="*/ 108216 h 114566"/>
              <a:gd name="connsiteX1" fmla="*/ 6350 w 25400"/>
              <a:gd name="connsiteY1" fmla="*/ 6350 h 11456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5400" h="114566">
                <a:moveTo>
                  <a:pt x="6350" y="108216"/>
                </a:moveTo>
                <a:lnTo>
                  <a:pt x="6350" y="6350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>
              <a:solidFill>
                <a:srgbClr val="000000"/>
              </a:solidFill>
            </a:endParaRPr>
          </a:p>
        </p:txBody>
      </p:sp>
      <p:sp>
        <p:nvSpPr>
          <p:cNvPr id="45" name="Freeform 3">
            <a:extLst>
              <a:ext uri="{FF2B5EF4-FFF2-40B4-BE49-F238E27FC236}">
                <a16:creationId xmlns:a16="http://schemas.microsoft.com/office/drawing/2014/main" id="{1800A4CE-7734-E04F-AAA9-382338C2551E}"/>
              </a:ext>
            </a:extLst>
          </p:cNvPr>
          <p:cNvSpPr/>
          <p:nvPr/>
        </p:nvSpPr>
        <p:spPr>
          <a:xfrm>
            <a:off x="3533775" y="1601788"/>
            <a:ext cx="3527425" cy="114300"/>
          </a:xfrm>
          <a:custGeom>
            <a:avLst/>
            <a:gdLst>
              <a:gd name="connsiteX0" fmla="*/ 3521443 w 3527793"/>
              <a:gd name="connsiteY0" fmla="*/ 105397 h 114566"/>
              <a:gd name="connsiteX1" fmla="*/ 3521443 w 3527793"/>
              <a:gd name="connsiteY1" fmla="*/ 6350 h 114566"/>
              <a:gd name="connsiteX2" fmla="*/ 6350 w 3527793"/>
              <a:gd name="connsiteY2" fmla="*/ 6350 h 114566"/>
              <a:gd name="connsiteX3" fmla="*/ 6350 w 3527793"/>
              <a:gd name="connsiteY3" fmla="*/ 108216 h 11456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</a:cxnLst>
            <a:rect l="l" t="t" r="r" b="b"/>
            <a:pathLst>
              <a:path w="3527793" h="114566">
                <a:moveTo>
                  <a:pt x="3521443" y="105397"/>
                </a:moveTo>
                <a:lnTo>
                  <a:pt x="3521443" y="6350"/>
                </a:lnTo>
                <a:lnTo>
                  <a:pt x="6350" y="6350"/>
                </a:lnTo>
                <a:lnTo>
                  <a:pt x="6350" y="108216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>
              <a:solidFill>
                <a:srgbClr val="000000"/>
              </a:solidFill>
            </a:endParaRPr>
          </a:p>
        </p:txBody>
      </p:sp>
      <p:sp>
        <p:nvSpPr>
          <p:cNvPr id="46" name="Freeform 3">
            <a:extLst>
              <a:ext uri="{FF2B5EF4-FFF2-40B4-BE49-F238E27FC236}">
                <a16:creationId xmlns:a16="http://schemas.microsoft.com/office/drawing/2014/main" id="{07C1C12A-76C4-8E48-BCE2-B3918674831D}"/>
              </a:ext>
            </a:extLst>
          </p:cNvPr>
          <p:cNvSpPr/>
          <p:nvPr/>
        </p:nvSpPr>
        <p:spPr>
          <a:xfrm>
            <a:off x="5291138" y="1497013"/>
            <a:ext cx="25400" cy="114300"/>
          </a:xfrm>
          <a:custGeom>
            <a:avLst/>
            <a:gdLst>
              <a:gd name="connsiteX0" fmla="*/ 6350 w 25400"/>
              <a:gd name="connsiteY0" fmla="*/ 108216 h 114566"/>
              <a:gd name="connsiteX1" fmla="*/ 6350 w 25400"/>
              <a:gd name="connsiteY1" fmla="*/ 6350 h 11456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5400" h="114566">
                <a:moveTo>
                  <a:pt x="6350" y="108216"/>
                </a:moveTo>
                <a:lnTo>
                  <a:pt x="6350" y="6350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>
              <a:solidFill>
                <a:srgbClr val="000000"/>
              </a:solidFill>
            </a:endParaRPr>
          </a:p>
        </p:txBody>
      </p:sp>
      <p:sp>
        <p:nvSpPr>
          <p:cNvPr id="79904" name="Rectangle 2">
            <a:extLst>
              <a:ext uri="{FF2B5EF4-FFF2-40B4-BE49-F238E27FC236}">
                <a16:creationId xmlns:a16="http://schemas.microsoft.com/office/drawing/2014/main" id="{2CA3FC1B-DB98-4122-90AF-45DB2FDD4A48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B25C5B54-3696-704C-A2AC-BB1EC4300D2B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000" b="1" dirty="0"/>
              <a:t>AUTONOMIC NERVOUS SYSTEM</a:t>
            </a:r>
          </a:p>
        </p:txBody>
      </p:sp>
    </p:spTree>
    <p:extLst>
      <p:ext uri="{BB962C8B-B14F-4D97-AF65-F5344CB8AC3E}">
        <p14:creationId xmlns:p14="http://schemas.microsoft.com/office/powerpoint/2010/main" val="5816936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4">
            <a:extLst>
              <a:ext uri="{FF2B5EF4-FFF2-40B4-BE49-F238E27FC236}">
                <a16:creationId xmlns:a16="http://schemas.microsoft.com/office/drawing/2014/main" id="{FA82C718-AB94-0647-9537-C84803D33B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066800"/>
            <a:ext cx="9144000" cy="5791200"/>
          </a:xfrm>
        </p:spPr>
        <p:txBody>
          <a:bodyPr>
            <a:normAutofit fontScale="92500" lnSpcReduction="20000"/>
          </a:bodyPr>
          <a:lstStyle/>
          <a:p>
            <a:pPr marL="228600" indent="-228600" eaLnBrk="1" hangingPunct="1">
              <a:lnSpc>
                <a:spcPct val="120000"/>
              </a:lnSpc>
              <a:buFont typeface="Times" charset="0"/>
              <a:buChar char="•"/>
              <a:defRPr/>
            </a:pPr>
            <a:r>
              <a:rPr lang="en-US" sz="2400" b="1" dirty="0">
                <a:ea typeface="ＭＳ Ｐゴシック" charset="0"/>
                <a:cs typeface="Times New Roman" charset="0"/>
              </a:rPr>
              <a:t>MOTOR </a:t>
            </a:r>
            <a:r>
              <a:rPr lang="en-US" sz="2400" i="1" dirty="0">
                <a:ea typeface="ＭＳ Ｐゴシック" charset="0"/>
                <a:cs typeface="Times New Roman" charset="0"/>
              </a:rPr>
              <a:t>(Visceral): </a:t>
            </a:r>
            <a:r>
              <a:rPr lang="en-US" sz="2400" b="1" i="1" dirty="0">
                <a:ea typeface="ＭＳ Ｐゴシック" charset="0"/>
                <a:cs typeface="Times New Roman" charset="0"/>
              </a:rPr>
              <a:t>CNS </a:t>
            </a:r>
            <a:r>
              <a:rPr lang="en-US" sz="2400" b="1" i="1" dirty="0">
                <a:ea typeface="ＭＳ Ｐゴシック" charset="0"/>
                <a:cs typeface="Times New Roman" charset="0"/>
                <a:sym typeface="Wingdings" charset="0"/>
              </a:rPr>
              <a:t> Body</a:t>
            </a: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endParaRPr lang="en-US" sz="700" b="1" i="1" dirty="0">
              <a:ea typeface="ＭＳ Ｐゴシック" charset="0"/>
              <a:cs typeface="Times New Roman" charset="0"/>
              <a:sym typeface="Wingdings" charset="0"/>
            </a:endParaRPr>
          </a:p>
          <a:p>
            <a:pPr marL="628650" lvl="1" indent="-228600" eaLnBrk="1" hangingPunct="1">
              <a:lnSpc>
                <a:spcPct val="120000"/>
              </a:lnSpc>
              <a:buFont typeface="Times" charset="0"/>
              <a:buChar char="•"/>
              <a:defRPr/>
            </a:pPr>
            <a:r>
              <a:rPr lang="en-US" sz="2000" b="1" dirty="0">
                <a:ea typeface="ＭＳ Ｐゴシック" charset="0"/>
                <a:cs typeface="Times New Roman" charset="0"/>
                <a:sym typeface="Wingdings" charset="0"/>
              </a:rPr>
              <a:t>Descending</a:t>
            </a:r>
            <a:r>
              <a:rPr lang="en-US" sz="2000" dirty="0">
                <a:ea typeface="ＭＳ Ｐゴシック" charset="0"/>
                <a:cs typeface="Times New Roman" charset="0"/>
                <a:sym typeface="Wingdings" charset="0"/>
              </a:rPr>
              <a:t> pathway – neurons travel inferiorly</a:t>
            </a:r>
          </a:p>
          <a:p>
            <a:pPr marL="400050" lvl="1" indent="0" eaLnBrk="1" hangingPunct="1">
              <a:lnSpc>
                <a:spcPct val="120000"/>
              </a:lnSpc>
              <a:buNone/>
              <a:defRPr/>
            </a:pPr>
            <a:endParaRPr lang="en-US" sz="700" dirty="0">
              <a:ea typeface="ＭＳ Ｐゴシック" charset="0"/>
              <a:cs typeface="Times New Roman" charset="0"/>
              <a:sym typeface="Wingdings" charset="0"/>
            </a:endParaRPr>
          </a:p>
          <a:p>
            <a:pPr marL="628650" lvl="1" indent="-228600" eaLnBrk="1" hangingPunct="1">
              <a:lnSpc>
                <a:spcPct val="120000"/>
              </a:lnSpc>
              <a:buFont typeface="Times" charset="0"/>
              <a:buChar char="•"/>
              <a:defRPr/>
            </a:pPr>
            <a:r>
              <a:rPr lang="en-US" sz="2000" u="sng" dirty="0">
                <a:ea typeface="ＭＳ Ｐゴシック" charset="0"/>
                <a:cs typeface="Times New Roman" charset="0"/>
                <a:sym typeface="Wingdings" charset="0"/>
              </a:rPr>
              <a:t>3</a:t>
            </a:r>
            <a:r>
              <a:rPr lang="en-US" sz="2000" dirty="0">
                <a:ea typeface="ＭＳ Ｐゴシック" charset="0"/>
                <a:cs typeface="Times New Roman" charset="0"/>
                <a:sym typeface="Wingdings" charset="0"/>
              </a:rPr>
              <a:t> “Steps”</a:t>
            </a:r>
          </a:p>
          <a:p>
            <a:pPr marL="1028700" lvl="2" eaLnBrk="1" hangingPunct="1">
              <a:lnSpc>
                <a:spcPct val="120000"/>
              </a:lnSpc>
              <a:buFont typeface="Times" charset="0"/>
              <a:buChar char="•"/>
              <a:defRPr/>
            </a:pPr>
            <a:r>
              <a:rPr lang="en-US" sz="1600" dirty="0">
                <a:ea typeface="ＭＳ Ｐゴシック" charset="0"/>
                <a:cs typeface="Times New Roman" charset="0"/>
              </a:rPr>
              <a:t>1</a:t>
            </a:r>
            <a:r>
              <a:rPr lang="en-US" sz="1600" baseline="30000" dirty="0">
                <a:ea typeface="ＭＳ Ｐゴシック" charset="0"/>
                <a:cs typeface="Times New Roman" charset="0"/>
              </a:rPr>
              <a:t>st</a:t>
            </a:r>
            <a:r>
              <a:rPr lang="en-US" sz="1600" dirty="0">
                <a:ea typeface="ＭＳ Ｐゴシック" charset="0"/>
                <a:cs typeface="Times New Roman" charset="0"/>
              </a:rPr>
              <a:t> order neuron = </a:t>
            </a:r>
            <a:r>
              <a:rPr lang="en-US" sz="1600" i="1" dirty="0">
                <a:ea typeface="ＭＳ Ｐゴシック" charset="0"/>
                <a:cs typeface="Times New Roman" charset="0"/>
              </a:rPr>
              <a:t>Multipolar</a:t>
            </a:r>
          </a:p>
          <a:p>
            <a:pPr marL="1028700" lvl="2" eaLnBrk="1" hangingPunct="1">
              <a:lnSpc>
                <a:spcPct val="120000"/>
              </a:lnSpc>
              <a:buFont typeface="Times" charset="0"/>
              <a:buChar char="•"/>
              <a:defRPr/>
            </a:pPr>
            <a:r>
              <a:rPr lang="en-US" sz="1600" dirty="0">
                <a:ea typeface="ＭＳ Ｐゴシック" charset="0"/>
                <a:cs typeface="Times New Roman" charset="0"/>
              </a:rPr>
              <a:t>2</a:t>
            </a:r>
            <a:r>
              <a:rPr lang="en-US" sz="1600" baseline="30000" dirty="0">
                <a:ea typeface="ＭＳ Ｐゴシック" charset="0"/>
                <a:cs typeface="Times New Roman" charset="0"/>
              </a:rPr>
              <a:t>nd</a:t>
            </a:r>
            <a:r>
              <a:rPr lang="en-US" sz="1600" dirty="0">
                <a:ea typeface="ＭＳ Ｐゴシック" charset="0"/>
                <a:cs typeface="Times New Roman" charset="0"/>
              </a:rPr>
              <a:t> order neuron (pre-ganglionic) = </a:t>
            </a:r>
            <a:r>
              <a:rPr lang="en-US" sz="1600" i="1" dirty="0">
                <a:ea typeface="ＭＳ Ｐゴシック" charset="0"/>
                <a:cs typeface="Times New Roman" charset="0"/>
              </a:rPr>
              <a:t>Multipolar</a:t>
            </a:r>
          </a:p>
          <a:p>
            <a:pPr marL="1028700" lvl="2" eaLnBrk="1" hangingPunct="1">
              <a:lnSpc>
                <a:spcPct val="120000"/>
              </a:lnSpc>
              <a:buFont typeface="Times" charset="0"/>
              <a:buChar char="•"/>
              <a:defRPr/>
            </a:pPr>
            <a:r>
              <a:rPr lang="en-US" sz="1600" dirty="0">
                <a:ea typeface="ＭＳ Ｐゴシック" charset="0"/>
                <a:cs typeface="Times New Roman" charset="0"/>
              </a:rPr>
              <a:t>2</a:t>
            </a:r>
            <a:r>
              <a:rPr lang="en-US" sz="1600" baseline="30000" dirty="0">
                <a:ea typeface="ＭＳ Ｐゴシック" charset="0"/>
                <a:cs typeface="Times New Roman" charset="0"/>
              </a:rPr>
              <a:t>nd</a:t>
            </a:r>
            <a:r>
              <a:rPr lang="en-US" sz="1600" dirty="0">
                <a:ea typeface="ＭＳ Ｐゴシック" charset="0"/>
                <a:cs typeface="Times New Roman" charset="0"/>
              </a:rPr>
              <a:t> order neuron (post-ganglionic) = </a:t>
            </a:r>
            <a:r>
              <a:rPr lang="en-US" sz="1600" i="1" dirty="0">
                <a:ea typeface="ＭＳ Ｐゴシック" charset="0"/>
                <a:cs typeface="Times New Roman" charset="0"/>
              </a:rPr>
              <a:t>Multipolar</a:t>
            </a:r>
          </a:p>
          <a:p>
            <a:pPr marL="800100" lvl="2" indent="0" eaLnBrk="1" hangingPunct="1">
              <a:lnSpc>
                <a:spcPct val="120000"/>
              </a:lnSpc>
              <a:buNone/>
              <a:defRPr/>
            </a:pPr>
            <a:endParaRPr lang="en-US" sz="700" dirty="0">
              <a:ea typeface="ＭＳ Ｐゴシック" charset="0"/>
              <a:cs typeface="Times New Roman" charset="0"/>
            </a:endParaRPr>
          </a:p>
          <a:p>
            <a:pPr marL="628650" lvl="1" indent="-228600" eaLnBrk="1" hangingPunct="1">
              <a:lnSpc>
                <a:spcPct val="120000"/>
              </a:lnSpc>
              <a:buFont typeface="Times" charset="0"/>
              <a:buChar char="•"/>
              <a:defRPr/>
            </a:pPr>
            <a:r>
              <a:rPr lang="en-US" sz="2000" u="sng" dirty="0">
                <a:ea typeface="ＭＳ Ｐゴシック" charset="0"/>
                <a:cs typeface="Times New Roman" charset="0"/>
              </a:rPr>
              <a:t>Pathway</a:t>
            </a:r>
          </a:p>
          <a:p>
            <a:pPr marL="1257300" lvl="2" indent="-457200" eaLnBrk="1" hangingPunct="1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sz="1800" dirty="0">
                <a:ea typeface="ＭＳ Ｐゴシック" charset="0"/>
                <a:cs typeface="Times New Roman" charset="0"/>
              </a:rPr>
              <a:t>Nuclei in pons or medulla oblongata (brain)</a:t>
            </a:r>
          </a:p>
          <a:p>
            <a:pPr marL="1257300" lvl="2" indent="-457200" eaLnBrk="1" hangingPunct="1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sz="1800" dirty="0">
                <a:ea typeface="ＭＳ Ｐゴシック" charset="0"/>
                <a:cs typeface="Times New Roman" charset="0"/>
                <a:sym typeface="Wingdings"/>
              </a:rPr>
              <a:t>Lateral white column (spinal cord)</a:t>
            </a:r>
          </a:p>
          <a:p>
            <a:pPr marL="1257300" lvl="2" indent="-457200" eaLnBrk="1" hangingPunct="1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sz="1800" dirty="0">
                <a:ea typeface="ＭＳ Ｐゴシック" charset="0"/>
                <a:cs typeface="Times New Roman" charset="0"/>
                <a:sym typeface="Wingdings"/>
              </a:rPr>
              <a:t>Lateral gray horn (spinal cord)</a:t>
            </a:r>
          </a:p>
          <a:p>
            <a:pPr marL="1257300" lvl="2" indent="-457200" eaLnBrk="1" hangingPunct="1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sz="1800" dirty="0">
                <a:ea typeface="ＭＳ Ｐゴシック" charset="0"/>
                <a:cs typeface="Times New Roman" charset="0"/>
                <a:sym typeface="Wingdings"/>
              </a:rPr>
              <a:t>Anterior root (spinal cord)</a:t>
            </a:r>
          </a:p>
          <a:p>
            <a:pPr marL="1257300" lvl="2" indent="-457200" eaLnBrk="1" hangingPunct="1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sz="1800" dirty="0">
                <a:ea typeface="ＭＳ Ｐゴシック" charset="0"/>
                <a:cs typeface="Times New Roman" charset="0"/>
                <a:sym typeface="Wingdings" pitchFamily="2" charset="2"/>
              </a:rPr>
              <a:t>Spinal nerve</a:t>
            </a:r>
          </a:p>
          <a:p>
            <a:pPr marL="1257300" lvl="2" indent="-457200" eaLnBrk="1" hangingPunct="1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sz="1800" dirty="0">
                <a:ea typeface="ＭＳ Ｐゴシック" charset="0"/>
                <a:cs typeface="Times New Roman" charset="0"/>
                <a:sym typeface="Wingdings" pitchFamily="2" charset="2"/>
              </a:rPr>
              <a:t>Ganglion</a:t>
            </a:r>
          </a:p>
          <a:p>
            <a:pPr marL="1257300" lvl="2" indent="-457200" eaLnBrk="1" hangingPunct="1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sz="1800" dirty="0">
                <a:ea typeface="ＭＳ Ｐゴシック" charset="0"/>
                <a:cs typeface="Times New Roman" charset="0"/>
                <a:sym typeface="Wingdings"/>
              </a:rPr>
              <a:t>Organ</a:t>
            </a:r>
          </a:p>
          <a:p>
            <a:pPr marL="800100" lvl="2" indent="0" eaLnBrk="1" hangingPunct="1">
              <a:lnSpc>
                <a:spcPct val="120000"/>
              </a:lnSpc>
              <a:buNone/>
              <a:defRPr/>
            </a:pPr>
            <a:endParaRPr lang="en-US" sz="2000" dirty="0">
              <a:ea typeface="ＭＳ Ｐゴシック" charset="0"/>
              <a:cs typeface="Times New Roman" charset="0"/>
              <a:sym typeface="Wingdings"/>
            </a:endParaRPr>
          </a:p>
          <a:p>
            <a:pPr marL="228600" indent="-228600" eaLnBrk="1" hangingPunct="1">
              <a:lnSpc>
                <a:spcPct val="120000"/>
              </a:lnSpc>
              <a:buFont typeface="Times" charset="0"/>
              <a:buChar char="•"/>
              <a:defRPr/>
            </a:pPr>
            <a:r>
              <a:rPr lang="en-US" sz="1800" b="1" i="1" dirty="0">
                <a:ea typeface="ＭＳ Ｐゴシック" charset="0"/>
                <a:cs typeface="Times New Roman" charset="0"/>
                <a:sym typeface="Wingdings"/>
              </a:rPr>
              <a:t>Visceral motor neurons </a:t>
            </a:r>
            <a:r>
              <a:rPr lang="en-US" sz="1800" b="1" i="1" u="sng" dirty="0">
                <a:ea typeface="ＭＳ Ｐゴシック" charset="0"/>
                <a:cs typeface="Times New Roman" charset="0"/>
                <a:sym typeface="Wingdings"/>
              </a:rPr>
              <a:t>synapse</a:t>
            </a:r>
            <a:r>
              <a:rPr lang="en-US" sz="1800" b="1" i="1" dirty="0">
                <a:ea typeface="ＭＳ Ｐゴシック" charset="0"/>
                <a:cs typeface="Times New Roman" charset="0"/>
                <a:sym typeface="Wingdings"/>
              </a:rPr>
              <a:t> again outside the CNS before going to the organs</a:t>
            </a:r>
            <a:endParaRPr lang="en-US" sz="1800" b="1" i="1" dirty="0">
              <a:ea typeface="ＭＳ Ｐゴシック" charset="0"/>
              <a:cs typeface="Times New Roman" charset="0"/>
            </a:endParaRPr>
          </a:p>
        </p:txBody>
      </p:sp>
      <p:sp>
        <p:nvSpPr>
          <p:cNvPr id="36866" name="Title 1">
            <a:extLst>
              <a:ext uri="{FF2B5EF4-FFF2-40B4-BE49-F238E27FC236}">
                <a16:creationId xmlns:a16="http://schemas.microsoft.com/office/drawing/2014/main" id="{2FD1FC5B-1D5D-4545-AFC3-9DC82D80D4DE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991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400" b="1" dirty="0"/>
              <a:t>ANATOMY SUMMARY</a:t>
            </a: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86BF73D2-20D6-4A36-B841-EF1EA230F943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2284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B659809-2136-7A4A-AB9A-84D8457FFF94}"/>
              </a:ext>
            </a:extLst>
          </p:cNvPr>
          <p:cNvGrpSpPr/>
          <p:nvPr/>
        </p:nvGrpSpPr>
        <p:grpSpPr>
          <a:xfrm>
            <a:off x="2057400" y="314564"/>
            <a:ext cx="4803650" cy="6238636"/>
            <a:chOff x="-414600" y="315787"/>
            <a:chExt cx="4803650" cy="6238636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D972F2DD-193B-7546-BF25-E508060E6644}"/>
                </a:ext>
              </a:extLst>
            </p:cNvPr>
            <p:cNvGrpSpPr/>
            <p:nvPr/>
          </p:nvGrpSpPr>
          <p:grpSpPr>
            <a:xfrm>
              <a:off x="609600" y="501187"/>
              <a:ext cx="2590800" cy="6053236"/>
              <a:chOff x="609600" y="501187"/>
              <a:chExt cx="2590800" cy="6053236"/>
            </a:xfrm>
          </p:grpSpPr>
          <p:sp>
            <p:nvSpPr>
              <p:cNvPr id="4" name="Freeform 3">
                <a:extLst>
                  <a:ext uri="{FF2B5EF4-FFF2-40B4-BE49-F238E27FC236}">
                    <a16:creationId xmlns:a16="http://schemas.microsoft.com/office/drawing/2014/main" id="{821DF903-B663-934E-B939-CE7CC82924B1}"/>
                  </a:ext>
                </a:extLst>
              </p:cNvPr>
              <p:cNvSpPr/>
              <p:nvPr/>
            </p:nvSpPr>
            <p:spPr>
              <a:xfrm>
                <a:off x="609600" y="533400"/>
                <a:ext cx="2295561" cy="5985164"/>
              </a:xfrm>
              <a:custGeom>
                <a:avLst/>
                <a:gdLst>
                  <a:gd name="connsiteX0" fmla="*/ 1547416 w 2212473"/>
                  <a:gd name="connsiteY0" fmla="*/ 99753 h 5985164"/>
                  <a:gd name="connsiteX1" fmla="*/ 1381161 w 2212473"/>
                  <a:gd name="connsiteY1" fmla="*/ 216131 h 5985164"/>
                  <a:gd name="connsiteX2" fmla="*/ 1231532 w 2212473"/>
                  <a:gd name="connsiteY2" fmla="*/ 199506 h 5985164"/>
                  <a:gd name="connsiteX3" fmla="*/ 1131779 w 2212473"/>
                  <a:gd name="connsiteY3" fmla="*/ 166255 h 5985164"/>
                  <a:gd name="connsiteX4" fmla="*/ 932274 w 2212473"/>
                  <a:gd name="connsiteY4" fmla="*/ 66502 h 5985164"/>
                  <a:gd name="connsiteX5" fmla="*/ 782645 w 2212473"/>
                  <a:gd name="connsiteY5" fmla="*/ 16626 h 5985164"/>
                  <a:gd name="connsiteX6" fmla="*/ 732768 w 2212473"/>
                  <a:gd name="connsiteY6" fmla="*/ 0 h 5985164"/>
                  <a:gd name="connsiteX7" fmla="*/ 416885 w 2212473"/>
                  <a:gd name="connsiteY7" fmla="*/ 49877 h 5985164"/>
                  <a:gd name="connsiteX8" fmla="*/ 317132 w 2212473"/>
                  <a:gd name="connsiteY8" fmla="*/ 83128 h 5985164"/>
                  <a:gd name="connsiteX9" fmla="*/ 217379 w 2212473"/>
                  <a:gd name="connsiteY9" fmla="*/ 149629 h 5985164"/>
                  <a:gd name="connsiteX10" fmla="*/ 167503 w 2212473"/>
                  <a:gd name="connsiteY10" fmla="*/ 182880 h 5985164"/>
                  <a:gd name="connsiteX11" fmla="*/ 101001 w 2212473"/>
                  <a:gd name="connsiteY11" fmla="*/ 282633 h 5985164"/>
                  <a:gd name="connsiteX12" fmla="*/ 67750 w 2212473"/>
                  <a:gd name="connsiteY12" fmla="*/ 332509 h 5985164"/>
                  <a:gd name="connsiteX13" fmla="*/ 34499 w 2212473"/>
                  <a:gd name="connsiteY13" fmla="*/ 432262 h 5985164"/>
                  <a:gd name="connsiteX14" fmla="*/ 17874 w 2212473"/>
                  <a:gd name="connsiteY14" fmla="*/ 482139 h 5985164"/>
                  <a:gd name="connsiteX15" fmla="*/ 1248 w 2212473"/>
                  <a:gd name="connsiteY15" fmla="*/ 665019 h 5985164"/>
                  <a:gd name="connsiteX16" fmla="*/ 34499 w 2212473"/>
                  <a:gd name="connsiteY16" fmla="*/ 1113906 h 5985164"/>
                  <a:gd name="connsiteX17" fmla="*/ 67750 w 2212473"/>
                  <a:gd name="connsiteY17" fmla="*/ 1213659 h 5985164"/>
                  <a:gd name="connsiteX18" fmla="*/ 84376 w 2212473"/>
                  <a:gd name="connsiteY18" fmla="*/ 1263535 h 5985164"/>
                  <a:gd name="connsiteX19" fmla="*/ 167503 w 2212473"/>
                  <a:gd name="connsiteY19" fmla="*/ 1413164 h 5985164"/>
                  <a:gd name="connsiteX20" fmla="*/ 217379 w 2212473"/>
                  <a:gd name="connsiteY20" fmla="*/ 1446415 h 5985164"/>
                  <a:gd name="connsiteX21" fmla="*/ 234005 w 2212473"/>
                  <a:gd name="connsiteY21" fmla="*/ 1546168 h 5985164"/>
                  <a:gd name="connsiteX22" fmla="*/ 134252 w 2212473"/>
                  <a:gd name="connsiteY22" fmla="*/ 1579419 h 5985164"/>
                  <a:gd name="connsiteX23" fmla="*/ 51125 w 2212473"/>
                  <a:gd name="connsiteY23" fmla="*/ 1778924 h 5985164"/>
                  <a:gd name="connsiteX24" fmla="*/ 84376 w 2212473"/>
                  <a:gd name="connsiteY24" fmla="*/ 2028306 h 5985164"/>
                  <a:gd name="connsiteX25" fmla="*/ 117626 w 2212473"/>
                  <a:gd name="connsiteY25" fmla="*/ 2078182 h 5985164"/>
                  <a:gd name="connsiteX26" fmla="*/ 167503 w 2212473"/>
                  <a:gd name="connsiteY26" fmla="*/ 2111433 h 5985164"/>
                  <a:gd name="connsiteX27" fmla="*/ 200754 w 2212473"/>
                  <a:gd name="connsiteY27" fmla="*/ 2161309 h 5985164"/>
                  <a:gd name="connsiteX28" fmla="*/ 300506 w 2212473"/>
                  <a:gd name="connsiteY28" fmla="*/ 2227811 h 5985164"/>
                  <a:gd name="connsiteX29" fmla="*/ 350383 w 2212473"/>
                  <a:gd name="connsiteY29" fmla="*/ 2261062 h 5985164"/>
                  <a:gd name="connsiteX30" fmla="*/ 416885 w 2212473"/>
                  <a:gd name="connsiteY30" fmla="*/ 2277688 h 5985164"/>
                  <a:gd name="connsiteX31" fmla="*/ 466761 w 2212473"/>
                  <a:gd name="connsiteY31" fmla="*/ 2310939 h 5985164"/>
                  <a:gd name="connsiteX32" fmla="*/ 516637 w 2212473"/>
                  <a:gd name="connsiteY32" fmla="*/ 2294313 h 5985164"/>
                  <a:gd name="connsiteX33" fmla="*/ 566514 w 2212473"/>
                  <a:gd name="connsiteY33" fmla="*/ 2310939 h 5985164"/>
                  <a:gd name="connsiteX34" fmla="*/ 699517 w 2212473"/>
                  <a:gd name="connsiteY34" fmla="*/ 2709949 h 5985164"/>
                  <a:gd name="connsiteX35" fmla="*/ 749394 w 2212473"/>
                  <a:gd name="connsiteY35" fmla="*/ 2859579 h 5985164"/>
                  <a:gd name="connsiteX36" fmla="*/ 782645 w 2212473"/>
                  <a:gd name="connsiteY36" fmla="*/ 2959331 h 5985164"/>
                  <a:gd name="connsiteX37" fmla="*/ 849146 w 2212473"/>
                  <a:gd name="connsiteY37" fmla="*/ 3059084 h 5985164"/>
                  <a:gd name="connsiteX38" fmla="*/ 882397 w 2212473"/>
                  <a:gd name="connsiteY38" fmla="*/ 3108960 h 5985164"/>
                  <a:gd name="connsiteX39" fmla="*/ 932274 w 2212473"/>
                  <a:gd name="connsiteY39" fmla="*/ 3208713 h 5985164"/>
                  <a:gd name="connsiteX40" fmla="*/ 982150 w 2212473"/>
                  <a:gd name="connsiteY40" fmla="*/ 3241964 h 5985164"/>
                  <a:gd name="connsiteX41" fmla="*/ 1032026 w 2212473"/>
                  <a:gd name="connsiteY41" fmla="*/ 3391593 h 5985164"/>
                  <a:gd name="connsiteX42" fmla="*/ 998776 w 2212473"/>
                  <a:gd name="connsiteY42" fmla="*/ 4222866 h 5985164"/>
                  <a:gd name="connsiteX43" fmla="*/ 982150 w 2212473"/>
                  <a:gd name="connsiteY43" fmla="*/ 4721629 h 5985164"/>
                  <a:gd name="connsiteX44" fmla="*/ 998776 w 2212473"/>
                  <a:gd name="connsiteY44" fmla="*/ 5286895 h 5985164"/>
                  <a:gd name="connsiteX45" fmla="*/ 1048652 w 2212473"/>
                  <a:gd name="connsiteY45" fmla="*/ 5503026 h 5985164"/>
                  <a:gd name="connsiteX46" fmla="*/ 1065277 w 2212473"/>
                  <a:gd name="connsiteY46" fmla="*/ 5569528 h 5985164"/>
                  <a:gd name="connsiteX47" fmla="*/ 1098528 w 2212473"/>
                  <a:gd name="connsiteY47" fmla="*/ 5669280 h 5985164"/>
                  <a:gd name="connsiteX48" fmla="*/ 1148405 w 2212473"/>
                  <a:gd name="connsiteY48" fmla="*/ 5818909 h 5985164"/>
                  <a:gd name="connsiteX49" fmla="*/ 1181656 w 2212473"/>
                  <a:gd name="connsiteY49" fmla="*/ 5918662 h 5985164"/>
                  <a:gd name="connsiteX50" fmla="*/ 1198281 w 2212473"/>
                  <a:gd name="connsiteY50" fmla="*/ 5968539 h 5985164"/>
                  <a:gd name="connsiteX51" fmla="*/ 1248157 w 2212473"/>
                  <a:gd name="connsiteY51" fmla="*/ 5985164 h 5985164"/>
                  <a:gd name="connsiteX52" fmla="*/ 1298034 w 2212473"/>
                  <a:gd name="connsiteY52" fmla="*/ 5885411 h 5985164"/>
                  <a:gd name="connsiteX53" fmla="*/ 1347910 w 2212473"/>
                  <a:gd name="connsiteY53" fmla="*/ 5852160 h 5985164"/>
                  <a:gd name="connsiteX54" fmla="*/ 1364536 w 2212473"/>
                  <a:gd name="connsiteY54" fmla="*/ 5802284 h 5985164"/>
                  <a:gd name="connsiteX55" fmla="*/ 1414412 w 2212473"/>
                  <a:gd name="connsiteY55" fmla="*/ 5769033 h 5985164"/>
                  <a:gd name="connsiteX56" fmla="*/ 1447663 w 2212473"/>
                  <a:gd name="connsiteY56" fmla="*/ 5669280 h 5985164"/>
                  <a:gd name="connsiteX57" fmla="*/ 1480914 w 2212473"/>
                  <a:gd name="connsiteY57" fmla="*/ 5619404 h 5985164"/>
                  <a:gd name="connsiteX58" fmla="*/ 1497539 w 2212473"/>
                  <a:gd name="connsiteY58" fmla="*/ 5552902 h 5985164"/>
                  <a:gd name="connsiteX59" fmla="*/ 1530790 w 2212473"/>
                  <a:gd name="connsiteY59" fmla="*/ 5336771 h 5985164"/>
                  <a:gd name="connsiteX60" fmla="*/ 1514165 w 2212473"/>
                  <a:gd name="connsiteY60" fmla="*/ 4056611 h 5985164"/>
                  <a:gd name="connsiteX61" fmla="*/ 1497539 w 2212473"/>
                  <a:gd name="connsiteY61" fmla="*/ 3956859 h 5985164"/>
                  <a:gd name="connsiteX62" fmla="*/ 1514165 w 2212473"/>
                  <a:gd name="connsiteY62" fmla="*/ 3358342 h 5985164"/>
                  <a:gd name="connsiteX63" fmla="*/ 1613917 w 2212473"/>
                  <a:gd name="connsiteY63" fmla="*/ 3158837 h 5985164"/>
                  <a:gd name="connsiteX64" fmla="*/ 1663794 w 2212473"/>
                  <a:gd name="connsiteY64" fmla="*/ 2992582 h 5985164"/>
                  <a:gd name="connsiteX65" fmla="*/ 1697045 w 2212473"/>
                  <a:gd name="connsiteY65" fmla="*/ 2892829 h 5985164"/>
                  <a:gd name="connsiteX66" fmla="*/ 1713670 w 2212473"/>
                  <a:gd name="connsiteY66" fmla="*/ 2826328 h 5985164"/>
                  <a:gd name="connsiteX67" fmla="*/ 1730296 w 2212473"/>
                  <a:gd name="connsiteY67" fmla="*/ 2776451 h 5985164"/>
                  <a:gd name="connsiteX68" fmla="*/ 1746921 w 2212473"/>
                  <a:gd name="connsiteY68" fmla="*/ 2709949 h 5985164"/>
                  <a:gd name="connsiteX69" fmla="*/ 1780172 w 2212473"/>
                  <a:gd name="connsiteY69" fmla="*/ 2576946 h 5985164"/>
                  <a:gd name="connsiteX70" fmla="*/ 1813423 w 2212473"/>
                  <a:gd name="connsiteY70" fmla="*/ 2410691 h 5985164"/>
                  <a:gd name="connsiteX71" fmla="*/ 1863299 w 2212473"/>
                  <a:gd name="connsiteY71" fmla="*/ 2294313 h 5985164"/>
                  <a:gd name="connsiteX72" fmla="*/ 1913176 w 2212473"/>
                  <a:gd name="connsiteY72" fmla="*/ 2261062 h 5985164"/>
                  <a:gd name="connsiteX73" fmla="*/ 1996303 w 2212473"/>
                  <a:gd name="connsiteY73" fmla="*/ 2177935 h 5985164"/>
                  <a:gd name="connsiteX74" fmla="*/ 2029554 w 2212473"/>
                  <a:gd name="connsiteY74" fmla="*/ 2128059 h 5985164"/>
                  <a:gd name="connsiteX75" fmla="*/ 2079430 w 2212473"/>
                  <a:gd name="connsiteY75" fmla="*/ 2078182 h 5985164"/>
                  <a:gd name="connsiteX76" fmla="*/ 2112681 w 2212473"/>
                  <a:gd name="connsiteY76" fmla="*/ 1978429 h 5985164"/>
                  <a:gd name="connsiteX77" fmla="*/ 2129306 w 2212473"/>
                  <a:gd name="connsiteY77" fmla="*/ 1928553 h 5985164"/>
                  <a:gd name="connsiteX78" fmla="*/ 2112681 w 2212473"/>
                  <a:gd name="connsiteY78" fmla="*/ 1612669 h 5985164"/>
                  <a:gd name="connsiteX79" fmla="*/ 1979677 w 2212473"/>
                  <a:gd name="connsiteY79" fmla="*/ 1529542 h 5985164"/>
                  <a:gd name="connsiteX80" fmla="*/ 1929801 w 2212473"/>
                  <a:gd name="connsiteY80" fmla="*/ 1512917 h 5985164"/>
                  <a:gd name="connsiteX81" fmla="*/ 1979677 w 2212473"/>
                  <a:gd name="connsiteY81" fmla="*/ 1413164 h 5985164"/>
                  <a:gd name="connsiteX82" fmla="*/ 2029554 w 2212473"/>
                  <a:gd name="connsiteY82" fmla="*/ 1379913 h 5985164"/>
                  <a:gd name="connsiteX83" fmla="*/ 2062805 w 2212473"/>
                  <a:gd name="connsiteY83" fmla="*/ 1330037 h 5985164"/>
                  <a:gd name="connsiteX84" fmla="*/ 2112681 w 2212473"/>
                  <a:gd name="connsiteY84" fmla="*/ 1296786 h 5985164"/>
                  <a:gd name="connsiteX85" fmla="*/ 2179183 w 2212473"/>
                  <a:gd name="connsiteY85" fmla="*/ 1197033 h 5985164"/>
                  <a:gd name="connsiteX86" fmla="*/ 2212434 w 2212473"/>
                  <a:gd name="connsiteY86" fmla="*/ 1097280 h 5985164"/>
                  <a:gd name="connsiteX87" fmla="*/ 2195808 w 2212473"/>
                  <a:gd name="connsiteY87" fmla="*/ 581891 h 5985164"/>
                  <a:gd name="connsiteX88" fmla="*/ 2162557 w 2212473"/>
                  <a:gd name="connsiteY88" fmla="*/ 482139 h 5985164"/>
                  <a:gd name="connsiteX89" fmla="*/ 2145932 w 2212473"/>
                  <a:gd name="connsiteY89" fmla="*/ 399011 h 5985164"/>
                  <a:gd name="connsiteX90" fmla="*/ 2112681 w 2212473"/>
                  <a:gd name="connsiteY90" fmla="*/ 249382 h 5985164"/>
                  <a:gd name="connsiteX91" fmla="*/ 2046179 w 2212473"/>
                  <a:gd name="connsiteY91" fmla="*/ 149629 h 5985164"/>
                  <a:gd name="connsiteX92" fmla="*/ 1996303 w 2212473"/>
                  <a:gd name="connsiteY92" fmla="*/ 133004 h 5985164"/>
                  <a:gd name="connsiteX93" fmla="*/ 1963052 w 2212473"/>
                  <a:gd name="connsiteY93" fmla="*/ 83128 h 5985164"/>
                  <a:gd name="connsiteX94" fmla="*/ 1913176 w 2212473"/>
                  <a:gd name="connsiteY94" fmla="*/ 49877 h 5985164"/>
                  <a:gd name="connsiteX95" fmla="*/ 1780172 w 2212473"/>
                  <a:gd name="connsiteY95" fmla="*/ 16626 h 5985164"/>
                  <a:gd name="connsiteX96" fmla="*/ 1564041 w 2212473"/>
                  <a:gd name="connsiteY96" fmla="*/ 49877 h 5985164"/>
                  <a:gd name="connsiteX97" fmla="*/ 1547416 w 2212473"/>
                  <a:gd name="connsiteY97" fmla="*/ 99753 h 5985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</a:cxnLst>
                <a:rect l="l" t="t" r="r" b="b"/>
                <a:pathLst>
                  <a:path w="2212473" h="5985164">
                    <a:moveTo>
                      <a:pt x="1547416" y="99753"/>
                    </a:moveTo>
                    <a:cubicBezTo>
                      <a:pt x="1516936" y="127462"/>
                      <a:pt x="1441263" y="216131"/>
                      <a:pt x="1381161" y="216131"/>
                    </a:cubicBezTo>
                    <a:cubicBezTo>
                      <a:pt x="1330978" y="216131"/>
                      <a:pt x="1281408" y="205048"/>
                      <a:pt x="1231532" y="199506"/>
                    </a:cubicBezTo>
                    <a:cubicBezTo>
                      <a:pt x="1198281" y="188422"/>
                      <a:pt x="1160942" y="185697"/>
                      <a:pt x="1131779" y="166255"/>
                    </a:cubicBezTo>
                    <a:cubicBezTo>
                      <a:pt x="1002866" y="80313"/>
                      <a:pt x="1069936" y="112389"/>
                      <a:pt x="932274" y="66502"/>
                    </a:cubicBezTo>
                    <a:lnTo>
                      <a:pt x="782645" y="16626"/>
                    </a:lnTo>
                    <a:lnTo>
                      <a:pt x="732768" y="0"/>
                    </a:lnTo>
                    <a:cubicBezTo>
                      <a:pt x="481683" y="19315"/>
                      <a:pt x="585189" y="-6224"/>
                      <a:pt x="416885" y="49877"/>
                    </a:cubicBezTo>
                    <a:cubicBezTo>
                      <a:pt x="416880" y="49879"/>
                      <a:pt x="317137" y="83124"/>
                      <a:pt x="317132" y="83128"/>
                    </a:cubicBezTo>
                    <a:lnTo>
                      <a:pt x="217379" y="149629"/>
                    </a:lnTo>
                    <a:lnTo>
                      <a:pt x="167503" y="182880"/>
                    </a:lnTo>
                    <a:lnTo>
                      <a:pt x="101001" y="282633"/>
                    </a:lnTo>
                    <a:lnTo>
                      <a:pt x="67750" y="332509"/>
                    </a:lnTo>
                    <a:lnTo>
                      <a:pt x="34499" y="432262"/>
                    </a:lnTo>
                    <a:lnTo>
                      <a:pt x="17874" y="482139"/>
                    </a:lnTo>
                    <a:cubicBezTo>
                      <a:pt x="12332" y="543099"/>
                      <a:pt x="1248" y="603808"/>
                      <a:pt x="1248" y="665019"/>
                    </a:cubicBezTo>
                    <a:cubicBezTo>
                      <a:pt x="1248" y="834416"/>
                      <a:pt x="-9913" y="965865"/>
                      <a:pt x="34499" y="1113906"/>
                    </a:cubicBezTo>
                    <a:cubicBezTo>
                      <a:pt x="44570" y="1147477"/>
                      <a:pt x="56666" y="1180408"/>
                      <a:pt x="67750" y="1213659"/>
                    </a:cubicBezTo>
                    <a:lnTo>
                      <a:pt x="84376" y="1263535"/>
                    </a:lnTo>
                    <a:cubicBezTo>
                      <a:pt x="101701" y="1315511"/>
                      <a:pt x="118500" y="1380495"/>
                      <a:pt x="167503" y="1413164"/>
                    </a:cubicBezTo>
                    <a:lnTo>
                      <a:pt x="217379" y="1446415"/>
                    </a:lnTo>
                    <a:cubicBezTo>
                      <a:pt x="233347" y="1470366"/>
                      <a:pt x="280633" y="1512862"/>
                      <a:pt x="234005" y="1546168"/>
                    </a:cubicBezTo>
                    <a:cubicBezTo>
                      <a:pt x="205484" y="1566540"/>
                      <a:pt x="134252" y="1579419"/>
                      <a:pt x="134252" y="1579419"/>
                    </a:cubicBezTo>
                    <a:cubicBezTo>
                      <a:pt x="49051" y="1707219"/>
                      <a:pt x="74320" y="1639752"/>
                      <a:pt x="51125" y="1778924"/>
                    </a:cubicBezTo>
                    <a:cubicBezTo>
                      <a:pt x="54840" y="1823510"/>
                      <a:pt x="50420" y="1960392"/>
                      <a:pt x="84376" y="2028306"/>
                    </a:cubicBezTo>
                    <a:cubicBezTo>
                      <a:pt x="93312" y="2046178"/>
                      <a:pt x="103497" y="2064053"/>
                      <a:pt x="117626" y="2078182"/>
                    </a:cubicBezTo>
                    <a:cubicBezTo>
                      <a:pt x="131755" y="2092311"/>
                      <a:pt x="150877" y="2100349"/>
                      <a:pt x="167503" y="2111433"/>
                    </a:cubicBezTo>
                    <a:cubicBezTo>
                      <a:pt x="178587" y="2128058"/>
                      <a:pt x="185717" y="2148151"/>
                      <a:pt x="200754" y="2161309"/>
                    </a:cubicBezTo>
                    <a:cubicBezTo>
                      <a:pt x="230829" y="2187625"/>
                      <a:pt x="267255" y="2205644"/>
                      <a:pt x="300506" y="2227811"/>
                    </a:cubicBezTo>
                    <a:cubicBezTo>
                      <a:pt x="317132" y="2238895"/>
                      <a:pt x="330998" y="2256216"/>
                      <a:pt x="350383" y="2261062"/>
                    </a:cubicBezTo>
                    <a:lnTo>
                      <a:pt x="416885" y="2277688"/>
                    </a:lnTo>
                    <a:cubicBezTo>
                      <a:pt x="433510" y="2288772"/>
                      <a:pt x="447052" y="2307654"/>
                      <a:pt x="466761" y="2310939"/>
                    </a:cubicBezTo>
                    <a:cubicBezTo>
                      <a:pt x="484047" y="2313820"/>
                      <a:pt x="499112" y="2294313"/>
                      <a:pt x="516637" y="2294313"/>
                    </a:cubicBezTo>
                    <a:cubicBezTo>
                      <a:pt x="534162" y="2294313"/>
                      <a:pt x="549888" y="2305397"/>
                      <a:pt x="566514" y="2310939"/>
                    </a:cubicBezTo>
                    <a:lnTo>
                      <a:pt x="699517" y="2709949"/>
                    </a:lnTo>
                    <a:lnTo>
                      <a:pt x="749394" y="2859579"/>
                    </a:lnTo>
                    <a:cubicBezTo>
                      <a:pt x="749396" y="2859584"/>
                      <a:pt x="782642" y="2959327"/>
                      <a:pt x="782645" y="2959331"/>
                    </a:cubicBezTo>
                    <a:lnTo>
                      <a:pt x="849146" y="3059084"/>
                    </a:lnTo>
                    <a:cubicBezTo>
                      <a:pt x="860230" y="3075709"/>
                      <a:pt x="876078" y="3090004"/>
                      <a:pt x="882397" y="3108960"/>
                    </a:cubicBezTo>
                    <a:cubicBezTo>
                      <a:pt x="895919" y="3149526"/>
                      <a:pt x="900045" y="3176484"/>
                      <a:pt x="932274" y="3208713"/>
                    </a:cubicBezTo>
                    <a:cubicBezTo>
                      <a:pt x="946403" y="3222842"/>
                      <a:pt x="965525" y="3230880"/>
                      <a:pt x="982150" y="3241964"/>
                    </a:cubicBezTo>
                    <a:cubicBezTo>
                      <a:pt x="1022298" y="3302186"/>
                      <a:pt x="1032026" y="3301995"/>
                      <a:pt x="1032026" y="3391593"/>
                    </a:cubicBezTo>
                    <a:cubicBezTo>
                      <a:pt x="1032026" y="4081724"/>
                      <a:pt x="1062365" y="3904912"/>
                      <a:pt x="998776" y="4222866"/>
                    </a:cubicBezTo>
                    <a:cubicBezTo>
                      <a:pt x="993234" y="4389120"/>
                      <a:pt x="982150" y="4555282"/>
                      <a:pt x="982150" y="4721629"/>
                    </a:cubicBezTo>
                    <a:cubicBezTo>
                      <a:pt x="982150" y="4910132"/>
                      <a:pt x="985953" y="5098828"/>
                      <a:pt x="998776" y="5286895"/>
                    </a:cubicBezTo>
                    <a:cubicBezTo>
                      <a:pt x="1008686" y="5432250"/>
                      <a:pt x="1022457" y="5411343"/>
                      <a:pt x="1048652" y="5503026"/>
                    </a:cubicBezTo>
                    <a:cubicBezTo>
                      <a:pt x="1054929" y="5524996"/>
                      <a:pt x="1058711" y="5547642"/>
                      <a:pt x="1065277" y="5569528"/>
                    </a:cubicBezTo>
                    <a:cubicBezTo>
                      <a:pt x="1075348" y="5603099"/>
                      <a:pt x="1087444" y="5636029"/>
                      <a:pt x="1098528" y="5669280"/>
                    </a:cubicBezTo>
                    <a:lnTo>
                      <a:pt x="1148405" y="5818909"/>
                    </a:lnTo>
                    <a:lnTo>
                      <a:pt x="1181656" y="5918662"/>
                    </a:lnTo>
                    <a:cubicBezTo>
                      <a:pt x="1187198" y="5935288"/>
                      <a:pt x="1181655" y="5962997"/>
                      <a:pt x="1198281" y="5968539"/>
                    </a:cubicBezTo>
                    <a:lnTo>
                      <a:pt x="1248157" y="5985164"/>
                    </a:lnTo>
                    <a:cubicBezTo>
                      <a:pt x="1261679" y="5944599"/>
                      <a:pt x="1265806" y="5917640"/>
                      <a:pt x="1298034" y="5885411"/>
                    </a:cubicBezTo>
                    <a:cubicBezTo>
                      <a:pt x="1312163" y="5871282"/>
                      <a:pt x="1331285" y="5863244"/>
                      <a:pt x="1347910" y="5852160"/>
                    </a:cubicBezTo>
                    <a:cubicBezTo>
                      <a:pt x="1353452" y="5835535"/>
                      <a:pt x="1353588" y="5815968"/>
                      <a:pt x="1364536" y="5802284"/>
                    </a:cubicBezTo>
                    <a:cubicBezTo>
                      <a:pt x="1377018" y="5786681"/>
                      <a:pt x="1403822" y="5785977"/>
                      <a:pt x="1414412" y="5769033"/>
                    </a:cubicBezTo>
                    <a:cubicBezTo>
                      <a:pt x="1432988" y="5739311"/>
                      <a:pt x="1436579" y="5702531"/>
                      <a:pt x="1447663" y="5669280"/>
                    </a:cubicBezTo>
                    <a:cubicBezTo>
                      <a:pt x="1453982" y="5650324"/>
                      <a:pt x="1469830" y="5636029"/>
                      <a:pt x="1480914" y="5619404"/>
                    </a:cubicBezTo>
                    <a:cubicBezTo>
                      <a:pt x="1486456" y="5597237"/>
                      <a:pt x="1493058" y="5575308"/>
                      <a:pt x="1497539" y="5552902"/>
                    </a:cubicBezTo>
                    <a:cubicBezTo>
                      <a:pt x="1509076" y="5495215"/>
                      <a:pt x="1522802" y="5392686"/>
                      <a:pt x="1530790" y="5336771"/>
                    </a:cubicBezTo>
                    <a:cubicBezTo>
                      <a:pt x="1525248" y="4910051"/>
                      <a:pt x="1524445" y="4483243"/>
                      <a:pt x="1514165" y="4056611"/>
                    </a:cubicBezTo>
                    <a:cubicBezTo>
                      <a:pt x="1513353" y="4022911"/>
                      <a:pt x="1497539" y="3990568"/>
                      <a:pt x="1497539" y="3956859"/>
                    </a:cubicBezTo>
                    <a:cubicBezTo>
                      <a:pt x="1497539" y="3757276"/>
                      <a:pt x="1499945" y="3557417"/>
                      <a:pt x="1514165" y="3358342"/>
                    </a:cubicBezTo>
                    <a:cubicBezTo>
                      <a:pt x="1524444" y="3214439"/>
                      <a:pt x="1568574" y="3294865"/>
                      <a:pt x="1613917" y="3158837"/>
                    </a:cubicBezTo>
                    <a:cubicBezTo>
                      <a:pt x="1731477" y="2806156"/>
                      <a:pt x="1588414" y="3243845"/>
                      <a:pt x="1663794" y="2992582"/>
                    </a:cubicBezTo>
                    <a:cubicBezTo>
                      <a:pt x="1673866" y="2959011"/>
                      <a:pt x="1688544" y="2926832"/>
                      <a:pt x="1697045" y="2892829"/>
                    </a:cubicBezTo>
                    <a:cubicBezTo>
                      <a:pt x="1702587" y="2870662"/>
                      <a:pt x="1707393" y="2848298"/>
                      <a:pt x="1713670" y="2826328"/>
                    </a:cubicBezTo>
                    <a:cubicBezTo>
                      <a:pt x="1718485" y="2809477"/>
                      <a:pt x="1725482" y="2793302"/>
                      <a:pt x="1730296" y="2776451"/>
                    </a:cubicBezTo>
                    <a:cubicBezTo>
                      <a:pt x="1736573" y="2754481"/>
                      <a:pt x="1740644" y="2731919"/>
                      <a:pt x="1746921" y="2709949"/>
                    </a:cubicBezTo>
                    <a:cubicBezTo>
                      <a:pt x="1772616" y="2620013"/>
                      <a:pt x="1759892" y="2698627"/>
                      <a:pt x="1780172" y="2576946"/>
                    </a:cubicBezTo>
                    <a:cubicBezTo>
                      <a:pt x="1819898" y="2338593"/>
                      <a:pt x="1775182" y="2544534"/>
                      <a:pt x="1813423" y="2410691"/>
                    </a:cubicBezTo>
                    <a:cubicBezTo>
                      <a:pt x="1828686" y="2357272"/>
                      <a:pt x="1822802" y="2334809"/>
                      <a:pt x="1863299" y="2294313"/>
                    </a:cubicBezTo>
                    <a:cubicBezTo>
                      <a:pt x="1877428" y="2280184"/>
                      <a:pt x="1896550" y="2272146"/>
                      <a:pt x="1913176" y="2261062"/>
                    </a:cubicBezTo>
                    <a:cubicBezTo>
                      <a:pt x="2001839" y="2128065"/>
                      <a:pt x="1885470" y="2288766"/>
                      <a:pt x="1996303" y="2177935"/>
                    </a:cubicBezTo>
                    <a:cubicBezTo>
                      <a:pt x="2010432" y="2163806"/>
                      <a:pt x="2016762" y="2143409"/>
                      <a:pt x="2029554" y="2128059"/>
                    </a:cubicBezTo>
                    <a:cubicBezTo>
                      <a:pt x="2044606" y="2109997"/>
                      <a:pt x="2062805" y="2094808"/>
                      <a:pt x="2079430" y="2078182"/>
                    </a:cubicBezTo>
                    <a:lnTo>
                      <a:pt x="2112681" y="1978429"/>
                    </a:lnTo>
                    <a:lnTo>
                      <a:pt x="2129306" y="1928553"/>
                    </a:lnTo>
                    <a:cubicBezTo>
                      <a:pt x="2123764" y="1823258"/>
                      <a:pt x="2126927" y="1717143"/>
                      <a:pt x="2112681" y="1612669"/>
                    </a:cubicBezTo>
                    <a:cubicBezTo>
                      <a:pt x="2103899" y="1548267"/>
                      <a:pt x="2021360" y="1543436"/>
                      <a:pt x="1979677" y="1529542"/>
                    </a:cubicBezTo>
                    <a:lnTo>
                      <a:pt x="1929801" y="1512917"/>
                    </a:lnTo>
                    <a:cubicBezTo>
                      <a:pt x="1943323" y="1472350"/>
                      <a:pt x="1947447" y="1445393"/>
                      <a:pt x="1979677" y="1413164"/>
                    </a:cubicBezTo>
                    <a:cubicBezTo>
                      <a:pt x="1993806" y="1399035"/>
                      <a:pt x="2012928" y="1390997"/>
                      <a:pt x="2029554" y="1379913"/>
                    </a:cubicBezTo>
                    <a:cubicBezTo>
                      <a:pt x="2040638" y="1363288"/>
                      <a:pt x="2048676" y="1344166"/>
                      <a:pt x="2062805" y="1330037"/>
                    </a:cubicBezTo>
                    <a:cubicBezTo>
                      <a:pt x="2076934" y="1315908"/>
                      <a:pt x="2099523" y="1311823"/>
                      <a:pt x="2112681" y="1296786"/>
                    </a:cubicBezTo>
                    <a:cubicBezTo>
                      <a:pt x="2138997" y="1266711"/>
                      <a:pt x="2179183" y="1197033"/>
                      <a:pt x="2179183" y="1197033"/>
                    </a:cubicBezTo>
                    <a:cubicBezTo>
                      <a:pt x="2190267" y="1163782"/>
                      <a:pt x="2213564" y="1132311"/>
                      <a:pt x="2212434" y="1097280"/>
                    </a:cubicBezTo>
                    <a:cubicBezTo>
                      <a:pt x="2206892" y="925484"/>
                      <a:pt x="2209699" y="753214"/>
                      <a:pt x="2195808" y="581891"/>
                    </a:cubicBezTo>
                    <a:cubicBezTo>
                      <a:pt x="2192975" y="546956"/>
                      <a:pt x="2169430" y="516508"/>
                      <a:pt x="2162557" y="482139"/>
                    </a:cubicBezTo>
                    <a:cubicBezTo>
                      <a:pt x="2157015" y="454430"/>
                      <a:pt x="2150987" y="426813"/>
                      <a:pt x="2145932" y="399011"/>
                    </a:cubicBezTo>
                    <a:cubicBezTo>
                      <a:pt x="2140813" y="370855"/>
                      <a:pt x="2132485" y="285030"/>
                      <a:pt x="2112681" y="249382"/>
                    </a:cubicBezTo>
                    <a:cubicBezTo>
                      <a:pt x="2093274" y="214448"/>
                      <a:pt x="2084091" y="162266"/>
                      <a:pt x="2046179" y="149629"/>
                    </a:cubicBezTo>
                    <a:lnTo>
                      <a:pt x="1996303" y="133004"/>
                    </a:lnTo>
                    <a:cubicBezTo>
                      <a:pt x="1985219" y="116379"/>
                      <a:pt x="1977181" y="97257"/>
                      <a:pt x="1963052" y="83128"/>
                    </a:cubicBezTo>
                    <a:cubicBezTo>
                      <a:pt x="1948923" y="68999"/>
                      <a:pt x="1931048" y="58813"/>
                      <a:pt x="1913176" y="49877"/>
                    </a:cubicBezTo>
                    <a:cubicBezTo>
                      <a:pt x="1879092" y="32835"/>
                      <a:pt x="1811793" y="22950"/>
                      <a:pt x="1780172" y="16626"/>
                    </a:cubicBezTo>
                    <a:cubicBezTo>
                      <a:pt x="1732482" y="21395"/>
                      <a:pt x="1623959" y="19917"/>
                      <a:pt x="1564041" y="49877"/>
                    </a:cubicBezTo>
                    <a:cubicBezTo>
                      <a:pt x="1557031" y="53382"/>
                      <a:pt x="1577896" y="72044"/>
                      <a:pt x="1547416" y="99753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A9ED6F8A-D1A9-F348-A2BA-56E5078466DD}"/>
                  </a:ext>
                </a:extLst>
              </p:cNvPr>
              <p:cNvSpPr/>
              <p:nvPr/>
            </p:nvSpPr>
            <p:spPr>
              <a:xfrm flipH="1">
                <a:off x="923961" y="569259"/>
                <a:ext cx="2276439" cy="5985164"/>
              </a:xfrm>
              <a:custGeom>
                <a:avLst/>
                <a:gdLst>
                  <a:gd name="connsiteX0" fmla="*/ 1547416 w 2212473"/>
                  <a:gd name="connsiteY0" fmla="*/ 99753 h 5985164"/>
                  <a:gd name="connsiteX1" fmla="*/ 1381161 w 2212473"/>
                  <a:gd name="connsiteY1" fmla="*/ 216131 h 5985164"/>
                  <a:gd name="connsiteX2" fmla="*/ 1231532 w 2212473"/>
                  <a:gd name="connsiteY2" fmla="*/ 199506 h 5985164"/>
                  <a:gd name="connsiteX3" fmla="*/ 1131779 w 2212473"/>
                  <a:gd name="connsiteY3" fmla="*/ 166255 h 5985164"/>
                  <a:gd name="connsiteX4" fmla="*/ 932274 w 2212473"/>
                  <a:gd name="connsiteY4" fmla="*/ 66502 h 5985164"/>
                  <a:gd name="connsiteX5" fmla="*/ 782645 w 2212473"/>
                  <a:gd name="connsiteY5" fmla="*/ 16626 h 5985164"/>
                  <a:gd name="connsiteX6" fmla="*/ 732768 w 2212473"/>
                  <a:gd name="connsiteY6" fmla="*/ 0 h 5985164"/>
                  <a:gd name="connsiteX7" fmla="*/ 416885 w 2212473"/>
                  <a:gd name="connsiteY7" fmla="*/ 49877 h 5985164"/>
                  <a:gd name="connsiteX8" fmla="*/ 317132 w 2212473"/>
                  <a:gd name="connsiteY8" fmla="*/ 83128 h 5985164"/>
                  <a:gd name="connsiteX9" fmla="*/ 217379 w 2212473"/>
                  <a:gd name="connsiteY9" fmla="*/ 149629 h 5985164"/>
                  <a:gd name="connsiteX10" fmla="*/ 167503 w 2212473"/>
                  <a:gd name="connsiteY10" fmla="*/ 182880 h 5985164"/>
                  <a:gd name="connsiteX11" fmla="*/ 101001 w 2212473"/>
                  <a:gd name="connsiteY11" fmla="*/ 282633 h 5985164"/>
                  <a:gd name="connsiteX12" fmla="*/ 67750 w 2212473"/>
                  <a:gd name="connsiteY12" fmla="*/ 332509 h 5985164"/>
                  <a:gd name="connsiteX13" fmla="*/ 34499 w 2212473"/>
                  <a:gd name="connsiteY13" fmla="*/ 432262 h 5985164"/>
                  <a:gd name="connsiteX14" fmla="*/ 17874 w 2212473"/>
                  <a:gd name="connsiteY14" fmla="*/ 482139 h 5985164"/>
                  <a:gd name="connsiteX15" fmla="*/ 1248 w 2212473"/>
                  <a:gd name="connsiteY15" fmla="*/ 665019 h 5985164"/>
                  <a:gd name="connsiteX16" fmla="*/ 34499 w 2212473"/>
                  <a:gd name="connsiteY16" fmla="*/ 1113906 h 5985164"/>
                  <a:gd name="connsiteX17" fmla="*/ 67750 w 2212473"/>
                  <a:gd name="connsiteY17" fmla="*/ 1213659 h 5985164"/>
                  <a:gd name="connsiteX18" fmla="*/ 84376 w 2212473"/>
                  <a:gd name="connsiteY18" fmla="*/ 1263535 h 5985164"/>
                  <a:gd name="connsiteX19" fmla="*/ 167503 w 2212473"/>
                  <a:gd name="connsiteY19" fmla="*/ 1413164 h 5985164"/>
                  <a:gd name="connsiteX20" fmla="*/ 217379 w 2212473"/>
                  <a:gd name="connsiteY20" fmla="*/ 1446415 h 5985164"/>
                  <a:gd name="connsiteX21" fmla="*/ 234005 w 2212473"/>
                  <a:gd name="connsiteY21" fmla="*/ 1546168 h 5985164"/>
                  <a:gd name="connsiteX22" fmla="*/ 134252 w 2212473"/>
                  <a:gd name="connsiteY22" fmla="*/ 1579419 h 5985164"/>
                  <a:gd name="connsiteX23" fmla="*/ 51125 w 2212473"/>
                  <a:gd name="connsiteY23" fmla="*/ 1778924 h 5985164"/>
                  <a:gd name="connsiteX24" fmla="*/ 84376 w 2212473"/>
                  <a:gd name="connsiteY24" fmla="*/ 2028306 h 5985164"/>
                  <a:gd name="connsiteX25" fmla="*/ 117626 w 2212473"/>
                  <a:gd name="connsiteY25" fmla="*/ 2078182 h 5985164"/>
                  <a:gd name="connsiteX26" fmla="*/ 167503 w 2212473"/>
                  <a:gd name="connsiteY26" fmla="*/ 2111433 h 5985164"/>
                  <a:gd name="connsiteX27" fmla="*/ 200754 w 2212473"/>
                  <a:gd name="connsiteY27" fmla="*/ 2161309 h 5985164"/>
                  <a:gd name="connsiteX28" fmla="*/ 300506 w 2212473"/>
                  <a:gd name="connsiteY28" fmla="*/ 2227811 h 5985164"/>
                  <a:gd name="connsiteX29" fmla="*/ 350383 w 2212473"/>
                  <a:gd name="connsiteY29" fmla="*/ 2261062 h 5985164"/>
                  <a:gd name="connsiteX30" fmla="*/ 416885 w 2212473"/>
                  <a:gd name="connsiteY30" fmla="*/ 2277688 h 5985164"/>
                  <a:gd name="connsiteX31" fmla="*/ 466761 w 2212473"/>
                  <a:gd name="connsiteY31" fmla="*/ 2310939 h 5985164"/>
                  <a:gd name="connsiteX32" fmla="*/ 516637 w 2212473"/>
                  <a:gd name="connsiteY32" fmla="*/ 2294313 h 5985164"/>
                  <a:gd name="connsiteX33" fmla="*/ 566514 w 2212473"/>
                  <a:gd name="connsiteY33" fmla="*/ 2310939 h 5985164"/>
                  <a:gd name="connsiteX34" fmla="*/ 699517 w 2212473"/>
                  <a:gd name="connsiteY34" fmla="*/ 2709949 h 5985164"/>
                  <a:gd name="connsiteX35" fmla="*/ 749394 w 2212473"/>
                  <a:gd name="connsiteY35" fmla="*/ 2859579 h 5985164"/>
                  <a:gd name="connsiteX36" fmla="*/ 782645 w 2212473"/>
                  <a:gd name="connsiteY36" fmla="*/ 2959331 h 5985164"/>
                  <a:gd name="connsiteX37" fmla="*/ 849146 w 2212473"/>
                  <a:gd name="connsiteY37" fmla="*/ 3059084 h 5985164"/>
                  <a:gd name="connsiteX38" fmla="*/ 882397 w 2212473"/>
                  <a:gd name="connsiteY38" fmla="*/ 3108960 h 5985164"/>
                  <a:gd name="connsiteX39" fmla="*/ 932274 w 2212473"/>
                  <a:gd name="connsiteY39" fmla="*/ 3208713 h 5985164"/>
                  <a:gd name="connsiteX40" fmla="*/ 982150 w 2212473"/>
                  <a:gd name="connsiteY40" fmla="*/ 3241964 h 5985164"/>
                  <a:gd name="connsiteX41" fmla="*/ 1032026 w 2212473"/>
                  <a:gd name="connsiteY41" fmla="*/ 3391593 h 5985164"/>
                  <a:gd name="connsiteX42" fmla="*/ 998776 w 2212473"/>
                  <a:gd name="connsiteY42" fmla="*/ 4222866 h 5985164"/>
                  <a:gd name="connsiteX43" fmla="*/ 982150 w 2212473"/>
                  <a:gd name="connsiteY43" fmla="*/ 4721629 h 5985164"/>
                  <a:gd name="connsiteX44" fmla="*/ 998776 w 2212473"/>
                  <a:gd name="connsiteY44" fmla="*/ 5286895 h 5985164"/>
                  <a:gd name="connsiteX45" fmla="*/ 1048652 w 2212473"/>
                  <a:gd name="connsiteY45" fmla="*/ 5503026 h 5985164"/>
                  <a:gd name="connsiteX46" fmla="*/ 1065277 w 2212473"/>
                  <a:gd name="connsiteY46" fmla="*/ 5569528 h 5985164"/>
                  <a:gd name="connsiteX47" fmla="*/ 1098528 w 2212473"/>
                  <a:gd name="connsiteY47" fmla="*/ 5669280 h 5985164"/>
                  <a:gd name="connsiteX48" fmla="*/ 1148405 w 2212473"/>
                  <a:gd name="connsiteY48" fmla="*/ 5818909 h 5985164"/>
                  <a:gd name="connsiteX49" fmla="*/ 1181656 w 2212473"/>
                  <a:gd name="connsiteY49" fmla="*/ 5918662 h 5985164"/>
                  <a:gd name="connsiteX50" fmla="*/ 1198281 w 2212473"/>
                  <a:gd name="connsiteY50" fmla="*/ 5968539 h 5985164"/>
                  <a:gd name="connsiteX51" fmla="*/ 1248157 w 2212473"/>
                  <a:gd name="connsiteY51" fmla="*/ 5985164 h 5985164"/>
                  <a:gd name="connsiteX52" fmla="*/ 1298034 w 2212473"/>
                  <a:gd name="connsiteY52" fmla="*/ 5885411 h 5985164"/>
                  <a:gd name="connsiteX53" fmla="*/ 1347910 w 2212473"/>
                  <a:gd name="connsiteY53" fmla="*/ 5852160 h 5985164"/>
                  <a:gd name="connsiteX54" fmla="*/ 1364536 w 2212473"/>
                  <a:gd name="connsiteY54" fmla="*/ 5802284 h 5985164"/>
                  <a:gd name="connsiteX55" fmla="*/ 1414412 w 2212473"/>
                  <a:gd name="connsiteY55" fmla="*/ 5769033 h 5985164"/>
                  <a:gd name="connsiteX56" fmla="*/ 1447663 w 2212473"/>
                  <a:gd name="connsiteY56" fmla="*/ 5669280 h 5985164"/>
                  <a:gd name="connsiteX57" fmla="*/ 1480914 w 2212473"/>
                  <a:gd name="connsiteY57" fmla="*/ 5619404 h 5985164"/>
                  <a:gd name="connsiteX58" fmla="*/ 1497539 w 2212473"/>
                  <a:gd name="connsiteY58" fmla="*/ 5552902 h 5985164"/>
                  <a:gd name="connsiteX59" fmla="*/ 1530790 w 2212473"/>
                  <a:gd name="connsiteY59" fmla="*/ 5336771 h 5985164"/>
                  <a:gd name="connsiteX60" fmla="*/ 1514165 w 2212473"/>
                  <a:gd name="connsiteY60" fmla="*/ 4056611 h 5985164"/>
                  <a:gd name="connsiteX61" fmla="*/ 1497539 w 2212473"/>
                  <a:gd name="connsiteY61" fmla="*/ 3956859 h 5985164"/>
                  <a:gd name="connsiteX62" fmla="*/ 1514165 w 2212473"/>
                  <a:gd name="connsiteY62" fmla="*/ 3358342 h 5985164"/>
                  <a:gd name="connsiteX63" fmla="*/ 1613917 w 2212473"/>
                  <a:gd name="connsiteY63" fmla="*/ 3158837 h 5985164"/>
                  <a:gd name="connsiteX64" fmla="*/ 1663794 w 2212473"/>
                  <a:gd name="connsiteY64" fmla="*/ 2992582 h 5985164"/>
                  <a:gd name="connsiteX65" fmla="*/ 1697045 w 2212473"/>
                  <a:gd name="connsiteY65" fmla="*/ 2892829 h 5985164"/>
                  <a:gd name="connsiteX66" fmla="*/ 1713670 w 2212473"/>
                  <a:gd name="connsiteY66" fmla="*/ 2826328 h 5985164"/>
                  <a:gd name="connsiteX67" fmla="*/ 1730296 w 2212473"/>
                  <a:gd name="connsiteY67" fmla="*/ 2776451 h 5985164"/>
                  <a:gd name="connsiteX68" fmla="*/ 1746921 w 2212473"/>
                  <a:gd name="connsiteY68" fmla="*/ 2709949 h 5985164"/>
                  <a:gd name="connsiteX69" fmla="*/ 1780172 w 2212473"/>
                  <a:gd name="connsiteY69" fmla="*/ 2576946 h 5985164"/>
                  <a:gd name="connsiteX70" fmla="*/ 1813423 w 2212473"/>
                  <a:gd name="connsiteY70" fmla="*/ 2410691 h 5985164"/>
                  <a:gd name="connsiteX71" fmla="*/ 1863299 w 2212473"/>
                  <a:gd name="connsiteY71" fmla="*/ 2294313 h 5985164"/>
                  <a:gd name="connsiteX72" fmla="*/ 1913176 w 2212473"/>
                  <a:gd name="connsiteY72" fmla="*/ 2261062 h 5985164"/>
                  <a:gd name="connsiteX73" fmla="*/ 1996303 w 2212473"/>
                  <a:gd name="connsiteY73" fmla="*/ 2177935 h 5985164"/>
                  <a:gd name="connsiteX74" fmla="*/ 2029554 w 2212473"/>
                  <a:gd name="connsiteY74" fmla="*/ 2128059 h 5985164"/>
                  <a:gd name="connsiteX75" fmla="*/ 2079430 w 2212473"/>
                  <a:gd name="connsiteY75" fmla="*/ 2078182 h 5985164"/>
                  <a:gd name="connsiteX76" fmla="*/ 2112681 w 2212473"/>
                  <a:gd name="connsiteY76" fmla="*/ 1978429 h 5985164"/>
                  <a:gd name="connsiteX77" fmla="*/ 2129306 w 2212473"/>
                  <a:gd name="connsiteY77" fmla="*/ 1928553 h 5985164"/>
                  <a:gd name="connsiteX78" fmla="*/ 2112681 w 2212473"/>
                  <a:gd name="connsiteY78" fmla="*/ 1612669 h 5985164"/>
                  <a:gd name="connsiteX79" fmla="*/ 1979677 w 2212473"/>
                  <a:gd name="connsiteY79" fmla="*/ 1529542 h 5985164"/>
                  <a:gd name="connsiteX80" fmla="*/ 1929801 w 2212473"/>
                  <a:gd name="connsiteY80" fmla="*/ 1512917 h 5985164"/>
                  <a:gd name="connsiteX81" fmla="*/ 1979677 w 2212473"/>
                  <a:gd name="connsiteY81" fmla="*/ 1413164 h 5985164"/>
                  <a:gd name="connsiteX82" fmla="*/ 2029554 w 2212473"/>
                  <a:gd name="connsiteY82" fmla="*/ 1379913 h 5985164"/>
                  <a:gd name="connsiteX83" fmla="*/ 2062805 w 2212473"/>
                  <a:gd name="connsiteY83" fmla="*/ 1330037 h 5985164"/>
                  <a:gd name="connsiteX84" fmla="*/ 2112681 w 2212473"/>
                  <a:gd name="connsiteY84" fmla="*/ 1296786 h 5985164"/>
                  <a:gd name="connsiteX85" fmla="*/ 2179183 w 2212473"/>
                  <a:gd name="connsiteY85" fmla="*/ 1197033 h 5985164"/>
                  <a:gd name="connsiteX86" fmla="*/ 2212434 w 2212473"/>
                  <a:gd name="connsiteY86" fmla="*/ 1097280 h 5985164"/>
                  <a:gd name="connsiteX87" fmla="*/ 2195808 w 2212473"/>
                  <a:gd name="connsiteY87" fmla="*/ 581891 h 5985164"/>
                  <a:gd name="connsiteX88" fmla="*/ 2162557 w 2212473"/>
                  <a:gd name="connsiteY88" fmla="*/ 482139 h 5985164"/>
                  <a:gd name="connsiteX89" fmla="*/ 2145932 w 2212473"/>
                  <a:gd name="connsiteY89" fmla="*/ 399011 h 5985164"/>
                  <a:gd name="connsiteX90" fmla="*/ 2112681 w 2212473"/>
                  <a:gd name="connsiteY90" fmla="*/ 249382 h 5985164"/>
                  <a:gd name="connsiteX91" fmla="*/ 2046179 w 2212473"/>
                  <a:gd name="connsiteY91" fmla="*/ 149629 h 5985164"/>
                  <a:gd name="connsiteX92" fmla="*/ 1996303 w 2212473"/>
                  <a:gd name="connsiteY92" fmla="*/ 133004 h 5985164"/>
                  <a:gd name="connsiteX93" fmla="*/ 1963052 w 2212473"/>
                  <a:gd name="connsiteY93" fmla="*/ 83128 h 5985164"/>
                  <a:gd name="connsiteX94" fmla="*/ 1913176 w 2212473"/>
                  <a:gd name="connsiteY94" fmla="*/ 49877 h 5985164"/>
                  <a:gd name="connsiteX95" fmla="*/ 1780172 w 2212473"/>
                  <a:gd name="connsiteY95" fmla="*/ 16626 h 5985164"/>
                  <a:gd name="connsiteX96" fmla="*/ 1564041 w 2212473"/>
                  <a:gd name="connsiteY96" fmla="*/ 49877 h 5985164"/>
                  <a:gd name="connsiteX97" fmla="*/ 1547416 w 2212473"/>
                  <a:gd name="connsiteY97" fmla="*/ 99753 h 5985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</a:cxnLst>
                <a:rect l="l" t="t" r="r" b="b"/>
                <a:pathLst>
                  <a:path w="2212473" h="5985164">
                    <a:moveTo>
                      <a:pt x="1547416" y="99753"/>
                    </a:moveTo>
                    <a:cubicBezTo>
                      <a:pt x="1516936" y="127462"/>
                      <a:pt x="1441263" y="216131"/>
                      <a:pt x="1381161" y="216131"/>
                    </a:cubicBezTo>
                    <a:cubicBezTo>
                      <a:pt x="1330978" y="216131"/>
                      <a:pt x="1281408" y="205048"/>
                      <a:pt x="1231532" y="199506"/>
                    </a:cubicBezTo>
                    <a:cubicBezTo>
                      <a:pt x="1198281" y="188422"/>
                      <a:pt x="1160942" y="185697"/>
                      <a:pt x="1131779" y="166255"/>
                    </a:cubicBezTo>
                    <a:cubicBezTo>
                      <a:pt x="1002866" y="80313"/>
                      <a:pt x="1069936" y="112389"/>
                      <a:pt x="932274" y="66502"/>
                    </a:cubicBezTo>
                    <a:lnTo>
                      <a:pt x="782645" y="16626"/>
                    </a:lnTo>
                    <a:lnTo>
                      <a:pt x="732768" y="0"/>
                    </a:lnTo>
                    <a:cubicBezTo>
                      <a:pt x="481683" y="19315"/>
                      <a:pt x="585189" y="-6224"/>
                      <a:pt x="416885" y="49877"/>
                    </a:cubicBezTo>
                    <a:cubicBezTo>
                      <a:pt x="416880" y="49879"/>
                      <a:pt x="317137" y="83124"/>
                      <a:pt x="317132" y="83128"/>
                    </a:cubicBezTo>
                    <a:lnTo>
                      <a:pt x="217379" y="149629"/>
                    </a:lnTo>
                    <a:lnTo>
                      <a:pt x="167503" y="182880"/>
                    </a:lnTo>
                    <a:lnTo>
                      <a:pt x="101001" y="282633"/>
                    </a:lnTo>
                    <a:lnTo>
                      <a:pt x="67750" y="332509"/>
                    </a:lnTo>
                    <a:lnTo>
                      <a:pt x="34499" y="432262"/>
                    </a:lnTo>
                    <a:lnTo>
                      <a:pt x="17874" y="482139"/>
                    </a:lnTo>
                    <a:cubicBezTo>
                      <a:pt x="12332" y="543099"/>
                      <a:pt x="1248" y="603808"/>
                      <a:pt x="1248" y="665019"/>
                    </a:cubicBezTo>
                    <a:cubicBezTo>
                      <a:pt x="1248" y="834416"/>
                      <a:pt x="-9913" y="965865"/>
                      <a:pt x="34499" y="1113906"/>
                    </a:cubicBezTo>
                    <a:cubicBezTo>
                      <a:pt x="44570" y="1147477"/>
                      <a:pt x="56666" y="1180408"/>
                      <a:pt x="67750" y="1213659"/>
                    </a:cubicBezTo>
                    <a:lnTo>
                      <a:pt x="84376" y="1263535"/>
                    </a:lnTo>
                    <a:cubicBezTo>
                      <a:pt x="101701" y="1315511"/>
                      <a:pt x="118500" y="1380495"/>
                      <a:pt x="167503" y="1413164"/>
                    </a:cubicBezTo>
                    <a:lnTo>
                      <a:pt x="217379" y="1446415"/>
                    </a:lnTo>
                    <a:cubicBezTo>
                      <a:pt x="233347" y="1470366"/>
                      <a:pt x="280633" y="1512862"/>
                      <a:pt x="234005" y="1546168"/>
                    </a:cubicBezTo>
                    <a:cubicBezTo>
                      <a:pt x="205484" y="1566540"/>
                      <a:pt x="134252" y="1579419"/>
                      <a:pt x="134252" y="1579419"/>
                    </a:cubicBezTo>
                    <a:cubicBezTo>
                      <a:pt x="49051" y="1707219"/>
                      <a:pt x="74320" y="1639752"/>
                      <a:pt x="51125" y="1778924"/>
                    </a:cubicBezTo>
                    <a:cubicBezTo>
                      <a:pt x="54840" y="1823510"/>
                      <a:pt x="50420" y="1960392"/>
                      <a:pt x="84376" y="2028306"/>
                    </a:cubicBezTo>
                    <a:cubicBezTo>
                      <a:pt x="93312" y="2046178"/>
                      <a:pt x="103497" y="2064053"/>
                      <a:pt x="117626" y="2078182"/>
                    </a:cubicBezTo>
                    <a:cubicBezTo>
                      <a:pt x="131755" y="2092311"/>
                      <a:pt x="150877" y="2100349"/>
                      <a:pt x="167503" y="2111433"/>
                    </a:cubicBezTo>
                    <a:cubicBezTo>
                      <a:pt x="178587" y="2128058"/>
                      <a:pt x="185717" y="2148151"/>
                      <a:pt x="200754" y="2161309"/>
                    </a:cubicBezTo>
                    <a:cubicBezTo>
                      <a:pt x="230829" y="2187625"/>
                      <a:pt x="267255" y="2205644"/>
                      <a:pt x="300506" y="2227811"/>
                    </a:cubicBezTo>
                    <a:cubicBezTo>
                      <a:pt x="317132" y="2238895"/>
                      <a:pt x="330998" y="2256216"/>
                      <a:pt x="350383" y="2261062"/>
                    </a:cubicBezTo>
                    <a:lnTo>
                      <a:pt x="416885" y="2277688"/>
                    </a:lnTo>
                    <a:cubicBezTo>
                      <a:pt x="433510" y="2288772"/>
                      <a:pt x="447052" y="2307654"/>
                      <a:pt x="466761" y="2310939"/>
                    </a:cubicBezTo>
                    <a:cubicBezTo>
                      <a:pt x="484047" y="2313820"/>
                      <a:pt x="499112" y="2294313"/>
                      <a:pt x="516637" y="2294313"/>
                    </a:cubicBezTo>
                    <a:cubicBezTo>
                      <a:pt x="534162" y="2294313"/>
                      <a:pt x="549888" y="2305397"/>
                      <a:pt x="566514" y="2310939"/>
                    </a:cubicBezTo>
                    <a:lnTo>
                      <a:pt x="699517" y="2709949"/>
                    </a:lnTo>
                    <a:lnTo>
                      <a:pt x="749394" y="2859579"/>
                    </a:lnTo>
                    <a:cubicBezTo>
                      <a:pt x="749396" y="2859584"/>
                      <a:pt x="782642" y="2959327"/>
                      <a:pt x="782645" y="2959331"/>
                    </a:cubicBezTo>
                    <a:lnTo>
                      <a:pt x="849146" y="3059084"/>
                    </a:lnTo>
                    <a:cubicBezTo>
                      <a:pt x="860230" y="3075709"/>
                      <a:pt x="876078" y="3090004"/>
                      <a:pt x="882397" y="3108960"/>
                    </a:cubicBezTo>
                    <a:cubicBezTo>
                      <a:pt x="895919" y="3149526"/>
                      <a:pt x="900045" y="3176484"/>
                      <a:pt x="932274" y="3208713"/>
                    </a:cubicBezTo>
                    <a:cubicBezTo>
                      <a:pt x="946403" y="3222842"/>
                      <a:pt x="965525" y="3230880"/>
                      <a:pt x="982150" y="3241964"/>
                    </a:cubicBezTo>
                    <a:cubicBezTo>
                      <a:pt x="1022298" y="3302186"/>
                      <a:pt x="1032026" y="3301995"/>
                      <a:pt x="1032026" y="3391593"/>
                    </a:cubicBezTo>
                    <a:cubicBezTo>
                      <a:pt x="1032026" y="4081724"/>
                      <a:pt x="1062365" y="3904912"/>
                      <a:pt x="998776" y="4222866"/>
                    </a:cubicBezTo>
                    <a:cubicBezTo>
                      <a:pt x="993234" y="4389120"/>
                      <a:pt x="982150" y="4555282"/>
                      <a:pt x="982150" y="4721629"/>
                    </a:cubicBezTo>
                    <a:cubicBezTo>
                      <a:pt x="982150" y="4910132"/>
                      <a:pt x="985953" y="5098828"/>
                      <a:pt x="998776" y="5286895"/>
                    </a:cubicBezTo>
                    <a:cubicBezTo>
                      <a:pt x="1008686" y="5432250"/>
                      <a:pt x="1022457" y="5411343"/>
                      <a:pt x="1048652" y="5503026"/>
                    </a:cubicBezTo>
                    <a:cubicBezTo>
                      <a:pt x="1054929" y="5524996"/>
                      <a:pt x="1058711" y="5547642"/>
                      <a:pt x="1065277" y="5569528"/>
                    </a:cubicBezTo>
                    <a:cubicBezTo>
                      <a:pt x="1075348" y="5603099"/>
                      <a:pt x="1087444" y="5636029"/>
                      <a:pt x="1098528" y="5669280"/>
                    </a:cubicBezTo>
                    <a:lnTo>
                      <a:pt x="1148405" y="5818909"/>
                    </a:lnTo>
                    <a:lnTo>
                      <a:pt x="1181656" y="5918662"/>
                    </a:lnTo>
                    <a:cubicBezTo>
                      <a:pt x="1187198" y="5935288"/>
                      <a:pt x="1181655" y="5962997"/>
                      <a:pt x="1198281" y="5968539"/>
                    </a:cubicBezTo>
                    <a:lnTo>
                      <a:pt x="1248157" y="5985164"/>
                    </a:lnTo>
                    <a:cubicBezTo>
                      <a:pt x="1261679" y="5944599"/>
                      <a:pt x="1265806" y="5917640"/>
                      <a:pt x="1298034" y="5885411"/>
                    </a:cubicBezTo>
                    <a:cubicBezTo>
                      <a:pt x="1312163" y="5871282"/>
                      <a:pt x="1331285" y="5863244"/>
                      <a:pt x="1347910" y="5852160"/>
                    </a:cubicBezTo>
                    <a:cubicBezTo>
                      <a:pt x="1353452" y="5835535"/>
                      <a:pt x="1353588" y="5815968"/>
                      <a:pt x="1364536" y="5802284"/>
                    </a:cubicBezTo>
                    <a:cubicBezTo>
                      <a:pt x="1377018" y="5786681"/>
                      <a:pt x="1403822" y="5785977"/>
                      <a:pt x="1414412" y="5769033"/>
                    </a:cubicBezTo>
                    <a:cubicBezTo>
                      <a:pt x="1432988" y="5739311"/>
                      <a:pt x="1436579" y="5702531"/>
                      <a:pt x="1447663" y="5669280"/>
                    </a:cubicBezTo>
                    <a:cubicBezTo>
                      <a:pt x="1453982" y="5650324"/>
                      <a:pt x="1469830" y="5636029"/>
                      <a:pt x="1480914" y="5619404"/>
                    </a:cubicBezTo>
                    <a:cubicBezTo>
                      <a:pt x="1486456" y="5597237"/>
                      <a:pt x="1493058" y="5575308"/>
                      <a:pt x="1497539" y="5552902"/>
                    </a:cubicBezTo>
                    <a:cubicBezTo>
                      <a:pt x="1509076" y="5495215"/>
                      <a:pt x="1522802" y="5392686"/>
                      <a:pt x="1530790" y="5336771"/>
                    </a:cubicBezTo>
                    <a:cubicBezTo>
                      <a:pt x="1525248" y="4910051"/>
                      <a:pt x="1524445" y="4483243"/>
                      <a:pt x="1514165" y="4056611"/>
                    </a:cubicBezTo>
                    <a:cubicBezTo>
                      <a:pt x="1513353" y="4022911"/>
                      <a:pt x="1497539" y="3990568"/>
                      <a:pt x="1497539" y="3956859"/>
                    </a:cubicBezTo>
                    <a:cubicBezTo>
                      <a:pt x="1497539" y="3757276"/>
                      <a:pt x="1499945" y="3557417"/>
                      <a:pt x="1514165" y="3358342"/>
                    </a:cubicBezTo>
                    <a:cubicBezTo>
                      <a:pt x="1524444" y="3214439"/>
                      <a:pt x="1568574" y="3294865"/>
                      <a:pt x="1613917" y="3158837"/>
                    </a:cubicBezTo>
                    <a:cubicBezTo>
                      <a:pt x="1731477" y="2806156"/>
                      <a:pt x="1588414" y="3243845"/>
                      <a:pt x="1663794" y="2992582"/>
                    </a:cubicBezTo>
                    <a:cubicBezTo>
                      <a:pt x="1673866" y="2959011"/>
                      <a:pt x="1688544" y="2926832"/>
                      <a:pt x="1697045" y="2892829"/>
                    </a:cubicBezTo>
                    <a:cubicBezTo>
                      <a:pt x="1702587" y="2870662"/>
                      <a:pt x="1707393" y="2848298"/>
                      <a:pt x="1713670" y="2826328"/>
                    </a:cubicBezTo>
                    <a:cubicBezTo>
                      <a:pt x="1718485" y="2809477"/>
                      <a:pt x="1725482" y="2793302"/>
                      <a:pt x="1730296" y="2776451"/>
                    </a:cubicBezTo>
                    <a:cubicBezTo>
                      <a:pt x="1736573" y="2754481"/>
                      <a:pt x="1740644" y="2731919"/>
                      <a:pt x="1746921" y="2709949"/>
                    </a:cubicBezTo>
                    <a:cubicBezTo>
                      <a:pt x="1772616" y="2620013"/>
                      <a:pt x="1759892" y="2698627"/>
                      <a:pt x="1780172" y="2576946"/>
                    </a:cubicBezTo>
                    <a:cubicBezTo>
                      <a:pt x="1819898" y="2338593"/>
                      <a:pt x="1775182" y="2544534"/>
                      <a:pt x="1813423" y="2410691"/>
                    </a:cubicBezTo>
                    <a:cubicBezTo>
                      <a:pt x="1828686" y="2357272"/>
                      <a:pt x="1822802" y="2334809"/>
                      <a:pt x="1863299" y="2294313"/>
                    </a:cubicBezTo>
                    <a:cubicBezTo>
                      <a:pt x="1877428" y="2280184"/>
                      <a:pt x="1896550" y="2272146"/>
                      <a:pt x="1913176" y="2261062"/>
                    </a:cubicBezTo>
                    <a:cubicBezTo>
                      <a:pt x="2001839" y="2128065"/>
                      <a:pt x="1885470" y="2288766"/>
                      <a:pt x="1996303" y="2177935"/>
                    </a:cubicBezTo>
                    <a:cubicBezTo>
                      <a:pt x="2010432" y="2163806"/>
                      <a:pt x="2016762" y="2143409"/>
                      <a:pt x="2029554" y="2128059"/>
                    </a:cubicBezTo>
                    <a:cubicBezTo>
                      <a:pt x="2044606" y="2109997"/>
                      <a:pt x="2062805" y="2094808"/>
                      <a:pt x="2079430" y="2078182"/>
                    </a:cubicBezTo>
                    <a:lnTo>
                      <a:pt x="2112681" y="1978429"/>
                    </a:lnTo>
                    <a:lnTo>
                      <a:pt x="2129306" y="1928553"/>
                    </a:lnTo>
                    <a:cubicBezTo>
                      <a:pt x="2123764" y="1823258"/>
                      <a:pt x="2126927" y="1717143"/>
                      <a:pt x="2112681" y="1612669"/>
                    </a:cubicBezTo>
                    <a:cubicBezTo>
                      <a:pt x="2103899" y="1548267"/>
                      <a:pt x="2021360" y="1543436"/>
                      <a:pt x="1979677" y="1529542"/>
                    </a:cubicBezTo>
                    <a:lnTo>
                      <a:pt x="1929801" y="1512917"/>
                    </a:lnTo>
                    <a:cubicBezTo>
                      <a:pt x="1943323" y="1472350"/>
                      <a:pt x="1947447" y="1445393"/>
                      <a:pt x="1979677" y="1413164"/>
                    </a:cubicBezTo>
                    <a:cubicBezTo>
                      <a:pt x="1993806" y="1399035"/>
                      <a:pt x="2012928" y="1390997"/>
                      <a:pt x="2029554" y="1379913"/>
                    </a:cubicBezTo>
                    <a:cubicBezTo>
                      <a:pt x="2040638" y="1363288"/>
                      <a:pt x="2048676" y="1344166"/>
                      <a:pt x="2062805" y="1330037"/>
                    </a:cubicBezTo>
                    <a:cubicBezTo>
                      <a:pt x="2076934" y="1315908"/>
                      <a:pt x="2099523" y="1311823"/>
                      <a:pt x="2112681" y="1296786"/>
                    </a:cubicBezTo>
                    <a:cubicBezTo>
                      <a:pt x="2138997" y="1266711"/>
                      <a:pt x="2179183" y="1197033"/>
                      <a:pt x="2179183" y="1197033"/>
                    </a:cubicBezTo>
                    <a:cubicBezTo>
                      <a:pt x="2190267" y="1163782"/>
                      <a:pt x="2213564" y="1132311"/>
                      <a:pt x="2212434" y="1097280"/>
                    </a:cubicBezTo>
                    <a:cubicBezTo>
                      <a:pt x="2206892" y="925484"/>
                      <a:pt x="2209699" y="753214"/>
                      <a:pt x="2195808" y="581891"/>
                    </a:cubicBezTo>
                    <a:cubicBezTo>
                      <a:pt x="2192975" y="546956"/>
                      <a:pt x="2169430" y="516508"/>
                      <a:pt x="2162557" y="482139"/>
                    </a:cubicBezTo>
                    <a:cubicBezTo>
                      <a:pt x="2157015" y="454430"/>
                      <a:pt x="2150987" y="426813"/>
                      <a:pt x="2145932" y="399011"/>
                    </a:cubicBezTo>
                    <a:cubicBezTo>
                      <a:pt x="2140813" y="370855"/>
                      <a:pt x="2132485" y="285030"/>
                      <a:pt x="2112681" y="249382"/>
                    </a:cubicBezTo>
                    <a:cubicBezTo>
                      <a:pt x="2093274" y="214448"/>
                      <a:pt x="2084091" y="162266"/>
                      <a:pt x="2046179" y="149629"/>
                    </a:cubicBezTo>
                    <a:lnTo>
                      <a:pt x="1996303" y="133004"/>
                    </a:lnTo>
                    <a:cubicBezTo>
                      <a:pt x="1985219" y="116379"/>
                      <a:pt x="1977181" y="97257"/>
                      <a:pt x="1963052" y="83128"/>
                    </a:cubicBezTo>
                    <a:cubicBezTo>
                      <a:pt x="1948923" y="68999"/>
                      <a:pt x="1931048" y="58813"/>
                      <a:pt x="1913176" y="49877"/>
                    </a:cubicBezTo>
                    <a:cubicBezTo>
                      <a:pt x="1879092" y="32835"/>
                      <a:pt x="1811793" y="22950"/>
                      <a:pt x="1780172" y="16626"/>
                    </a:cubicBezTo>
                    <a:cubicBezTo>
                      <a:pt x="1732482" y="21395"/>
                      <a:pt x="1623959" y="19917"/>
                      <a:pt x="1564041" y="49877"/>
                    </a:cubicBezTo>
                    <a:cubicBezTo>
                      <a:pt x="1557031" y="53382"/>
                      <a:pt x="1577896" y="72044"/>
                      <a:pt x="1547416" y="99753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9C38B6C5-E997-B448-9F09-103D54FC3F0D}"/>
                  </a:ext>
                </a:extLst>
              </p:cNvPr>
              <p:cNvSpPr/>
              <p:nvPr/>
            </p:nvSpPr>
            <p:spPr>
              <a:xfrm>
                <a:off x="812998" y="560469"/>
                <a:ext cx="1313030" cy="1700023"/>
              </a:xfrm>
              <a:custGeom>
                <a:avLst/>
                <a:gdLst>
                  <a:gd name="connsiteX0" fmla="*/ 1312866 w 1313030"/>
                  <a:gd name="connsiteY0" fmla="*/ 219324 h 1700023"/>
                  <a:gd name="connsiteX1" fmla="*/ 1275733 w 1313030"/>
                  <a:gd name="connsiteY1" fmla="*/ 214682 h 1700023"/>
                  <a:gd name="connsiteX2" fmla="*/ 1247883 w 1313030"/>
                  <a:gd name="connsiteY2" fmla="*/ 210041 h 1700023"/>
                  <a:gd name="connsiteX3" fmla="*/ 1192184 w 1313030"/>
                  <a:gd name="connsiteY3" fmla="*/ 205399 h 1700023"/>
                  <a:gd name="connsiteX4" fmla="*/ 1034368 w 1313030"/>
                  <a:gd name="connsiteY4" fmla="*/ 200757 h 1700023"/>
                  <a:gd name="connsiteX5" fmla="*/ 1015802 w 1313030"/>
                  <a:gd name="connsiteY5" fmla="*/ 196116 h 1700023"/>
                  <a:gd name="connsiteX6" fmla="*/ 987952 w 1313030"/>
                  <a:gd name="connsiteY6" fmla="*/ 186833 h 1700023"/>
                  <a:gd name="connsiteX7" fmla="*/ 974027 w 1313030"/>
                  <a:gd name="connsiteY7" fmla="*/ 177549 h 1700023"/>
                  <a:gd name="connsiteX8" fmla="*/ 922970 w 1313030"/>
                  <a:gd name="connsiteY8" fmla="*/ 163624 h 1700023"/>
                  <a:gd name="connsiteX9" fmla="*/ 913686 w 1313030"/>
                  <a:gd name="connsiteY9" fmla="*/ 154341 h 1700023"/>
                  <a:gd name="connsiteX10" fmla="*/ 904403 w 1313030"/>
                  <a:gd name="connsiteY10" fmla="*/ 140416 h 1700023"/>
                  <a:gd name="connsiteX11" fmla="*/ 890478 w 1313030"/>
                  <a:gd name="connsiteY11" fmla="*/ 131133 h 1700023"/>
                  <a:gd name="connsiteX12" fmla="*/ 881195 w 1313030"/>
                  <a:gd name="connsiteY12" fmla="*/ 117208 h 1700023"/>
                  <a:gd name="connsiteX13" fmla="*/ 853345 w 1313030"/>
                  <a:gd name="connsiteY13" fmla="*/ 107925 h 1700023"/>
                  <a:gd name="connsiteX14" fmla="*/ 839420 w 1313030"/>
                  <a:gd name="connsiteY14" fmla="*/ 103283 h 1700023"/>
                  <a:gd name="connsiteX15" fmla="*/ 797646 w 1313030"/>
                  <a:gd name="connsiteY15" fmla="*/ 80075 h 1700023"/>
                  <a:gd name="connsiteX16" fmla="*/ 760513 w 1313030"/>
                  <a:gd name="connsiteY16" fmla="*/ 61509 h 1700023"/>
                  <a:gd name="connsiteX17" fmla="*/ 732663 w 1313030"/>
                  <a:gd name="connsiteY17" fmla="*/ 52225 h 1700023"/>
                  <a:gd name="connsiteX18" fmla="*/ 700172 w 1313030"/>
                  <a:gd name="connsiteY18" fmla="*/ 42942 h 1700023"/>
                  <a:gd name="connsiteX19" fmla="*/ 639830 w 1313030"/>
                  <a:gd name="connsiteY19" fmla="*/ 33659 h 1700023"/>
                  <a:gd name="connsiteX20" fmla="*/ 602697 w 1313030"/>
                  <a:gd name="connsiteY20" fmla="*/ 24376 h 1700023"/>
                  <a:gd name="connsiteX21" fmla="*/ 556281 w 1313030"/>
                  <a:gd name="connsiteY21" fmla="*/ 15092 h 1700023"/>
                  <a:gd name="connsiteX22" fmla="*/ 542356 w 1313030"/>
                  <a:gd name="connsiteY22" fmla="*/ 5809 h 1700023"/>
                  <a:gd name="connsiteX23" fmla="*/ 435599 w 1313030"/>
                  <a:gd name="connsiteY23" fmla="*/ 5809 h 1700023"/>
                  <a:gd name="connsiteX24" fmla="*/ 407749 w 1313030"/>
                  <a:gd name="connsiteY24" fmla="*/ 15092 h 1700023"/>
                  <a:gd name="connsiteX25" fmla="*/ 393824 w 1313030"/>
                  <a:gd name="connsiteY25" fmla="*/ 19734 h 1700023"/>
                  <a:gd name="connsiteX26" fmla="*/ 338125 w 1313030"/>
                  <a:gd name="connsiteY26" fmla="*/ 33659 h 1700023"/>
                  <a:gd name="connsiteX27" fmla="*/ 310275 w 1313030"/>
                  <a:gd name="connsiteY27" fmla="*/ 52225 h 1700023"/>
                  <a:gd name="connsiteX28" fmla="*/ 291709 w 1313030"/>
                  <a:gd name="connsiteY28" fmla="*/ 75434 h 1700023"/>
                  <a:gd name="connsiteX29" fmla="*/ 277784 w 1313030"/>
                  <a:gd name="connsiteY29" fmla="*/ 80075 h 1700023"/>
                  <a:gd name="connsiteX30" fmla="*/ 254576 w 1313030"/>
                  <a:gd name="connsiteY30" fmla="*/ 98642 h 1700023"/>
                  <a:gd name="connsiteX31" fmla="*/ 245292 w 1313030"/>
                  <a:gd name="connsiteY31" fmla="*/ 107925 h 1700023"/>
                  <a:gd name="connsiteX32" fmla="*/ 217443 w 1313030"/>
                  <a:gd name="connsiteY32" fmla="*/ 121850 h 1700023"/>
                  <a:gd name="connsiteX33" fmla="*/ 198876 w 1313030"/>
                  <a:gd name="connsiteY33" fmla="*/ 145058 h 1700023"/>
                  <a:gd name="connsiteX34" fmla="*/ 184951 w 1313030"/>
                  <a:gd name="connsiteY34" fmla="*/ 154341 h 1700023"/>
                  <a:gd name="connsiteX35" fmla="*/ 166385 w 1313030"/>
                  <a:gd name="connsiteY35" fmla="*/ 172908 h 1700023"/>
                  <a:gd name="connsiteX36" fmla="*/ 143177 w 1313030"/>
                  <a:gd name="connsiteY36" fmla="*/ 196116 h 1700023"/>
                  <a:gd name="connsiteX37" fmla="*/ 133893 w 1313030"/>
                  <a:gd name="connsiteY37" fmla="*/ 205399 h 1700023"/>
                  <a:gd name="connsiteX38" fmla="*/ 119968 w 1313030"/>
                  <a:gd name="connsiteY38" fmla="*/ 219324 h 1700023"/>
                  <a:gd name="connsiteX39" fmla="*/ 101402 w 1313030"/>
                  <a:gd name="connsiteY39" fmla="*/ 247174 h 1700023"/>
                  <a:gd name="connsiteX40" fmla="*/ 92119 w 1313030"/>
                  <a:gd name="connsiteY40" fmla="*/ 261099 h 1700023"/>
                  <a:gd name="connsiteX41" fmla="*/ 68911 w 1313030"/>
                  <a:gd name="connsiteY41" fmla="*/ 284307 h 1700023"/>
                  <a:gd name="connsiteX42" fmla="*/ 54986 w 1313030"/>
                  <a:gd name="connsiteY42" fmla="*/ 326081 h 1700023"/>
                  <a:gd name="connsiteX43" fmla="*/ 50344 w 1313030"/>
                  <a:gd name="connsiteY43" fmla="*/ 340006 h 1700023"/>
                  <a:gd name="connsiteX44" fmla="*/ 45703 w 1313030"/>
                  <a:gd name="connsiteY44" fmla="*/ 358573 h 1700023"/>
                  <a:gd name="connsiteX45" fmla="*/ 31778 w 1313030"/>
                  <a:gd name="connsiteY45" fmla="*/ 400347 h 1700023"/>
                  <a:gd name="connsiteX46" fmla="*/ 27136 w 1313030"/>
                  <a:gd name="connsiteY46" fmla="*/ 414272 h 1700023"/>
                  <a:gd name="connsiteX47" fmla="*/ 22494 w 1313030"/>
                  <a:gd name="connsiteY47" fmla="*/ 432839 h 1700023"/>
                  <a:gd name="connsiteX48" fmla="*/ 17853 w 1313030"/>
                  <a:gd name="connsiteY48" fmla="*/ 446763 h 1700023"/>
                  <a:gd name="connsiteX49" fmla="*/ 8570 w 1313030"/>
                  <a:gd name="connsiteY49" fmla="*/ 488538 h 1700023"/>
                  <a:gd name="connsiteX50" fmla="*/ 8570 w 1313030"/>
                  <a:gd name="connsiteY50" fmla="*/ 743827 h 1700023"/>
                  <a:gd name="connsiteX51" fmla="*/ 22494 w 1313030"/>
                  <a:gd name="connsiteY51" fmla="*/ 813452 h 1700023"/>
                  <a:gd name="connsiteX52" fmla="*/ 27136 w 1313030"/>
                  <a:gd name="connsiteY52" fmla="*/ 827377 h 1700023"/>
                  <a:gd name="connsiteX53" fmla="*/ 31778 w 1313030"/>
                  <a:gd name="connsiteY53" fmla="*/ 841302 h 1700023"/>
                  <a:gd name="connsiteX54" fmla="*/ 27136 w 1313030"/>
                  <a:gd name="connsiteY54" fmla="*/ 910926 h 1700023"/>
                  <a:gd name="connsiteX55" fmla="*/ 36419 w 1313030"/>
                  <a:gd name="connsiteY55" fmla="*/ 1003758 h 1700023"/>
                  <a:gd name="connsiteX56" fmla="*/ 45703 w 1313030"/>
                  <a:gd name="connsiteY56" fmla="*/ 1068741 h 1700023"/>
                  <a:gd name="connsiteX57" fmla="*/ 54986 w 1313030"/>
                  <a:gd name="connsiteY57" fmla="*/ 1096591 h 1700023"/>
                  <a:gd name="connsiteX58" fmla="*/ 64269 w 1313030"/>
                  <a:gd name="connsiteY58" fmla="*/ 1226556 h 1700023"/>
                  <a:gd name="connsiteX59" fmla="*/ 73552 w 1313030"/>
                  <a:gd name="connsiteY59" fmla="*/ 1254406 h 1700023"/>
                  <a:gd name="connsiteX60" fmla="*/ 78194 w 1313030"/>
                  <a:gd name="connsiteY60" fmla="*/ 1268331 h 1700023"/>
                  <a:gd name="connsiteX61" fmla="*/ 82836 w 1313030"/>
                  <a:gd name="connsiteY61" fmla="*/ 1282256 h 1700023"/>
                  <a:gd name="connsiteX62" fmla="*/ 92119 w 1313030"/>
                  <a:gd name="connsiteY62" fmla="*/ 1296181 h 1700023"/>
                  <a:gd name="connsiteX63" fmla="*/ 106044 w 1313030"/>
                  <a:gd name="connsiteY63" fmla="*/ 1319389 h 1700023"/>
                  <a:gd name="connsiteX64" fmla="*/ 110685 w 1313030"/>
                  <a:gd name="connsiteY64" fmla="*/ 1333314 h 1700023"/>
                  <a:gd name="connsiteX65" fmla="*/ 129252 w 1313030"/>
                  <a:gd name="connsiteY65" fmla="*/ 1356522 h 1700023"/>
                  <a:gd name="connsiteX66" fmla="*/ 138535 w 1313030"/>
                  <a:gd name="connsiteY66" fmla="*/ 1370447 h 1700023"/>
                  <a:gd name="connsiteX67" fmla="*/ 143177 w 1313030"/>
                  <a:gd name="connsiteY67" fmla="*/ 1384372 h 1700023"/>
                  <a:gd name="connsiteX68" fmla="*/ 157101 w 1313030"/>
                  <a:gd name="connsiteY68" fmla="*/ 1393655 h 1700023"/>
                  <a:gd name="connsiteX69" fmla="*/ 161743 w 1313030"/>
                  <a:gd name="connsiteY69" fmla="*/ 1430788 h 1700023"/>
                  <a:gd name="connsiteX70" fmla="*/ 166385 w 1313030"/>
                  <a:gd name="connsiteY70" fmla="*/ 1444713 h 1700023"/>
                  <a:gd name="connsiteX71" fmla="*/ 157101 w 1313030"/>
                  <a:gd name="connsiteY71" fmla="*/ 1523620 h 1700023"/>
                  <a:gd name="connsiteX72" fmla="*/ 152460 w 1313030"/>
                  <a:gd name="connsiteY72" fmla="*/ 1546828 h 1700023"/>
                  <a:gd name="connsiteX73" fmla="*/ 138535 w 1313030"/>
                  <a:gd name="connsiteY73" fmla="*/ 1588603 h 1700023"/>
                  <a:gd name="connsiteX74" fmla="*/ 133893 w 1313030"/>
                  <a:gd name="connsiteY74" fmla="*/ 1602528 h 1700023"/>
                  <a:gd name="connsiteX75" fmla="*/ 129252 w 1313030"/>
                  <a:gd name="connsiteY75" fmla="*/ 1616453 h 1700023"/>
                  <a:gd name="connsiteX76" fmla="*/ 129252 w 1313030"/>
                  <a:gd name="connsiteY76" fmla="*/ 1667511 h 1700023"/>
                  <a:gd name="connsiteX77" fmla="*/ 138535 w 1313030"/>
                  <a:gd name="connsiteY77" fmla="*/ 1681436 h 1700023"/>
                  <a:gd name="connsiteX78" fmla="*/ 157101 w 1313030"/>
                  <a:gd name="connsiteY78" fmla="*/ 1686077 h 1700023"/>
                  <a:gd name="connsiteX79" fmla="*/ 184951 w 1313030"/>
                  <a:gd name="connsiteY79" fmla="*/ 1700002 h 1700023"/>
                  <a:gd name="connsiteX80" fmla="*/ 370616 w 1313030"/>
                  <a:gd name="connsiteY80" fmla="*/ 1690719 h 1700023"/>
                  <a:gd name="connsiteX81" fmla="*/ 398466 w 1313030"/>
                  <a:gd name="connsiteY81" fmla="*/ 1681436 h 1700023"/>
                  <a:gd name="connsiteX82" fmla="*/ 412391 w 1313030"/>
                  <a:gd name="connsiteY82" fmla="*/ 1676794 h 1700023"/>
                  <a:gd name="connsiteX83" fmla="*/ 435599 w 1313030"/>
                  <a:gd name="connsiteY83" fmla="*/ 1658227 h 1700023"/>
                  <a:gd name="connsiteX84" fmla="*/ 444882 w 1313030"/>
                  <a:gd name="connsiteY84" fmla="*/ 1644303 h 1700023"/>
                  <a:gd name="connsiteX85" fmla="*/ 463449 w 1313030"/>
                  <a:gd name="connsiteY85" fmla="*/ 1625736 h 1700023"/>
                  <a:gd name="connsiteX86" fmla="*/ 477374 w 1313030"/>
                  <a:gd name="connsiteY86" fmla="*/ 1597886 h 1700023"/>
                  <a:gd name="connsiteX87" fmla="*/ 482015 w 1313030"/>
                  <a:gd name="connsiteY87" fmla="*/ 1583961 h 1700023"/>
                  <a:gd name="connsiteX88" fmla="*/ 477374 w 1313030"/>
                  <a:gd name="connsiteY88" fmla="*/ 1523620 h 1700023"/>
                  <a:gd name="connsiteX89" fmla="*/ 463449 w 1313030"/>
                  <a:gd name="connsiteY89" fmla="*/ 1495771 h 1700023"/>
                  <a:gd name="connsiteX90" fmla="*/ 444882 w 1313030"/>
                  <a:gd name="connsiteY90" fmla="*/ 1453996 h 1700023"/>
                  <a:gd name="connsiteX91" fmla="*/ 430957 w 1313030"/>
                  <a:gd name="connsiteY91" fmla="*/ 1412221 h 1700023"/>
                  <a:gd name="connsiteX92" fmla="*/ 421674 w 1313030"/>
                  <a:gd name="connsiteY92" fmla="*/ 1384372 h 1700023"/>
                  <a:gd name="connsiteX93" fmla="*/ 412391 w 1313030"/>
                  <a:gd name="connsiteY93" fmla="*/ 1370447 h 1700023"/>
                  <a:gd name="connsiteX94" fmla="*/ 389183 w 1313030"/>
                  <a:gd name="connsiteY94" fmla="*/ 1351880 h 1700023"/>
                  <a:gd name="connsiteX95" fmla="*/ 384541 w 1313030"/>
                  <a:gd name="connsiteY95" fmla="*/ 1337955 h 1700023"/>
                  <a:gd name="connsiteX96" fmla="*/ 352050 w 1313030"/>
                  <a:gd name="connsiteY96" fmla="*/ 1300822 h 1700023"/>
                  <a:gd name="connsiteX97" fmla="*/ 342766 w 1313030"/>
                  <a:gd name="connsiteY97" fmla="*/ 1291539 h 1700023"/>
                  <a:gd name="connsiteX98" fmla="*/ 328842 w 1313030"/>
                  <a:gd name="connsiteY98" fmla="*/ 1282256 h 1700023"/>
                  <a:gd name="connsiteX99" fmla="*/ 319558 w 1313030"/>
                  <a:gd name="connsiteY99" fmla="*/ 1272973 h 1700023"/>
                  <a:gd name="connsiteX100" fmla="*/ 291709 w 1313030"/>
                  <a:gd name="connsiteY100" fmla="*/ 1254406 h 1700023"/>
                  <a:gd name="connsiteX101" fmla="*/ 273142 w 1313030"/>
                  <a:gd name="connsiteY101" fmla="*/ 1226556 h 1700023"/>
                  <a:gd name="connsiteX102" fmla="*/ 259217 w 1313030"/>
                  <a:gd name="connsiteY102" fmla="*/ 1198707 h 1700023"/>
                  <a:gd name="connsiteX103" fmla="*/ 245292 w 1313030"/>
                  <a:gd name="connsiteY103" fmla="*/ 1170857 h 1700023"/>
                  <a:gd name="connsiteX104" fmla="*/ 231367 w 1313030"/>
                  <a:gd name="connsiteY104" fmla="*/ 1143007 h 1700023"/>
                  <a:gd name="connsiteX105" fmla="*/ 222084 w 1313030"/>
                  <a:gd name="connsiteY105" fmla="*/ 1115157 h 1700023"/>
                  <a:gd name="connsiteX106" fmla="*/ 217443 w 1313030"/>
                  <a:gd name="connsiteY106" fmla="*/ 1101233 h 1700023"/>
                  <a:gd name="connsiteX107" fmla="*/ 212801 w 1313030"/>
                  <a:gd name="connsiteY107" fmla="*/ 1078024 h 1700023"/>
                  <a:gd name="connsiteX108" fmla="*/ 208159 w 1313030"/>
                  <a:gd name="connsiteY108" fmla="*/ 1059458 h 1700023"/>
                  <a:gd name="connsiteX109" fmla="*/ 198876 w 1313030"/>
                  <a:gd name="connsiteY109" fmla="*/ 1013042 h 1700023"/>
                  <a:gd name="connsiteX110" fmla="*/ 203518 w 1313030"/>
                  <a:gd name="connsiteY110" fmla="*/ 780960 h 1700023"/>
                  <a:gd name="connsiteX111" fmla="*/ 208159 w 1313030"/>
                  <a:gd name="connsiteY111" fmla="*/ 748469 h 1700023"/>
                  <a:gd name="connsiteX112" fmla="*/ 212801 w 1313030"/>
                  <a:gd name="connsiteY112" fmla="*/ 702053 h 1700023"/>
                  <a:gd name="connsiteX113" fmla="*/ 222084 w 1313030"/>
                  <a:gd name="connsiteY113" fmla="*/ 664920 h 1700023"/>
                  <a:gd name="connsiteX114" fmla="*/ 226726 w 1313030"/>
                  <a:gd name="connsiteY114" fmla="*/ 534954 h 1700023"/>
                  <a:gd name="connsiteX115" fmla="*/ 231367 w 1313030"/>
                  <a:gd name="connsiteY115" fmla="*/ 521029 h 1700023"/>
                  <a:gd name="connsiteX116" fmla="*/ 236009 w 1313030"/>
                  <a:gd name="connsiteY116" fmla="*/ 497821 h 1700023"/>
                  <a:gd name="connsiteX117" fmla="*/ 254576 w 1313030"/>
                  <a:gd name="connsiteY117" fmla="*/ 451405 h 1700023"/>
                  <a:gd name="connsiteX118" fmla="*/ 259217 w 1313030"/>
                  <a:gd name="connsiteY118" fmla="*/ 437480 h 1700023"/>
                  <a:gd name="connsiteX119" fmla="*/ 277784 w 1313030"/>
                  <a:gd name="connsiteY119" fmla="*/ 409630 h 1700023"/>
                  <a:gd name="connsiteX120" fmla="*/ 291709 w 1313030"/>
                  <a:gd name="connsiteY120" fmla="*/ 381781 h 1700023"/>
                  <a:gd name="connsiteX121" fmla="*/ 296350 w 1313030"/>
                  <a:gd name="connsiteY121" fmla="*/ 367856 h 1700023"/>
                  <a:gd name="connsiteX122" fmla="*/ 314917 w 1313030"/>
                  <a:gd name="connsiteY122" fmla="*/ 340006 h 1700023"/>
                  <a:gd name="connsiteX123" fmla="*/ 324200 w 1313030"/>
                  <a:gd name="connsiteY123" fmla="*/ 326081 h 1700023"/>
                  <a:gd name="connsiteX124" fmla="*/ 342766 w 1313030"/>
                  <a:gd name="connsiteY124" fmla="*/ 298232 h 1700023"/>
                  <a:gd name="connsiteX125" fmla="*/ 365975 w 1313030"/>
                  <a:gd name="connsiteY125" fmla="*/ 275023 h 1700023"/>
                  <a:gd name="connsiteX126" fmla="*/ 384541 w 1313030"/>
                  <a:gd name="connsiteY126" fmla="*/ 251815 h 1700023"/>
                  <a:gd name="connsiteX127" fmla="*/ 403108 w 1313030"/>
                  <a:gd name="connsiteY127" fmla="*/ 219324 h 1700023"/>
                  <a:gd name="connsiteX128" fmla="*/ 417032 w 1313030"/>
                  <a:gd name="connsiteY128" fmla="*/ 210041 h 1700023"/>
                  <a:gd name="connsiteX129" fmla="*/ 454165 w 1313030"/>
                  <a:gd name="connsiteY129" fmla="*/ 177549 h 1700023"/>
                  <a:gd name="connsiteX130" fmla="*/ 468090 w 1313030"/>
                  <a:gd name="connsiteY130" fmla="*/ 172908 h 1700023"/>
                  <a:gd name="connsiteX131" fmla="*/ 500582 w 1313030"/>
                  <a:gd name="connsiteY131" fmla="*/ 168266 h 1700023"/>
                  <a:gd name="connsiteX132" fmla="*/ 514507 w 1313030"/>
                  <a:gd name="connsiteY132" fmla="*/ 172908 h 1700023"/>
                  <a:gd name="connsiteX133" fmla="*/ 523790 w 1313030"/>
                  <a:gd name="connsiteY133" fmla="*/ 163624 h 1700023"/>
                  <a:gd name="connsiteX134" fmla="*/ 537715 w 1313030"/>
                  <a:gd name="connsiteY134" fmla="*/ 154341 h 1700023"/>
                  <a:gd name="connsiteX135" fmla="*/ 584131 w 1313030"/>
                  <a:gd name="connsiteY135" fmla="*/ 140416 h 1700023"/>
                  <a:gd name="connsiteX136" fmla="*/ 635189 w 1313030"/>
                  <a:gd name="connsiteY136" fmla="*/ 145058 h 1700023"/>
                  <a:gd name="connsiteX137" fmla="*/ 663039 w 1313030"/>
                  <a:gd name="connsiteY137" fmla="*/ 200757 h 1700023"/>
                  <a:gd name="connsiteX138" fmla="*/ 672322 w 1313030"/>
                  <a:gd name="connsiteY138" fmla="*/ 210041 h 1700023"/>
                  <a:gd name="connsiteX139" fmla="*/ 681605 w 1313030"/>
                  <a:gd name="connsiteY139" fmla="*/ 223966 h 1700023"/>
                  <a:gd name="connsiteX140" fmla="*/ 709455 w 1313030"/>
                  <a:gd name="connsiteY140" fmla="*/ 233249 h 1700023"/>
                  <a:gd name="connsiteX141" fmla="*/ 723380 w 1313030"/>
                  <a:gd name="connsiteY141" fmla="*/ 237890 h 1700023"/>
                  <a:gd name="connsiteX142" fmla="*/ 732663 w 1313030"/>
                  <a:gd name="connsiteY142" fmla="*/ 247174 h 1700023"/>
                  <a:gd name="connsiteX143" fmla="*/ 760513 w 1313030"/>
                  <a:gd name="connsiteY143" fmla="*/ 265740 h 1700023"/>
                  <a:gd name="connsiteX144" fmla="*/ 769796 w 1313030"/>
                  <a:gd name="connsiteY144" fmla="*/ 279665 h 1700023"/>
                  <a:gd name="connsiteX145" fmla="*/ 783721 w 1313030"/>
                  <a:gd name="connsiteY145" fmla="*/ 288948 h 1700023"/>
                  <a:gd name="connsiteX146" fmla="*/ 806929 w 1313030"/>
                  <a:gd name="connsiteY146" fmla="*/ 307515 h 1700023"/>
                  <a:gd name="connsiteX147" fmla="*/ 844062 w 1313030"/>
                  <a:gd name="connsiteY147" fmla="*/ 302873 h 1700023"/>
                  <a:gd name="connsiteX148" fmla="*/ 867270 w 1313030"/>
                  <a:gd name="connsiteY148" fmla="*/ 298232 h 1700023"/>
                  <a:gd name="connsiteX149" fmla="*/ 955461 w 1313030"/>
                  <a:gd name="connsiteY149" fmla="*/ 302873 h 1700023"/>
                  <a:gd name="connsiteX150" fmla="*/ 997236 w 1313030"/>
                  <a:gd name="connsiteY150" fmla="*/ 316798 h 1700023"/>
                  <a:gd name="connsiteX151" fmla="*/ 1011160 w 1313030"/>
                  <a:gd name="connsiteY151" fmla="*/ 321440 h 1700023"/>
                  <a:gd name="connsiteX152" fmla="*/ 1103993 w 1313030"/>
                  <a:gd name="connsiteY152" fmla="*/ 316798 h 1700023"/>
                  <a:gd name="connsiteX153" fmla="*/ 1122559 w 1313030"/>
                  <a:gd name="connsiteY153" fmla="*/ 312156 h 1700023"/>
                  <a:gd name="connsiteX154" fmla="*/ 1164334 w 1313030"/>
                  <a:gd name="connsiteY154" fmla="*/ 298232 h 1700023"/>
                  <a:gd name="connsiteX155" fmla="*/ 1178259 w 1313030"/>
                  <a:gd name="connsiteY155" fmla="*/ 293590 h 1700023"/>
                  <a:gd name="connsiteX156" fmla="*/ 1192184 w 1313030"/>
                  <a:gd name="connsiteY156" fmla="*/ 288948 h 1700023"/>
                  <a:gd name="connsiteX157" fmla="*/ 1206109 w 1313030"/>
                  <a:gd name="connsiteY157" fmla="*/ 279665 h 1700023"/>
                  <a:gd name="connsiteX158" fmla="*/ 1233958 w 1313030"/>
                  <a:gd name="connsiteY158" fmla="*/ 270382 h 1700023"/>
                  <a:gd name="connsiteX159" fmla="*/ 1271091 w 1313030"/>
                  <a:gd name="connsiteY159" fmla="*/ 261099 h 1700023"/>
                  <a:gd name="connsiteX160" fmla="*/ 1289658 w 1313030"/>
                  <a:gd name="connsiteY160" fmla="*/ 237890 h 1700023"/>
                  <a:gd name="connsiteX161" fmla="*/ 1312866 w 1313030"/>
                  <a:gd name="connsiteY161" fmla="*/ 219324 h 1700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</a:cxnLst>
                <a:rect l="l" t="t" r="r" b="b"/>
                <a:pathLst>
                  <a:path w="1313030" h="1700023">
                    <a:moveTo>
                      <a:pt x="1312866" y="219324"/>
                    </a:moveTo>
                    <a:cubicBezTo>
                      <a:pt x="1310545" y="215456"/>
                      <a:pt x="1288082" y="216446"/>
                      <a:pt x="1275733" y="214682"/>
                    </a:cubicBezTo>
                    <a:cubicBezTo>
                      <a:pt x="1266416" y="213351"/>
                      <a:pt x="1257237" y="211080"/>
                      <a:pt x="1247883" y="210041"/>
                    </a:cubicBezTo>
                    <a:cubicBezTo>
                      <a:pt x="1229366" y="207984"/>
                      <a:pt x="1210797" y="206208"/>
                      <a:pt x="1192184" y="205399"/>
                    </a:cubicBezTo>
                    <a:cubicBezTo>
                      <a:pt x="1139606" y="203113"/>
                      <a:pt x="1086973" y="202304"/>
                      <a:pt x="1034368" y="200757"/>
                    </a:cubicBezTo>
                    <a:cubicBezTo>
                      <a:pt x="1028179" y="199210"/>
                      <a:pt x="1021912" y="197949"/>
                      <a:pt x="1015802" y="196116"/>
                    </a:cubicBezTo>
                    <a:cubicBezTo>
                      <a:pt x="1006429" y="193304"/>
                      <a:pt x="987952" y="186833"/>
                      <a:pt x="987952" y="186833"/>
                    </a:cubicBezTo>
                    <a:cubicBezTo>
                      <a:pt x="983310" y="183738"/>
                      <a:pt x="979125" y="179815"/>
                      <a:pt x="974027" y="177549"/>
                    </a:cubicBezTo>
                    <a:cubicBezTo>
                      <a:pt x="954757" y="168984"/>
                      <a:pt x="942822" y="167595"/>
                      <a:pt x="922970" y="163624"/>
                    </a:cubicBezTo>
                    <a:cubicBezTo>
                      <a:pt x="919875" y="160530"/>
                      <a:pt x="916420" y="157758"/>
                      <a:pt x="913686" y="154341"/>
                    </a:cubicBezTo>
                    <a:cubicBezTo>
                      <a:pt x="910201" y="149985"/>
                      <a:pt x="908348" y="144361"/>
                      <a:pt x="904403" y="140416"/>
                    </a:cubicBezTo>
                    <a:cubicBezTo>
                      <a:pt x="900458" y="136471"/>
                      <a:pt x="895120" y="134227"/>
                      <a:pt x="890478" y="131133"/>
                    </a:cubicBezTo>
                    <a:cubicBezTo>
                      <a:pt x="887384" y="126491"/>
                      <a:pt x="885926" y="120165"/>
                      <a:pt x="881195" y="117208"/>
                    </a:cubicBezTo>
                    <a:cubicBezTo>
                      <a:pt x="872897" y="112022"/>
                      <a:pt x="862628" y="111019"/>
                      <a:pt x="853345" y="107925"/>
                    </a:cubicBezTo>
                    <a:cubicBezTo>
                      <a:pt x="848703" y="106378"/>
                      <a:pt x="843491" y="105997"/>
                      <a:pt x="839420" y="103283"/>
                    </a:cubicBezTo>
                    <a:cubicBezTo>
                      <a:pt x="807500" y="82003"/>
                      <a:pt x="822155" y="88245"/>
                      <a:pt x="797646" y="80075"/>
                    </a:cubicBezTo>
                    <a:cubicBezTo>
                      <a:pt x="781442" y="63873"/>
                      <a:pt x="792514" y="72176"/>
                      <a:pt x="760513" y="61509"/>
                    </a:cubicBezTo>
                    <a:lnTo>
                      <a:pt x="732663" y="52225"/>
                    </a:lnTo>
                    <a:cubicBezTo>
                      <a:pt x="721634" y="48549"/>
                      <a:pt x="711818" y="44883"/>
                      <a:pt x="700172" y="42942"/>
                    </a:cubicBezTo>
                    <a:cubicBezTo>
                      <a:pt x="652863" y="35057"/>
                      <a:pt x="676755" y="42180"/>
                      <a:pt x="639830" y="33659"/>
                    </a:cubicBezTo>
                    <a:cubicBezTo>
                      <a:pt x="627398" y="30790"/>
                      <a:pt x="615208" y="26878"/>
                      <a:pt x="602697" y="24376"/>
                    </a:cubicBezTo>
                    <a:lnTo>
                      <a:pt x="556281" y="15092"/>
                    </a:lnTo>
                    <a:cubicBezTo>
                      <a:pt x="551639" y="11998"/>
                      <a:pt x="547484" y="8006"/>
                      <a:pt x="542356" y="5809"/>
                    </a:cubicBezTo>
                    <a:cubicBezTo>
                      <a:pt x="512720" y="-6891"/>
                      <a:pt x="449452" y="5080"/>
                      <a:pt x="435599" y="5809"/>
                    </a:cubicBezTo>
                    <a:lnTo>
                      <a:pt x="407749" y="15092"/>
                    </a:lnTo>
                    <a:cubicBezTo>
                      <a:pt x="403107" y="16639"/>
                      <a:pt x="398650" y="18930"/>
                      <a:pt x="393824" y="19734"/>
                    </a:cubicBezTo>
                    <a:cubicBezTo>
                      <a:pt x="379905" y="22054"/>
                      <a:pt x="350383" y="25487"/>
                      <a:pt x="338125" y="33659"/>
                    </a:cubicBezTo>
                    <a:lnTo>
                      <a:pt x="310275" y="52225"/>
                    </a:lnTo>
                    <a:cubicBezTo>
                      <a:pt x="306060" y="58548"/>
                      <a:pt x="299056" y="71025"/>
                      <a:pt x="291709" y="75434"/>
                    </a:cubicBezTo>
                    <a:cubicBezTo>
                      <a:pt x="287514" y="77951"/>
                      <a:pt x="282426" y="78528"/>
                      <a:pt x="277784" y="80075"/>
                    </a:cubicBezTo>
                    <a:cubicBezTo>
                      <a:pt x="255367" y="102489"/>
                      <a:pt x="283853" y="75220"/>
                      <a:pt x="254576" y="98642"/>
                    </a:cubicBezTo>
                    <a:cubicBezTo>
                      <a:pt x="251159" y="101376"/>
                      <a:pt x="249045" y="105673"/>
                      <a:pt x="245292" y="107925"/>
                    </a:cubicBezTo>
                    <a:cubicBezTo>
                      <a:pt x="210976" y="128514"/>
                      <a:pt x="252653" y="93683"/>
                      <a:pt x="217443" y="121850"/>
                    </a:cubicBezTo>
                    <a:cubicBezTo>
                      <a:pt x="194469" y="140229"/>
                      <a:pt x="223009" y="120925"/>
                      <a:pt x="198876" y="145058"/>
                    </a:cubicBezTo>
                    <a:cubicBezTo>
                      <a:pt x="194931" y="149003"/>
                      <a:pt x="189593" y="151247"/>
                      <a:pt x="184951" y="154341"/>
                    </a:cubicBezTo>
                    <a:cubicBezTo>
                      <a:pt x="175326" y="183221"/>
                      <a:pt x="188389" y="156405"/>
                      <a:pt x="166385" y="172908"/>
                    </a:cubicBezTo>
                    <a:cubicBezTo>
                      <a:pt x="157633" y="179472"/>
                      <a:pt x="150913" y="188380"/>
                      <a:pt x="143177" y="196116"/>
                    </a:cubicBezTo>
                    <a:lnTo>
                      <a:pt x="133893" y="205399"/>
                    </a:lnTo>
                    <a:cubicBezTo>
                      <a:pt x="129251" y="210041"/>
                      <a:pt x="123609" y="213862"/>
                      <a:pt x="119968" y="219324"/>
                    </a:cubicBezTo>
                    <a:lnTo>
                      <a:pt x="101402" y="247174"/>
                    </a:lnTo>
                    <a:cubicBezTo>
                      <a:pt x="98308" y="251816"/>
                      <a:pt x="96064" y="257154"/>
                      <a:pt x="92119" y="261099"/>
                    </a:cubicBezTo>
                    <a:lnTo>
                      <a:pt x="68911" y="284307"/>
                    </a:lnTo>
                    <a:lnTo>
                      <a:pt x="54986" y="326081"/>
                    </a:lnTo>
                    <a:cubicBezTo>
                      <a:pt x="53439" y="330723"/>
                      <a:pt x="51530" y="335259"/>
                      <a:pt x="50344" y="340006"/>
                    </a:cubicBezTo>
                    <a:cubicBezTo>
                      <a:pt x="48797" y="346195"/>
                      <a:pt x="47536" y="352463"/>
                      <a:pt x="45703" y="358573"/>
                    </a:cubicBezTo>
                    <a:cubicBezTo>
                      <a:pt x="41485" y="372632"/>
                      <a:pt x="36419" y="386422"/>
                      <a:pt x="31778" y="400347"/>
                    </a:cubicBezTo>
                    <a:cubicBezTo>
                      <a:pt x="30231" y="404989"/>
                      <a:pt x="28323" y="409525"/>
                      <a:pt x="27136" y="414272"/>
                    </a:cubicBezTo>
                    <a:cubicBezTo>
                      <a:pt x="25589" y="420461"/>
                      <a:pt x="24247" y="426705"/>
                      <a:pt x="22494" y="432839"/>
                    </a:cubicBezTo>
                    <a:cubicBezTo>
                      <a:pt x="21150" y="437543"/>
                      <a:pt x="18914" y="441987"/>
                      <a:pt x="17853" y="446763"/>
                    </a:cubicBezTo>
                    <a:cubicBezTo>
                      <a:pt x="6961" y="495779"/>
                      <a:pt x="19018" y="457190"/>
                      <a:pt x="8570" y="488538"/>
                    </a:cubicBezTo>
                    <a:cubicBezTo>
                      <a:pt x="-6184" y="591807"/>
                      <a:pt x="1026" y="528810"/>
                      <a:pt x="8570" y="743827"/>
                    </a:cubicBezTo>
                    <a:cubicBezTo>
                      <a:pt x="9916" y="782200"/>
                      <a:pt x="11836" y="781479"/>
                      <a:pt x="22494" y="813452"/>
                    </a:cubicBezTo>
                    <a:lnTo>
                      <a:pt x="27136" y="827377"/>
                    </a:lnTo>
                    <a:lnTo>
                      <a:pt x="31778" y="841302"/>
                    </a:lnTo>
                    <a:cubicBezTo>
                      <a:pt x="30231" y="864510"/>
                      <a:pt x="27136" y="887666"/>
                      <a:pt x="27136" y="910926"/>
                    </a:cubicBezTo>
                    <a:cubicBezTo>
                      <a:pt x="27136" y="938327"/>
                      <a:pt x="33269" y="975408"/>
                      <a:pt x="36419" y="1003758"/>
                    </a:cubicBezTo>
                    <a:cubicBezTo>
                      <a:pt x="40215" y="1037921"/>
                      <a:pt x="37897" y="1042721"/>
                      <a:pt x="45703" y="1068741"/>
                    </a:cubicBezTo>
                    <a:cubicBezTo>
                      <a:pt x="48515" y="1078114"/>
                      <a:pt x="54986" y="1096591"/>
                      <a:pt x="54986" y="1096591"/>
                    </a:cubicBezTo>
                    <a:cubicBezTo>
                      <a:pt x="56351" y="1127982"/>
                      <a:pt x="53442" y="1186859"/>
                      <a:pt x="64269" y="1226556"/>
                    </a:cubicBezTo>
                    <a:cubicBezTo>
                      <a:pt x="66844" y="1235997"/>
                      <a:pt x="70458" y="1245123"/>
                      <a:pt x="73552" y="1254406"/>
                    </a:cubicBezTo>
                    <a:lnTo>
                      <a:pt x="78194" y="1268331"/>
                    </a:lnTo>
                    <a:cubicBezTo>
                      <a:pt x="79741" y="1272973"/>
                      <a:pt x="80122" y="1278185"/>
                      <a:pt x="82836" y="1282256"/>
                    </a:cubicBezTo>
                    <a:lnTo>
                      <a:pt x="92119" y="1296181"/>
                    </a:lnTo>
                    <a:cubicBezTo>
                      <a:pt x="105266" y="1335628"/>
                      <a:pt x="86930" y="1287532"/>
                      <a:pt x="106044" y="1319389"/>
                    </a:cubicBezTo>
                    <a:cubicBezTo>
                      <a:pt x="108561" y="1323584"/>
                      <a:pt x="108497" y="1328938"/>
                      <a:pt x="110685" y="1333314"/>
                    </a:cubicBezTo>
                    <a:cubicBezTo>
                      <a:pt x="120210" y="1352366"/>
                      <a:pt x="117738" y="1342129"/>
                      <a:pt x="129252" y="1356522"/>
                    </a:cubicBezTo>
                    <a:cubicBezTo>
                      <a:pt x="132737" y="1360878"/>
                      <a:pt x="136040" y="1365457"/>
                      <a:pt x="138535" y="1370447"/>
                    </a:cubicBezTo>
                    <a:cubicBezTo>
                      <a:pt x="140723" y="1374823"/>
                      <a:pt x="140121" y="1380551"/>
                      <a:pt x="143177" y="1384372"/>
                    </a:cubicBezTo>
                    <a:cubicBezTo>
                      <a:pt x="146662" y="1388728"/>
                      <a:pt x="152460" y="1390561"/>
                      <a:pt x="157101" y="1393655"/>
                    </a:cubicBezTo>
                    <a:cubicBezTo>
                      <a:pt x="158648" y="1406033"/>
                      <a:pt x="159511" y="1418515"/>
                      <a:pt x="161743" y="1430788"/>
                    </a:cubicBezTo>
                    <a:cubicBezTo>
                      <a:pt x="162618" y="1435602"/>
                      <a:pt x="166385" y="1439820"/>
                      <a:pt x="166385" y="1444713"/>
                    </a:cubicBezTo>
                    <a:cubicBezTo>
                      <a:pt x="166385" y="1545712"/>
                      <a:pt x="167486" y="1482078"/>
                      <a:pt x="157101" y="1523620"/>
                    </a:cubicBezTo>
                    <a:cubicBezTo>
                      <a:pt x="155188" y="1531274"/>
                      <a:pt x="154536" y="1539217"/>
                      <a:pt x="152460" y="1546828"/>
                    </a:cubicBezTo>
                    <a:cubicBezTo>
                      <a:pt x="152455" y="1546847"/>
                      <a:pt x="140859" y="1581631"/>
                      <a:pt x="138535" y="1588603"/>
                    </a:cubicBezTo>
                    <a:lnTo>
                      <a:pt x="133893" y="1602528"/>
                    </a:lnTo>
                    <a:lnTo>
                      <a:pt x="129252" y="1616453"/>
                    </a:lnTo>
                    <a:cubicBezTo>
                      <a:pt x="126192" y="1640931"/>
                      <a:pt x="119807" y="1648620"/>
                      <a:pt x="129252" y="1667511"/>
                    </a:cubicBezTo>
                    <a:cubicBezTo>
                      <a:pt x="131747" y="1672501"/>
                      <a:pt x="133893" y="1678342"/>
                      <a:pt x="138535" y="1681436"/>
                    </a:cubicBezTo>
                    <a:cubicBezTo>
                      <a:pt x="143843" y="1684974"/>
                      <a:pt x="150912" y="1684530"/>
                      <a:pt x="157101" y="1686077"/>
                    </a:cubicBezTo>
                    <a:cubicBezTo>
                      <a:pt x="166722" y="1695697"/>
                      <a:pt x="168224" y="1700382"/>
                      <a:pt x="184951" y="1700002"/>
                    </a:cubicBezTo>
                    <a:cubicBezTo>
                      <a:pt x="246901" y="1698594"/>
                      <a:pt x="370616" y="1690719"/>
                      <a:pt x="370616" y="1690719"/>
                    </a:cubicBezTo>
                    <a:lnTo>
                      <a:pt x="398466" y="1681436"/>
                    </a:lnTo>
                    <a:lnTo>
                      <a:pt x="412391" y="1676794"/>
                    </a:lnTo>
                    <a:cubicBezTo>
                      <a:pt x="438992" y="1636891"/>
                      <a:pt x="403573" y="1683847"/>
                      <a:pt x="435599" y="1658227"/>
                    </a:cubicBezTo>
                    <a:cubicBezTo>
                      <a:pt x="439955" y="1654742"/>
                      <a:pt x="441252" y="1648538"/>
                      <a:pt x="444882" y="1644303"/>
                    </a:cubicBezTo>
                    <a:cubicBezTo>
                      <a:pt x="450578" y="1637658"/>
                      <a:pt x="463449" y="1625736"/>
                      <a:pt x="463449" y="1625736"/>
                    </a:cubicBezTo>
                    <a:cubicBezTo>
                      <a:pt x="475114" y="1590736"/>
                      <a:pt x="459378" y="1633878"/>
                      <a:pt x="477374" y="1597886"/>
                    </a:cubicBezTo>
                    <a:cubicBezTo>
                      <a:pt x="479562" y="1593510"/>
                      <a:pt x="480468" y="1588603"/>
                      <a:pt x="482015" y="1583961"/>
                    </a:cubicBezTo>
                    <a:cubicBezTo>
                      <a:pt x="480468" y="1563847"/>
                      <a:pt x="479876" y="1543637"/>
                      <a:pt x="477374" y="1523620"/>
                    </a:cubicBezTo>
                    <a:cubicBezTo>
                      <a:pt x="475166" y="1505957"/>
                      <a:pt x="470660" y="1511994"/>
                      <a:pt x="463449" y="1495771"/>
                    </a:cubicBezTo>
                    <a:cubicBezTo>
                      <a:pt x="441352" y="1446055"/>
                      <a:pt x="465891" y="1485511"/>
                      <a:pt x="444882" y="1453996"/>
                    </a:cubicBezTo>
                    <a:lnTo>
                      <a:pt x="430957" y="1412221"/>
                    </a:lnTo>
                    <a:cubicBezTo>
                      <a:pt x="430955" y="1412216"/>
                      <a:pt x="421678" y="1384377"/>
                      <a:pt x="421674" y="1384372"/>
                    </a:cubicBezTo>
                    <a:cubicBezTo>
                      <a:pt x="418580" y="1379730"/>
                      <a:pt x="415876" y="1374803"/>
                      <a:pt x="412391" y="1370447"/>
                    </a:cubicBezTo>
                    <a:cubicBezTo>
                      <a:pt x="404831" y="1360996"/>
                      <a:pt x="399525" y="1358775"/>
                      <a:pt x="389183" y="1351880"/>
                    </a:cubicBezTo>
                    <a:cubicBezTo>
                      <a:pt x="387636" y="1347238"/>
                      <a:pt x="386729" y="1342331"/>
                      <a:pt x="384541" y="1337955"/>
                    </a:cubicBezTo>
                    <a:cubicBezTo>
                      <a:pt x="376865" y="1322602"/>
                      <a:pt x="364151" y="1312922"/>
                      <a:pt x="352050" y="1300822"/>
                    </a:cubicBezTo>
                    <a:cubicBezTo>
                      <a:pt x="348955" y="1297728"/>
                      <a:pt x="346407" y="1293967"/>
                      <a:pt x="342766" y="1291539"/>
                    </a:cubicBezTo>
                    <a:cubicBezTo>
                      <a:pt x="338125" y="1288445"/>
                      <a:pt x="333198" y="1285741"/>
                      <a:pt x="328842" y="1282256"/>
                    </a:cubicBezTo>
                    <a:cubicBezTo>
                      <a:pt x="325425" y="1279522"/>
                      <a:pt x="323059" y="1275599"/>
                      <a:pt x="319558" y="1272973"/>
                    </a:cubicBezTo>
                    <a:cubicBezTo>
                      <a:pt x="310632" y="1266279"/>
                      <a:pt x="291709" y="1254406"/>
                      <a:pt x="291709" y="1254406"/>
                    </a:cubicBezTo>
                    <a:cubicBezTo>
                      <a:pt x="285520" y="1245123"/>
                      <a:pt x="276671" y="1237141"/>
                      <a:pt x="273142" y="1226556"/>
                    </a:cubicBezTo>
                    <a:cubicBezTo>
                      <a:pt x="266736" y="1207340"/>
                      <a:pt x="271214" y="1216703"/>
                      <a:pt x="259217" y="1198707"/>
                    </a:cubicBezTo>
                    <a:cubicBezTo>
                      <a:pt x="247552" y="1163707"/>
                      <a:pt x="263288" y="1206849"/>
                      <a:pt x="245292" y="1170857"/>
                    </a:cubicBezTo>
                    <a:cubicBezTo>
                      <a:pt x="226074" y="1132422"/>
                      <a:pt x="257974" y="1182915"/>
                      <a:pt x="231367" y="1143007"/>
                    </a:cubicBezTo>
                    <a:lnTo>
                      <a:pt x="222084" y="1115157"/>
                    </a:lnTo>
                    <a:cubicBezTo>
                      <a:pt x="220537" y="1110516"/>
                      <a:pt x="218403" y="1106030"/>
                      <a:pt x="217443" y="1101233"/>
                    </a:cubicBezTo>
                    <a:cubicBezTo>
                      <a:pt x="215896" y="1093497"/>
                      <a:pt x="214513" y="1085726"/>
                      <a:pt x="212801" y="1078024"/>
                    </a:cubicBezTo>
                    <a:cubicBezTo>
                      <a:pt x="211417" y="1071797"/>
                      <a:pt x="209496" y="1065696"/>
                      <a:pt x="208159" y="1059458"/>
                    </a:cubicBezTo>
                    <a:cubicBezTo>
                      <a:pt x="204853" y="1044030"/>
                      <a:pt x="198876" y="1013042"/>
                      <a:pt x="198876" y="1013042"/>
                    </a:cubicBezTo>
                    <a:cubicBezTo>
                      <a:pt x="200423" y="935681"/>
                      <a:pt x="200805" y="858289"/>
                      <a:pt x="203518" y="780960"/>
                    </a:cubicBezTo>
                    <a:cubicBezTo>
                      <a:pt x="203902" y="770026"/>
                      <a:pt x="206881" y="759334"/>
                      <a:pt x="208159" y="748469"/>
                    </a:cubicBezTo>
                    <a:cubicBezTo>
                      <a:pt x="209976" y="733026"/>
                      <a:pt x="210245" y="717391"/>
                      <a:pt x="212801" y="702053"/>
                    </a:cubicBezTo>
                    <a:cubicBezTo>
                      <a:pt x="214899" y="689468"/>
                      <a:pt x="222084" y="664920"/>
                      <a:pt x="222084" y="664920"/>
                    </a:cubicBezTo>
                    <a:cubicBezTo>
                      <a:pt x="223631" y="621598"/>
                      <a:pt x="223935" y="578214"/>
                      <a:pt x="226726" y="534954"/>
                    </a:cubicBezTo>
                    <a:cubicBezTo>
                      <a:pt x="227041" y="530071"/>
                      <a:pt x="230180" y="525776"/>
                      <a:pt x="231367" y="521029"/>
                    </a:cubicBezTo>
                    <a:cubicBezTo>
                      <a:pt x="233280" y="513375"/>
                      <a:pt x="233933" y="505432"/>
                      <a:pt x="236009" y="497821"/>
                    </a:cubicBezTo>
                    <a:cubicBezTo>
                      <a:pt x="246577" y="459074"/>
                      <a:pt x="241555" y="481788"/>
                      <a:pt x="254576" y="451405"/>
                    </a:cubicBezTo>
                    <a:cubicBezTo>
                      <a:pt x="256503" y="446908"/>
                      <a:pt x="256841" y="441757"/>
                      <a:pt x="259217" y="437480"/>
                    </a:cubicBezTo>
                    <a:cubicBezTo>
                      <a:pt x="264635" y="427727"/>
                      <a:pt x="277784" y="409630"/>
                      <a:pt x="277784" y="409630"/>
                    </a:cubicBezTo>
                    <a:cubicBezTo>
                      <a:pt x="289450" y="374630"/>
                      <a:pt x="273712" y="417775"/>
                      <a:pt x="291709" y="381781"/>
                    </a:cubicBezTo>
                    <a:cubicBezTo>
                      <a:pt x="293897" y="377405"/>
                      <a:pt x="293974" y="372133"/>
                      <a:pt x="296350" y="367856"/>
                    </a:cubicBezTo>
                    <a:cubicBezTo>
                      <a:pt x="301768" y="358103"/>
                      <a:pt x="308728" y="349289"/>
                      <a:pt x="314917" y="340006"/>
                    </a:cubicBezTo>
                    <a:lnTo>
                      <a:pt x="324200" y="326081"/>
                    </a:lnTo>
                    <a:lnTo>
                      <a:pt x="342766" y="298232"/>
                    </a:lnTo>
                    <a:cubicBezTo>
                      <a:pt x="350502" y="290496"/>
                      <a:pt x="359906" y="284126"/>
                      <a:pt x="365975" y="275023"/>
                    </a:cubicBezTo>
                    <a:cubicBezTo>
                      <a:pt x="377686" y="257458"/>
                      <a:pt x="371314" y="265044"/>
                      <a:pt x="384541" y="251815"/>
                    </a:cubicBezTo>
                    <a:cubicBezTo>
                      <a:pt x="389852" y="235883"/>
                      <a:pt x="389057" y="233375"/>
                      <a:pt x="403108" y="219324"/>
                    </a:cubicBezTo>
                    <a:cubicBezTo>
                      <a:pt x="407052" y="215380"/>
                      <a:pt x="412834" y="213714"/>
                      <a:pt x="417032" y="210041"/>
                    </a:cubicBezTo>
                    <a:cubicBezTo>
                      <a:pt x="433153" y="195935"/>
                      <a:pt x="436764" y="186250"/>
                      <a:pt x="454165" y="177549"/>
                    </a:cubicBezTo>
                    <a:cubicBezTo>
                      <a:pt x="458541" y="175361"/>
                      <a:pt x="463292" y="173867"/>
                      <a:pt x="468090" y="172908"/>
                    </a:cubicBezTo>
                    <a:cubicBezTo>
                      <a:pt x="478818" y="170762"/>
                      <a:pt x="489751" y="169813"/>
                      <a:pt x="500582" y="168266"/>
                    </a:cubicBezTo>
                    <a:cubicBezTo>
                      <a:pt x="505224" y="169813"/>
                      <a:pt x="509709" y="173868"/>
                      <a:pt x="514507" y="172908"/>
                    </a:cubicBezTo>
                    <a:cubicBezTo>
                      <a:pt x="518798" y="172050"/>
                      <a:pt x="520373" y="166358"/>
                      <a:pt x="523790" y="163624"/>
                    </a:cubicBezTo>
                    <a:cubicBezTo>
                      <a:pt x="528146" y="160139"/>
                      <a:pt x="532617" y="156607"/>
                      <a:pt x="537715" y="154341"/>
                    </a:cubicBezTo>
                    <a:cubicBezTo>
                      <a:pt x="552243" y="147884"/>
                      <a:pt x="568701" y="144274"/>
                      <a:pt x="584131" y="140416"/>
                    </a:cubicBezTo>
                    <a:cubicBezTo>
                      <a:pt x="601150" y="141963"/>
                      <a:pt x="619703" y="137831"/>
                      <a:pt x="635189" y="145058"/>
                    </a:cubicBezTo>
                    <a:cubicBezTo>
                      <a:pt x="667462" y="160119"/>
                      <a:pt x="642965" y="180681"/>
                      <a:pt x="663039" y="200757"/>
                    </a:cubicBezTo>
                    <a:cubicBezTo>
                      <a:pt x="666133" y="203852"/>
                      <a:pt x="669588" y="206624"/>
                      <a:pt x="672322" y="210041"/>
                    </a:cubicBezTo>
                    <a:cubicBezTo>
                      <a:pt x="675807" y="214397"/>
                      <a:pt x="676874" y="221009"/>
                      <a:pt x="681605" y="223966"/>
                    </a:cubicBezTo>
                    <a:cubicBezTo>
                      <a:pt x="689903" y="229152"/>
                      <a:pt x="700172" y="230155"/>
                      <a:pt x="709455" y="233249"/>
                    </a:cubicBezTo>
                    <a:lnTo>
                      <a:pt x="723380" y="237890"/>
                    </a:lnTo>
                    <a:cubicBezTo>
                      <a:pt x="726474" y="240985"/>
                      <a:pt x="729162" y="244548"/>
                      <a:pt x="732663" y="247174"/>
                    </a:cubicBezTo>
                    <a:cubicBezTo>
                      <a:pt x="741589" y="253868"/>
                      <a:pt x="760513" y="265740"/>
                      <a:pt x="760513" y="265740"/>
                    </a:cubicBezTo>
                    <a:cubicBezTo>
                      <a:pt x="763607" y="270382"/>
                      <a:pt x="765851" y="275720"/>
                      <a:pt x="769796" y="279665"/>
                    </a:cubicBezTo>
                    <a:cubicBezTo>
                      <a:pt x="773741" y="283610"/>
                      <a:pt x="779365" y="285463"/>
                      <a:pt x="783721" y="288948"/>
                    </a:cubicBezTo>
                    <a:cubicBezTo>
                      <a:pt x="816790" y="315404"/>
                      <a:pt x="764070" y="278943"/>
                      <a:pt x="806929" y="307515"/>
                    </a:cubicBezTo>
                    <a:cubicBezTo>
                      <a:pt x="819307" y="305968"/>
                      <a:pt x="831733" y="304770"/>
                      <a:pt x="844062" y="302873"/>
                    </a:cubicBezTo>
                    <a:cubicBezTo>
                      <a:pt x="851859" y="301673"/>
                      <a:pt x="859381" y="298232"/>
                      <a:pt x="867270" y="298232"/>
                    </a:cubicBezTo>
                    <a:cubicBezTo>
                      <a:pt x="896708" y="298232"/>
                      <a:pt x="926064" y="301326"/>
                      <a:pt x="955461" y="302873"/>
                    </a:cubicBezTo>
                    <a:lnTo>
                      <a:pt x="997236" y="316798"/>
                    </a:lnTo>
                    <a:lnTo>
                      <a:pt x="1011160" y="321440"/>
                    </a:lnTo>
                    <a:cubicBezTo>
                      <a:pt x="1042104" y="319893"/>
                      <a:pt x="1073117" y="319371"/>
                      <a:pt x="1103993" y="316798"/>
                    </a:cubicBezTo>
                    <a:cubicBezTo>
                      <a:pt x="1110350" y="316268"/>
                      <a:pt x="1116449" y="313989"/>
                      <a:pt x="1122559" y="312156"/>
                    </a:cubicBezTo>
                    <a:cubicBezTo>
                      <a:pt x="1136618" y="307938"/>
                      <a:pt x="1150409" y="302873"/>
                      <a:pt x="1164334" y="298232"/>
                    </a:cubicBezTo>
                    <a:lnTo>
                      <a:pt x="1178259" y="293590"/>
                    </a:lnTo>
                    <a:cubicBezTo>
                      <a:pt x="1182901" y="292043"/>
                      <a:pt x="1188113" y="291662"/>
                      <a:pt x="1192184" y="288948"/>
                    </a:cubicBezTo>
                    <a:cubicBezTo>
                      <a:pt x="1196826" y="285854"/>
                      <a:pt x="1201011" y="281931"/>
                      <a:pt x="1206109" y="279665"/>
                    </a:cubicBezTo>
                    <a:cubicBezTo>
                      <a:pt x="1215051" y="275691"/>
                      <a:pt x="1224675" y="273476"/>
                      <a:pt x="1233958" y="270382"/>
                    </a:cubicBezTo>
                    <a:cubicBezTo>
                      <a:pt x="1255370" y="263245"/>
                      <a:pt x="1243081" y="266700"/>
                      <a:pt x="1271091" y="261099"/>
                    </a:cubicBezTo>
                    <a:cubicBezTo>
                      <a:pt x="1278578" y="253612"/>
                      <a:pt x="1285266" y="248137"/>
                      <a:pt x="1289658" y="237890"/>
                    </a:cubicBezTo>
                    <a:cubicBezTo>
                      <a:pt x="1292171" y="232027"/>
                      <a:pt x="1315187" y="223192"/>
                      <a:pt x="1312866" y="21932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580E4321-90C0-AD46-BA09-989065D15779}"/>
                  </a:ext>
                </a:extLst>
              </p:cNvPr>
              <p:cNvSpPr/>
              <p:nvPr/>
            </p:nvSpPr>
            <p:spPr>
              <a:xfrm>
                <a:off x="2065594" y="501187"/>
                <a:ext cx="408392" cy="88299"/>
              </a:xfrm>
              <a:custGeom>
                <a:avLst/>
                <a:gdLst>
                  <a:gd name="connsiteX0" fmla="*/ 4570 w 408392"/>
                  <a:gd name="connsiteY0" fmla="*/ 60450 h 88299"/>
                  <a:gd name="connsiteX1" fmla="*/ 37062 w 408392"/>
                  <a:gd name="connsiteY1" fmla="*/ 79016 h 88299"/>
                  <a:gd name="connsiteX2" fmla="*/ 50987 w 408392"/>
                  <a:gd name="connsiteY2" fmla="*/ 83658 h 88299"/>
                  <a:gd name="connsiteX3" fmla="*/ 139178 w 408392"/>
                  <a:gd name="connsiteY3" fmla="*/ 88299 h 88299"/>
                  <a:gd name="connsiteX4" fmla="*/ 157744 w 408392"/>
                  <a:gd name="connsiteY4" fmla="*/ 83658 h 88299"/>
                  <a:gd name="connsiteX5" fmla="*/ 185594 w 408392"/>
                  <a:gd name="connsiteY5" fmla="*/ 74374 h 88299"/>
                  <a:gd name="connsiteX6" fmla="*/ 213444 w 408392"/>
                  <a:gd name="connsiteY6" fmla="*/ 65091 h 88299"/>
                  <a:gd name="connsiteX7" fmla="*/ 227368 w 408392"/>
                  <a:gd name="connsiteY7" fmla="*/ 60450 h 88299"/>
                  <a:gd name="connsiteX8" fmla="*/ 241293 w 408392"/>
                  <a:gd name="connsiteY8" fmla="*/ 55808 h 88299"/>
                  <a:gd name="connsiteX9" fmla="*/ 292351 w 408392"/>
                  <a:gd name="connsiteY9" fmla="*/ 46525 h 88299"/>
                  <a:gd name="connsiteX10" fmla="*/ 320201 w 408392"/>
                  <a:gd name="connsiteY10" fmla="*/ 37241 h 88299"/>
                  <a:gd name="connsiteX11" fmla="*/ 371259 w 408392"/>
                  <a:gd name="connsiteY11" fmla="*/ 27958 h 88299"/>
                  <a:gd name="connsiteX12" fmla="*/ 408392 w 408392"/>
                  <a:gd name="connsiteY12" fmla="*/ 18675 h 88299"/>
                  <a:gd name="connsiteX13" fmla="*/ 403750 w 408392"/>
                  <a:gd name="connsiteY13" fmla="*/ 4750 h 88299"/>
                  <a:gd name="connsiteX14" fmla="*/ 352692 w 408392"/>
                  <a:gd name="connsiteY14" fmla="*/ 4750 h 88299"/>
                  <a:gd name="connsiteX15" fmla="*/ 310918 w 408392"/>
                  <a:gd name="connsiteY15" fmla="*/ 18675 h 88299"/>
                  <a:gd name="connsiteX16" fmla="*/ 296993 w 408392"/>
                  <a:gd name="connsiteY16" fmla="*/ 23317 h 88299"/>
                  <a:gd name="connsiteX17" fmla="*/ 227368 w 408392"/>
                  <a:gd name="connsiteY17" fmla="*/ 32600 h 88299"/>
                  <a:gd name="connsiteX18" fmla="*/ 171669 w 408392"/>
                  <a:gd name="connsiteY18" fmla="*/ 37241 h 88299"/>
                  <a:gd name="connsiteX19" fmla="*/ 143819 w 408392"/>
                  <a:gd name="connsiteY19" fmla="*/ 41883 h 88299"/>
                  <a:gd name="connsiteX20" fmla="*/ 4570 w 408392"/>
                  <a:gd name="connsiteY20" fmla="*/ 60450 h 88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08392" h="88299">
                    <a:moveTo>
                      <a:pt x="4570" y="60450"/>
                    </a:moveTo>
                    <a:cubicBezTo>
                      <a:pt x="-13223" y="66639"/>
                      <a:pt x="25905" y="73438"/>
                      <a:pt x="37062" y="79016"/>
                    </a:cubicBezTo>
                    <a:cubicBezTo>
                      <a:pt x="41438" y="81204"/>
                      <a:pt x="46114" y="83215"/>
                      <a:pt x="50987" y="83658"/>
                    </a:cubicBezTo>
                    <a:cubicBezTo>
                      <a:pt x="80304" y="86323"/>
                      <a:pt x="109781" y="86752"/>
                      <a:pt x="139178" y="88299"/>
                    </a:cubicBezTo>
                    <a:cubicBezTo>
                      <a:pt x="145367" y="86752"/>
                      <a:pt x="151634" y="85491"/>
                      <a:pt x="157744" y="83658"/>
                    </a:cubicBezTo>
                    <a:cubicBezTo>
                      <a:pt x="167117" y="80846"/>
                      <a:pt x="176311" y="77468"/>
                      <a:pt x="185594" y="74374"/>
                    </a:cubicBezTo>
                    <a:lnTo>
                      <a:pt x="213444" y="65091"/>
                    </a:lnTo>
                    <a:lnTo>
                      <a:pt x="227368" y="60450"/>
                    </a:lnTo>
                    <a:cubicBezTo>
                      <a:pt x="232010" y="58903"/>
                      <a:pt x="236449" y="56500"/>
                      <a:pt x="241293" y="55808"/>
                    </a:cubicBezTo>
                    <a:cubicBezTo>
                      <a:pt x="264166" y="52540"/>
                      <a:pt x="272462" y="52492"/>
                      <a:pt x="292351" y="46525"/>
                    </a:cubicBezTo>
                    <a:cubicBezTo>
                      <a:pt x="301724" y="43713"/>
                      <a:pt x="310708" y="39614"/>
                      <a:pt x="320201" y="37241"/>
                    </a:cubicBezTo>
                    <a:cubicBezTo>
                      <a:pt x="375250" y="23480"/>
                      <a:pt x="288084" y="44593"/>
                      <a:pt x="371259" y="27958"/>
                    </a:cubicBezTo>
                    <a:cubicBezTo>
                      <a:pt x="383770" y="25456"/>
                      <a:pt x="408392" y="18675"/>
                      <a:pt x="408392" y="18675"/>
                    </a:cubicBezTo>
                    <a:cubicBezTo>
                      <a:pt x="406845" y="14033"/>
                      <a:pt x="407210" y="8210"/>
                      <a:pt x="403750" y="4750"/>
                    </a:cubicBezTo>
                    <a:cubicBezTo>
                      <a:pt x="393255" y="-5745"/>
                      <a:pt x="355765" y="4366"/>
                      <a:pt x="352692" y="4750"/>
                    </a:cubicBezTo>
                    <a:lnTo>
                      <a:pt x="310918" y="18675"/>
                    </a:lnTo>
                    <a:cubicBezTo>
                      <a:pt x="306276" y="20222"/>
                      <a:pt x="301837" y="22625"/>
                      <a:pt x="296993" y="23317"/>
                    </a:cubicBezTo>
                    <a:cubicBezTo>
                      <a:pt x="276728" y="26212"/>
                      <a:pt x="247337" y="30603"/>
                      <a:pt x="227368" y="32600"/>
                    </a:cubicBezTo>
                    <a:cubicBezTo>
                      <a:pt x="208830" y="34454"/>
                      <a:pt x="190235" y="35694"/>
                      <a:pt x="171669" y="37241"/>
                    </a:cubicBezTo>
                    <a:cubicBezTo>
                      <a:pt x="162386" y="38788"/>
                      <a:pt x="153180" y="40915"/>
                      <a:pt x="143819" y="41883"/>
                    </a:cubicBezTo>
                    <a:cubicBezTo>
                      <a:pt x="50197" y="51568"/>
                      <a:pt x="22363" y="54261"/>
                      <a:pt x="4570" y="6045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ECAB40C4-2D84-D747-A133-7FCA3C8F3DA5}"/>
                  </a:ext>
                </a:extLst>
              </p:cNvPr>
              <p:cNvSpPr/>
              <p:nvPr/>
            </p:nvSpPr>
            <p:spPr>
              <a:xfrm>
                <a:off x="914400" y="2218696"/>
                <a:ext cx="668394" cy="1438904"/>
              </a:xfrm>
              <a:custGeom>
                <a:avLst/>
                <a:gdLst>
                  <a:gd name="connsiteX0" fmla="*/ 204231 w 668394"/>
                  <a:gd name="connsiteY0" fmla="*/ 190307 h 1458216"/>
                  <a:gd name="connsiteX1" fmla="*/ 190306 w 668394"/>
                  <a:gd name="connsiteY1" fmla="*/ 102116 h 1458216"/>
                  <a:gd name="connsiteX2" fmla="*/ 181023 w 668394"/>
                  <a:gd name="connsiteY2" fmla="*/ 74266 h 1458216"/>
                  <a:gd name="connsiteX3" fmla="*/ 176381 w 668394"/>
                  <a:gd name="connsiteY3" fmla="*/ 60342 h 1458216"/>
                  <a:gd name="connsiteX4" fmla="*/ 167098 w 668394"/>
                  <a:gd name="connsiteY4" fmla="*/ 51058 h 1458216"/>
                  <a:gd name="connsiteX5" fmla="*/ 162456 w 668394"/>
                  <a:gd name="connsiteY5" fmla="*/ 37133 h 1458216"/>
                  <a:gd name="connsiteX6" fmla="*/ 148532 w 668394"/>
                  <a:gd name="connsiteY6" fmla="*/ 27850 h 1458216"/>
                  <a:gd name="connsiteX7" fmla="*/ 139248 w 668394"/>
                  <a:gd name="connsiteY7" fmla="*/ 18567 h 1458216"/>
                  <a:gd name="connsiteX8" fmla="*/ 111399 w 668394"/>
                  <a:gd name="connsiteY8" fmla="*/ 0 h 1458216"/>
                  <a:gd name="connsiteX9" fmla="*/ 60341 w 668394"/>
                  <a:gd name="connsiteY9" fmla="*/ 9284 h 1458216"/>
                  <a:gd name="connsiteX10" fmla="*/ 51057 w 668394"/>
                  <a:gd name="connsiteY10" fmla="*/ 18567 h 1458216"/>
                  <a:gd name="connsiteX11" fmla="*/ 37133 w 668394"/>
                  <a:gd name="connsiteY11" fmla="*/ 27850 h 1458216"/>
                  <a:gd name="connsiteX12" fmla="*/ 18566 w 668394"/>
                  <a:gd name="connsiteY12" fmla="*/ 69625 h 1458216"/>
                  <a:gd name="connsiteX13" fmla="*/ 13924 w 668394"/>
                  <a:gd name="connsiteY13" fmla="*/ 83550 h 1458216"/>
                  <a:gd name="connsiteX14" fmla="*/ 9283 w 668394"/>
                  <a:gd name="connsiteY14" fmla="*/ 97475 h 1458216"/>
                  <a:gd name="connsiteX15" fmla="*/ 4641 w 668394"/>
                  <a:gd name="connsiteY15" fmla="*/ 139249 h 1458216"/>
                  <a:gd name="connsiteX16" fmla="*/ 0 w 668394"/>
                  <a:gd name="connsiteY16" fmla="*/ 125324 h 1458216"/>
                  <a:gd name="connsiteX17" fmla="*/ 9283 w 668394"/>
                  <a:gd name="connsiteY17" fmla="*/ 199590 h 1458216"/>
                  <a:gd name="connsiteX18" fmla="*/ 18566 w 668394"/>
                  <a:gd name="connsiteY18" fmla="*/ 241365 h 1458216"/>
                  <a:gd name="connsiteX19" fmla="*/ 23208 w 668394"/>
                  <a:gd name="connsiteY19" fmla="*/ 255290 h 1458216"/>
                  <a:gd name="connsiteX20" fmla="*/ 27849 w 668394"/>
                  <a:gd name="connsiteY20" fmla="*/ 273856 h 1458216"/>
                  <a:gd name="connsiteX21" fmla="*/ 32491 w 668394"/>
                  <a:gd name="connsiteY21" fmla="*/ 287781 h 1458216"/>
                  <a:gd name="connsiteX22" fmla="*/ 41774 w 668394"/>
                  <a:gd name="connsiteY22" fmla="*/ 334197 h 1458216"/>
                  <a:gd name="connsiteX23" fmla="*/ 51057 w 668394"/>
                  <a:gd name="connsiteY23" fmla="*/ 362047 h 1458216"/>
                  <a:gd name="connsiteX24" fmla="*/ 60341 w 668394"/>
                  <a:gd name="connsiteY24" fmla="*/ 371330 h 1458216"/>
                  <a:gd name="connsiteX25" fmla="*/ 74266 w 668394"/>
                  <a:gd name="connsiteY25" fmla="*/ 394539 h 1458216"/>
                  <a:gd name="connsiteX26" fmla="*/ 88190 w 668394"/>
                  <a:gd name="connsiteY26" fmla="*/ 417747 h 1458216"/>
                  <a:gd name="connsiteX27" fmla="*/ 97474 w 668394"/>
                  <a:gd name="connsiteY27" fmla="*/ 445596 h 1458216"/>
                  <a:gd name="connsiteX28" fmla="*/ 116040 w 668394"/>
                  <a:gd name="connsiteY28" fmla="*/ 468805 h 1458216"/>
                  <a:gd name="connsiteX29" fmla="*/ 125323 w 668394"/>
                  <a:gd name="connsiteY29" fmla="*/ 482729 h 1458216"/>
                  <a:gd name="connsiteX30" fmla="*/ 148532 w 668394"/>
                  <a:gd name="connsiteY30" fmla="*/ 501296 h 1458216"/>
                  <a:gd name="connsiteX31" fmla="*/ 162456 w 668394"/>
                  <a:gd name="connsiteY31" fmla="*/ 529146 h 1458216"/>
                  <a:gd name="connsiteX32" fmla="*/ 171740 w 668394"/>
                  <a:gd name="connsiteY32" fmla="*/ 538429 h 1458216"/>
                  <a:gd name="connsiteX33" fmla="*/ 181023 w 668394"/>
                  <a:gd name="connsiteY33" fmla="*/ 552354 h 1458216"/>
                  <a:gd name="connsiteX34" fmla="*/ 208873 w 668394"/>
                  <a:gd name="connsiteY34" fmla="*/ 566279 h 1458216"/>
                  <a:gd name="connsiteX35" fmla="*/ 227439 w 668394"/>
                  <a:gd name="connsiteY35" fmla="*/ 561637 h 1458216"/>
                  <a:gd name="connsiteX36" fmla="*/ 250647 w 668394"/>
                  <a:gd name="connsiteY36" fmla="*/ 556995 h 1458216"/>
                  <a:gd name="connsiteX37" fmla="*/ 278497 w 668394"/>
                  <a:gd name="connsiteY37" fmla="*/ 547712 h 1458216"/>
                  <a:gd name="connsiteX38" fmla="*/ 297064 w 668394"/>
                  <a:gd name="connsiteY38" fmla="*/ 543070 h 1458216"/>
                  <a:gd name="connsiteX39" fmla="*/ 269214 w 668394"/>
                  <a:gd name="connsiteY39" fmla="*/ 547712 h 1458216"/>
                  <a:gd name="connsiteX40" fmla="*/ 255289 w 668394"/>
                  <a:gd name="connsiteY40" fmla="*/ 575562 h 1458216"/>
                  <a:gd name="connsiteX41" fmla="*/ 269214 w 668394"/>
                  <a:gd name="connsiteY41" fmla="*/ 584845 h 1458216"/>
                  <a:gd name="connsiteX42" fmla="*/ 297064 w 668394"/>
                  <a:gd name="connsiteY42" fmla="*/ 598770 h 1458216"/>
                  <a:gd name="connsiteX43" fmla="*/ 315630 w 668394"/>
                  <a:gd name="connsiteY43" fmla="*/ 621978 h 1458216"/>
                  <a:gd name="connsiteX44" fmla="*/ 320272 w 668394"/>
                  <a:gd name="connsiteY44" fmla="*/ 635903 h 1458216"/>
                  <a:gd name="connsiteX45" fmla="*/ 338838 w 668394"/>
                  <a:gd name="connsiteY45" fmla="*/ 663753 h 1458216"/>
                  <a:gd name="connsiteX46" fmla="*/ 352763 w 668394"/>
                  <a:gd name="connsiteY46" fmla="*/ 705527 h 1458216"/>
                  <a:gd name="connsiteX47" fmla="*/ 357405 w 668394"/>
                  <a:gd name="connsiteY47" fmla="*/ 719452 h 1458216"/>
                  <a:gd name="connsiteX48" fmla="*/ 366688 w 668394"/>
                  <a:gd name="connsiteY48" fmla="*/ 733377 h 1458216"/>
                  <a:gd name="connsiteX49" fmla="*/ 375971 w 668394"/>
                  <a:gd name="connsiteY49" fmla="*/ 761227 h 1458216"/>
                  <a:gd name="connsiteX50" fmla="*/ 380613 w 668394"/>
                  <a:gd name="connsiteY50" fmla="*/ 775152 h 1458216"/>
                  <a:gd name="connsiteX51" fmla="*/ 394538 w 668394"/>
                  <a:gd name="connsiteY51" fmla="*/ 803001 h 1458216"/>
                  <a:gd name="connsiteX52" fmla="*/ 403821 w 668394"/>
                  <a:gd name="connsiteY52" fmla="*/ 849418 h 1458216"/>
                  <a:gd name="connsiteX53" fmla="*/ 413104 w 668394"/>
                  <a:gd name="connsiteY53" fmla="*/ 863343 h 1458216"/>
                  <a:gd name="connsiteX54" fmla="*/ 417746 w 668394"/>
                  <a:gd name="connsiteY54" fmla="*/ 919042 h 1458216"/>
                  <a:gd name="connsiteX55" fmla="*/ 427029 w 668394"/>
                  <a:gd name="connsiteY55" fmla="*/ 946892 h 1458216"/>
                  <a:gd name="connsiteX56" fmla="*/ 436312 w 668394"/>
                  <a:gd name="connsiteY56" fmla="*/ 974742 h 1458216"/>
                  <a:gd name="connsiteX57" fmla="*/ 440954 w 668394"/>
                  <a:gd name="connsiteY57" fmla="*/ 988666 h 1458216"/>
                  <a:gd name="connsiteX58" fmla="*/ 445596 w 668394"/>
                  <a:gd name="connsiteY58" fmla="*/ 1002591 h 1458216"/>
                  <a:gd name="connsiteX59" fmla="*/ 454879 w 668394"/>
                  <a:gd name="connsiteY59" fmla="*/ 1011875 h 1458216"/>
                  <a:gd name="connsiteX60" fmla="*/ 459520 w 668394"/>
                  <a:gd name="connsiteY60" fmla="*/ 1025799 h 1458216"/>
                  <a:gd name="connsiteX61" fmla="*/ 468804 w 668394"/>
                  <a:gd name="connsiteY61" fmla="*/ 1058291 h 1458216"/>
                  <a:gd name="connsiteX62" fmla="*/ 478087 w 668394"/>
                  <a:gd name="connsiteY62" fmla="*/ 1072216 h 1458216"/>
                  <a:gd name="connsiteX63" fmla="*/ 487370 w 668394"/>
                  <a:gd name="connsiteY63" fmla="*/ 1100065 h 1458216"/>
                  <a:gd name="connsiteX64" fmla="*/ 492012 w 668394"/>
                  <a:gd name="connsiteY64" fmla="*/ 1113990 h 1458216"/>
                  <a:gd name="connsiteX65" fmla="*/ 501295 w 668394"/>
                  <a:gd name="connsiteY65" fmla="*/ 1123274 h 1458216"/>
                  <a:gd name="connsiteX66" fmla="*/ 496653 w 668394"/>
                  <a:gd name="connsiteY66" fmla="*/ 1137198 h 1458216"/>
                  <a:gd name="connsiteX67" fmla="*/ 505937 w 668394"/>
                  <a:gd name="connsiteY67" fmla="*/ 1165048 h 1458216"/>
                  <a:gd name="connsiteX68" fmla="*/ 510578 w 668394"/>
                  <a:gd name="connsiteY68" fmla="*/ 1178973 h 1458216"/>
                  <a:gd name="connsiteX69" fmla="*/ 515220 w 668394"/>
                  <a:gd name="connsiteY69" fmla="*/ 1192898 h 1458216"/>
                  <a:gd name="connsiteX70" fmla="*/ 519862 w 668394"/>
                  <a:gd name="connsiteY70" fmla="*/ 1211464 h 1458216"/>
                  <a:gd name="connsiteX71" fmla="*/ 529145 w 668394"/>
                  <a:gd name="connsiteY71" fmla="*/ 1225389 h 1458216"/>
                  <a:gd name="connsiteX72" fmla="*/ 533786 w 668394"/>
                  <a:gd name="connsiteY72" fmla="*/ 1239314 h 1458216"/>
                  <a:gd name="connsiteX73" fmla="*/ 543070 w 668394"/>
                  <a:gd name="connsiteY73" fmla="*/ 1248597 h 1458216"/>
                  <a:gd name="connsiteX74" fmla="*/ 552353 w 668394"/>
                  <a:gd name="connsiteY74" fmla="*/ 1276447 h 1458216"/>
                  <a:gd name="connsiteX75" fmla="*/ 556995 w 668394"/>
                  <a:gd name="connsiteY75" fmla="*/ 1290372 h 1458216"/>
                  <a:gd name="connsiteX76" fmla="*/ 570919 w 668394"/>
                  <a:gd name="connsiteY76" fmla="*/ 1299655 h 1458216"/>
                  <a:gd name="connsiteX77" fmla="*/ 566278 w 668394"/>
                  <a:gd name="connsiteY77" fmla="*/ 1336788 h 1458216"/>
                  <a:gd name="connsiteX78" fmla="*/ 575561 w 668394"/>
                  <a:gd name="connsiteY78" fmla="*/ 1364638 h 1458216"/>
                  <a:gd name="connsiteX79" fmla="*/ 580203 w 668394"/>
                  <a:gd name="connsiteY79" fmla="*/ 1378563 h 1458216"/>
                  <a:gd name="connsiteX80" fmla="*/ 589486 w 668394"/>
                  <a:gd name="connsiteY80" fmla="*/ 1392488 h 1458216"/>
                  <a:gd name="connsiteX81" fmla="*/ 594128 w 668394"/>
                  <a:gd name="connsiteY81" fmla="*/ 1406413 h 1458216"/>
                  <a:gd name="connsiteX82" fmla="*/ 617336 w 668394"/>
                  <a:gd name="connsiteY82" fmla="*/ 1429621 h 1458216"/>
                  <a:gd name="connsiteX83" fmla="*/ 640544 w 668394"/>
                  <a:gd name="connsiteY83" fmla="*/ 1448187 h 1458216"/>
                  <a:gd name="connsiteX84" fmla="*/ 654469 w 668394"/>
                  <a:gd name="connsiteY84" fmla="*/ 1457470 h 1458216"/>
                  <a:gd name="connsiteX85" fmla="*/ 668394 w 668394"/>
                  <a:gd name="connsiteY85" fmla="*/ 1411054 h 1458216"/>
                  <a:gd name="connsiteX86" fmla="*/ 663752 w 668394"/>
                  <a:gd name="connsiteY86" fmla="*/ 1369280 h 1458216"/>
                  <a:gd name="connsiteX87" fmla="*/ 654469 w 668394"/>
                  <a:gd name="connsiteY87" fmla="*/ 1327505 h 1458216"/>
                  <a:gd name="connsiteX88" fmla="*/ 645185 w 668394"/>
                  <a:gd name="connsiteY88" fmla="*/ 1276447 h 1458216"/>
                  <a:gd name="connsiteX89" fmla="*/ 621977 w 668394"/>
                  <a:gd name="connsiteY89" fmla="*/ 1216106 h 1458216"/>
                  <a:gd name="connsiteX90" fmla="*/ 612694 w 668394"/>
                  <a:gd name="connsiteY90" fmla="*/ 1178973 h 1458216"/>
                  <a:gd name="connsiteX91" fmla="*/ 608052 w 668394"/>
                  <a:gd name="connsiteY91" fmla="*/ 1160407 h 1458216"/>
                  <a:gd name="connsiteX92" fmla="*/ 598769 w 668394"/>
                  <a:gd name="connsiteY92" fmla="*/ 1132557 h 1458216"/>
                  <a:gd name="connsiteX93" fmla="*/ 603411 w 668394"/>
                  <a:gd name="connsiteY93" fmla="*/ 1021158 h 1458216"/>
                  <a:gd name="connsiteX94" fmla="*/ 608052 w 668394"/>
                  <a:gd name="connsiteY94" fmla="*/ 1002591 h 1458216"/>
                  <a:gd name="connsiteX95" fmla="*/ 594128 w 668394"/>
                  <a:gd name="connsiteY95" fmla="*/ 970100 h 1458216"/>
                  <a:gd name="connsiteX96" fmla="*/ 575561 w 668394"/>
                  <a:gd name="connsiteY96" fmla="*/ 928325 h 1458216"/>
                  <a:gd name="connsiteX97" fmla="*/ 566278 w 668394"/>
                  <a:gd name="connsiteY97" fmla="*/ 891192 h 1458216"/>
                  <a:gd name="connsiteX98" fmla="*/ 561636 w 668394"/>
                  <a:gd name="connsiteY98" fmla="*/ 844776 h 1458216"/>
                  <a:gd name="connsiteX99" fmla="*/ 556995 w 668394"/>
                  <a:gd name="connsiteY99" fmla="*/ 793718 h 1458216"/>
                  <a:gd name="connsiteX100" fmla="*/ 547711 w 668394"/>
                  <a:gd name="connsiteY100" fmla="*/ 756585 h 1458216"/>
                  <a:gd name="connsiteX101" fmla="*/ 529145 w 668394"/>
                  <a:gd name="connsiteY101" fmla="*/ 728735 h 1458216"/>
                  <a:gd name="connsiteX102" fmla="*/ 510578 w 668394"/>
                  <a:gd name="connsiteY102" fmla="*/ 696244 h 1458216"/>
                  <a:gd name="connsiteX103" fmla="*/ 501295 w 668394"/>
                  <a:gd name="connsiteY103" fmla="*/ 668394 h 1458216"/>
                  <a:gd name="connsiteX104" fmla="*/ 492012 w 668394"/>
                  <a:gd name="connsiteY104" fmla="*/ 654469 h 1458216"/>
                  <a:gd name="connsiteX105" fmla="*/ 478087 w 668394"/>
                  <a:gd name="connsiteY105" fmla="*/ 626620 h 1458216"/>
                  <a:gd name="connsiteX106" fmla="*/ 459520 w 668394"/>
                  <a:gd name="connsiteY106" fmla="*/ 608053 h 1458216"/>
                  <a:gd name="connsiteX107" fmla="*/ 427029 w 668394"/>
                  <a:gd name="connsiteY107" fmla="*/ 566279 h 1458216"/>
                  <a:gd name="connsiteX108" fmla="*/ 371330 w 668394"/>
                  <a:gd name="connsiteY108" fmla="*/ 538429 h 1458216"/>
                  <a:gd name="connsiteX109" fmla="*/ 362046 w 668394"/>
                  <a:gd name="connsiteY109" fmla="*/ 529146 h 1458216"/>
                  <a:gd name="connsiteX110" fmla="*/ 334197 w 668394"/>
                  <a:gd name="connsiteY110" fmla="*/ 510579 h 1458216"/>
                  <a:gd name="connsiteX111" fmla="*/ 324913 w 668394"/>
                  <a:gd name="connsiteY111" fmla="*/ 501296 h 1458216"/>
                  <a:gd name="connsiteX112" fmla="*/ 315630 w 668394"/>
                  <a:gd name="connsiteY112" fmla="*/ 487371 h 1458216"/>
                  <a:gd name="connsiteX113" fmla="*/ 301705 w 668394"/>
                  <a:gd name="connsiteY113" fmla="*/ 478088 h 1458216"/>
                  <a:gd name="connsiteX114" fmla="*/ 273855 w 668394"/>
                  <a:gd name="connsiteY114" fmla="*/ 440955 h 1458216"/>
                  <a:gd name="connsiteX115" fmla="*/ 269214 w 668394"/>
                  <a:gd name="connsiteY115" fmla="*/ 427030 h 1458216"/>
                  <a:gd name="connsiteX116" fmla="*/ 259931 w 668394"/>
                  <a:gd name="connsiteY116" fmla="*/ 413105 h 1458216"/>
                  <a:gd name="connsiteX117" fmla="*/ 250647 w 668394"/>
                  <a:gd name="connsiteY117" fmla="*/ 394539 h 1458216"/>
                  <a:gd name="connsiteX118" fmla="*/ 236722 w 668394"/>
                  <a:gd name="connsiteY118" fmla="*/ 348122 h 1458216"/>
                  <a:gd name="connsiteX119" fmla="*/ 232081 w 668394"/>
                  <a:gd name="connsiteY119" fmla="*/ 334197 h 1458216"/>
                  <a:gd name="connsiteX120" fmla="*/ 213514 w 668394"/>
                  <a:gd name="connsiteY120" fmla="*/ 287781 h 1458216"/>
                  <a:gd name="connsiteX121" fmla="*/ 208873 w 668394"/>
                  <a:gd name="connsiteY121" fmla="*/ 264573 h 1458216"/>
                  <a:gd name="connsiteX122" fmla="*/ 204231 w 668394"/>
                  <a:gd name="connsiteY122" fmla="*/ 190307 h 1458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</a:cxnLst>
                <a:rect l="l" t="t" r="r" b="b"/>
                <a:pathLst>
                  <a:path w="668394" h="1458216">
                    <a:moveTo>
                      <a:pt x="204231" y="190307"/>
                    </a:moveTo>
                    <a:cubicBezTo>
                      <a:pt x="201759" y="173002"/>
                      <a:pt x="193075" y="110422"/>
                      <a:pt x="190306" y="102116"/>
                    </a:cubicBezTo>
                    <a:lnTo>
                      <a:pt x="181023" y="74266"/>
                    </a:lnTo>
                    <a:cubicBezTo>
                      <a:pt x="179476" y="69625"/>
                      <a:pt x="179840" y="63802"/>
                      <a:pt x="176381" y="60342"/>
                    </a:cubicBezTo>
                    <a:lnTo>
                      <a:pt x="167098" y="51058"/>
                    </a:lnTo>
                    <a:cubicBezTo>
                      <a:pt x="165551" y="46416"/>
                      <a:pt x="165512" y="40954"/>
                      <a:pt x="162456" y="37133"/>
                    </a:cubicBezTo>
                    <a:cubicBezTo>
                      <a:pt x="158971" y="32777"/>
                      <a:pt x="152888" y="31335"/>
                      <a:pt x="148532" y="27850"/>
                    </a:cubicBezTo>
                    <a:cubicBezTo>
                      <a:pt x="145115" y="25116"/>
                      <a:pt x="142749" y="21193"/>
                      <a:pt x="139248" y="18567"/>
                    </a:cubicBezTo>
                    <a:cubicBezTo>
                      <a:pt x="130322" y="11873"/>
                      <a:pt x="111399" y="0"/>
                      <a:pt x="111399" y="0"/>
                    </a:cubicBezTo>
                    <a:cubicBezTo>
                      <a:pt x="106276" y="640"/>
                      <a:pt x="71640" y="2505"/>
                      <a:pt x="60341" y="9284"/>
                    </a:cubicBezTo>
                    <a:cubicBezTo>
                      <a:pt x="56588" y="11536"/>
                      <a:pt x="54474" y="15833"/>
                      <a:pt x="51057" y="18567"/>
                    </a:cubicBezTo>
                    <a:cubicBezTo>
                      <a:pt x="46701" y="22052"/>
                      <a:pt x="41774" y="24756"/>
                      <a:pt x="37133" y="27850"/>
                    </a:cubicBezTo>
                    <a:cubicBezTo>
                      <a:pt x="22420" y="49917"/>
                      <a:pt x="29614" y="36481"/>
                      <a:pt x="18566" y="69625"/>
                    </a:cubicBezTo>
                    <a:lnTo>
                      <a:pt x="13924" y="83550"/>
                    </a:lnTo>
                    <a:lnTo>
                      <a:pt x="9283" y="97475"/>
                    </a:lnTo>
                    <a:cubicBezTo>
                      <a:pt x="7736" y="111400"/>
                      <a:pt x="9071" y="125958"/>
                      <a:pt x="4641" y="139249"/>
                    </a:cubicBezTo>
                    <a:cubicBezTo>
                      <a:pt x="3094" y="143891"/>
                      <a:pt x="0" y="120431"/>
                      <a:pt x="0" y="125324"/>
                    </a:cubicBezTo>
                    <a:cubicBezTo>
                      <a:pt x="0" y="177504"/>
                      <a:pt x="1892" y="166331"/>
                      <a:pt x="9283" y="199590"/>
                    </a:cubicBezTo>
                    <a:cubicBezTo>
                      <a:pt x="14071" y="221138"/>
                      <a:pt x="12903" y="221546"/>
                      <a:pt x="18566" y="241365"/>
                    </a:cubicBezTo>
                    <a:cubicBezTo>
                      <a:pt x="19910" y="246070"/>
                      <a:pt x="21864" y="250585"/>
                      <a:pt x="23208" y="255290"/>
                    </a:cubicBezTo>
                    <a:cubicBezTo>
                      <a:pt x="24960" y="261424"/>
                      <a:pt x="26097" y="267722"/>
                      <a:pt x="27849" y="273856"/>
                    </a:cubicBezTo>
                    <a:cubicBezTo>
                      <a:pt x="29193" y="278561"/>
                      <a:pt x="31391" y="283014"/>
                      <a:pt x="32491" y="287781"/>
                    </a:cubicBezTo>
                    <a:cubicBezTo>
                      <a:pt x="36039" y="303155"/>
                      <a:pt x="36785" y="319228"/>
                      <a:pt x="41774" y="334197"/>
                    </a:cubicBezTo>
                    <a:cubicBezTo>
                      <a:pt x="44868" y="343480"/>
                      <a:pt x="44137" y="355128"/>
                      <a:pt x="51057" y="362047"/>
                    </a:cubicBezTo>
                    <a:lnTo>
                      <a:pt x="60341" y="371330"/>
                    </a:lnTo>
                    <a:cubicBezTo>
                      <a:pt x="73486" y="410772"/>
                      <a:pt x="55153" y="362684"/>
                      <a:pt x="74266" y="394539"/>
                    </a:cubicBezTo>
                    <a:cubicBezTo>
                      <a:pt x="92345" y="424670"/>
                      <a:pt x="64665" y="394220"/>
                      <a:pt x="88190" y="417747"/>
                    </a:cubicBezTo>
                    <a:cubicBezTo>
                      <a:pt x="91285" y="427030"/>
                      <a:pt x="92046" y="437454"/>
                      <a:pt x="97474" y="445596"/>
                    </a:cubicBezTo>
                    <a:cubicBezTo>
                      <a:pt x="126038" y="488444"/>
                      <a:pt x="89591" y="435743"/>
                      <a:pt x="116040" y="468805"/>
                    </a:cubicBezTo>
                    <a:cubicBezTo>
                      <a:pt x="119525" y="473161"/>
                      <a:pt x="121838" y="478373"/>
                      <a:pt x="125323" y="482729"/>
                    </a:cubicBezTo>
                    <a:cubicBezTo>
                      <a:pt x="132883" y="492179"/>
                      <a:pt x="138191" y="494402"/>
                      <a:pt x="148532" y="501296"/>
                    </a:cubicBezTo>
                    <a:cubicBezTo>
                      <a:pt x="153434" y="516003"/>
                      <a:pt x="152173" y="516293"/>
                      <a:pt x="162456" y="529146"/>
                    </a:cubicBezTo>
                    <a:cubicBezTo>
                      <a:pt x="165190" y="532563"/>
                      <a:pt x="169006" y="535012"/>
                      <a:pt x="171740" y="538429"/>
                    </a:cubicBezTo>
                    <a:cubicBezTo>
                      <a:pt x="175225" y="542785"/>
                      <a:pt x="177078" y="548409"/>
                      <a:pt x="181023" y="552354"/>
                    </a:cubicBezTo>
                    <a:cubicBezTo>
                      <a:pt x="190020" y="561351"/>
                      <a:pt x="197549" y="562504"/>
                      <a:pt x="208873" y="566279"/>
                    </a:cubicBezTo>
                    <a:cubicBezTo>
                      <a:pt x="215062" y="564732"/>
                      <a:pt x="221212" y="563021"/>
                      <a:pt x="227439" y="561637"/>
                    </a:cubicBezTo>
                    <a:cubicBezTo>
                      <a:pt x="235140" y="559925"/>
                      <a:pt x="243036" y="559071"/>
                      <a:pt x="250647" y="556995"/>
                    </a:cubicBezTo>
                    <a:cubicBezTo>
                      <a:pt x="260088" y="554420"/>
                      <a:pt x="269004" y="550085"/>
                      <a:pt x="278497" y="547712"/>
                    </a:cubicBezTo>
                    <a:cubicBezTo>
                      <a:pt x="284686" y="546165"/>
                      <a:pt x="303443" y="543070"/>
                      <a:pt x="297064" y="543070"/>
                    </a:cubicBezTo>
                    <a:cubicBezTo>
                      <a:pt x="287653" y="543070"/>
                      <a:pt x="278497" y="546165"/>
                      <a:pt x="269214" y="547712"/>
                    </a:cubicBezTo>
                    <a:cubicBezTo>
                      <a:pt x="267260" y="550644"/>
                      <a:pt x="252887" y="569557"/>
                      <a:pt x="255289" y="575562"/>
                    </a:cubicBezTo>
                    <a:cubicBezTo>
                      <a:pt x="257361" y="580742"/>
                      <a:pt x="264224" y="582350"/>
                      <a:pt x="269214" y="584845"/>
                    </a:cubicBezTo>
                    <a:cubicBezTo>
                      <a:pt x="307648" y="604062"/>
                      <a:pt x="257157" y="572166"/>
                      <a:pt x="297064" y="598770"/>
                    </a:cubicBezTo>
                    <a:cubicBezTo>
                      <a:pt x="308728" y="633768"/>
                      <a:pt x="291637" y="591988"/>
                      <a:pt x="315630" y="621978"/>
                    </a:cubicBezTo>
                    <a:cubicBezTo>
                      <a:pt x="318687" y="625799"/>
                      <a:pt x="317896" y="631626"/>
                      <a:pt x="320272" y="635903"/>
                    </a:cubicBezTo>
                    <a:cubicBezTo>
                      <a:pt x="325690" y="645656"/>
                      <a:pt x="335310" y="653168"/>
                      <a:pt x="338838" y="663753"/>
                    </a:cubicBezTo>
                    <a:lnTo>
                      <a:pt x="352763" y="705527"/>
                    </a:lnTo>
                    <a:cubicBezTo>
                      <a:pt x="354310" y="710169"/>
                      <a:pt x="354691" y="715381"/>
                      <a:pt x="357405" y="719452"/>
                    </a:cubicBezTo>
                    <a:cubicBezTo>
                      <a:pt x="360499" y="724094"/>
                      <a:pt x="364422" y="728279"/>
                      <a:pt x="366688" y="733377"/>
                    </a:cubicBezTo>
                    <a:cubicBezTo>
                      <a:pt x="370662" y="742319"/>
                      <a:pt x="372877" y="751944"/>
                      <a:pt x="375971" y="761227"/>
                    </a:cubicBezTo>
                    <a:cubicBezTo>
                      <a:pt x="377518" y="765869"/>
                      <a:pt x="377899" y="771081"/>
                      <a:pt x="380613" y="775152"/>
                    </a:cubicBezTo>
                    <a:cubicBezTo>
                      <a:pt x="392610" y="793148"/>
                      <a:pt x="388132" y="783785"/>
                      <a:pt x="394538" y="803001"/>
                    </a:cubicBezTo>
                    <a:cubicBezTo>
                      <a:pt x="396249" y="814981"/>
                      <a:pt x="397339" y="836453"/>
                      <a:pt x="403821" y="849418"/>
                    </a:cubicBezTo>
                    <a:cubicBezTo>
                      <a:pt x="406316" y="854408"/>
                      <a:pt x="410010" y="858701"/>
                      <a:pt x="413104" y="863343"/>
                    </a:cubicBezTo>
                    <a:cubicBezTo>
                      <a:pt x="414651" y="881909"/>
                      <a:pt x="414683" y="900665"/>
                      <a:pt x="417746" y="919042"/>
                    </a:cubicBezTo>
                    <a:cubicBezTo>
                      <a:pt x="419355" y="928694"/>
                      <a:pt x="423935" y="937609"/>
                      <a:pt x="427029" y="946892"/>
                    </a:cubicBezTo>
                    <a:lnTo>
                      <a:pt x="436312" y="974742"/>
                    </a:lnTo>
                    <a:lnTo>
                      <a:pt x="440954" y="988666"/>
                    </a:lnTo>
                    <a:cubicBezTo>
                      <a:pt x="442501" y="993308"/>
                      <a:pt x="442136" y="999131"/>
                      <a:pt x="445596" y="1002591"/>
                    </a:cubicBezTo>
                    <a:lnTo>
                      <a:pt x="454879" y="1011875"/>
                    </a:lnTo>
                    <a:cubicBezTo>
                      <a:pt x="456426" y="1016516"/>
                      <a:pt x="458176" y="1021095"/>
                      <a:pt x="459520" y="1025799"/>
                    </a:cubicBezTo>
                    <a:cubicBezTo>
                      <a:pt x="461503" y="1032741"/>
                      <a:pt x="465094" y="1050871"/>
                      <a:pt x="468804" y="1058291"/>
                    </a:cubicBezTo>
                    <a:cubicBezTo>
                      <a:pt x="471299" y="1063281"/>
                      <a:pt x="475821" y="1067118"/>
                      <a:pt x="478087" y="1072216"/>
                    </a:cubicBezTo>
                    <a:cubicBezTo>
                      <a:pt x="482061" y="1081158"/>
                      <a:pt x="484276" y="1090782"/>
                      <a:pt x="487370" y="1100065"/>
                    </a:cubicBezTo>
                    <a:cubicBezTo>
                      <a:pt x="488917" y="1104707"/>
                      <a:pt x="488552" y="1110530"/>
                      <a:pt x="492012" y="1113990"/>
                    </a:cubicBezTo>
                    <a:lnTo>
                      <a:pt x="501295" y="1123274"/>
                    </a:lnTo>
                    <a:cubicBezTo>
                      <a:pt x="499748" y="1127915"/>
                      <a:pt x="496113" y="1132335"/>
                      <a:pt x="496653" y="1137198"/>
                    </a:cubicBezTo>
                    <a:cubicBezTo>
                      <a:pt x="497734" y="1146924"/>
                      <a:pt x="502843" y="1155765"/>
                      <a:pt x="505937" y="1165048"/>
                    </a:cubicBezTo>
                    <a:lnTo>
                      <a:pt x="510578" y="1178973"/>
                    </a:lnTo>
                    <a:cubicBezTo>
                      <a:pt x="512125" y="1183615"/>
                      <a:pt x="514033" y="1188151"/>
                      <a:pt x="515220" y="1192898"/>
                    </a:cubicBezTo>
                    <a:cubicBezTo>
                      <a:pt x="516767" y="1199087"/>
                      <a:pt x="517349" y="1205601"/>
                      <a:pt x="519862" y="1211464"/>
                    </a:cubicBezTo>
                    <a:cubicBezTo>
                      <a:pt x="522060" y="1216591"/>
                      <a:pt x="526051" y="1220747"/>
                      <a:pt x="529145" y="1225389"/>
                    </a:cubicBezTo>
                    <a:cubicBezTo>
                      <a:pt x="530692" y="1230031"/>
                      <a:pt x="531269" y="1235119"/>
                      <a:pt x="533786" y="1239314"/>
                    </a:cubicBezTo>
                    <a:cubicBezTo>
                      <a:pt x="536038" y="1243067"/>
                      <a:pt x="541113" y="1244683"/>
                      <a:pt x="543070" y="1248597"/>
                    </a:cubicBezTo>
                    <a:cubicBezTo>
                      <a:pt x="547446" y="1257349"/>
                      <a:pt x="549259" y="1267164"/>
                      <a:pt x="552353" y="1276447"/>
                    </a:cubicBezTo>
                    <a:cubicBezTo>
                      <a:pt x="553900" y="1281089"/>
                      <a:pt x="552924" y="1287658"/>
                      <a:pt x="556995" y="1290372"/>
                    </a:cubicBezTo>
                    <a:lnTo>
                      <a:pt x="570919" y="1299655"/>
                    </a:lnTo>
                    <a:cubicBezTo>
                      <a:pt x="569372" y="1312033"/>
                      <a:pt x="565389" y="1324346"/>
                      <a:pt x="566278" y="1336788"/>
                    </a:cubicBezTo>
                    <a:cubicBezTo>
                      <a:pt x="566975" y="1346549"/>
                      <a:pt x="572467" y="1355355"/>
                      <a:pt x="575561" y="1364638"/>
                    </a:cubicBezTo>
                    <a:cubicBezTo>
                      <a:pt x="577108" y="1369280"/>
                      <a:pt x="577489" y="1374492"/>
                      <a:pt x="580203" y="1378563"/>
                    </a:cubicBezTo>
                    <a:cubicBezTo>
                      <a:pt x="583297" y="1383205"/>
                      <a:pt x="586991" y="1387498"/>
                      <a:pt x="589486" y="1392488"/>
                    </a:cubicBezTo>
                    <a:cubicBezTo>
                      <a:pt x="591674" y="1396864"/>
                      <a:pt x="591192" y="1402499"/>
                      <a:pt x="594128" y="1406413"/>
                    </a:cubicBezTo>
                    <a:cubicBezTo>
                      <a:pt x="600692" y="1415165"/>
                      <a:pt x="611268" y="1420518"/>
                      <a:pt x="617336" y="1429621"/>
                    </a:cubicBezTo>
                    <a:cubicBezTo>
                      <a:pt x="629333" y="1447617"/>
                      <a:pt x="621327" y="1441782"/>
                      <a:pt x="640544" y="1448187"/>
                    </a:cubicBezTo>
                    <a:cubicBezTo>
                      <a:pt x="645186" y="1451281"/>
                      <a:pt x="650113" y="1460955"/>
                      <a:pt x="654469" y="1457470"/>
                    </a:cubicBezTo>
                    <a:cubicBezTo>
                      <a:pt x="658000" y="1454645"/>
                      <a:pt x="666444" y="1418853"/>
                      <a:pt x="668394" y="1411054"/>
                    </a:cubicBezTo>
                    <a:cubicBezTo>
                      <a:pt x="666847" y="1397129"/>
                      <a:pt x="665734" y="1383150"/>
                      <a:pt x="663752" y="1369280"/>
                    </a:cubicBezTo>
                    <a:cubicBezTo>
                      <a:pt x="657613" y="1326309"/>
                      <a:pt x="661222" y="1364648"/>
                      <a:pt x="654469" y="1327505"/>
                    </a:cubicBezTo>
                    <a:cubicBezTo>
                      <a:pt x="651280" y="1309967"/>
                      <a:pt x="651107" y="1293226"/>
                      <a:pt x="645185" y="1276447"/>
                    </a:cubicBezTo>
                    <a:cubicBezTo>
                      <a:pt x="638013" y="1256126"/>
                      <a:pt x="621977" y="1216106"/>
                      <a:pt x="621977" y="1216106"/>
                    </a:cubicBezTo>
                    <a:cubicBezTo>
                      <a:pt x="612544" y="1168935"/>
                      <a:pt x="622208" y="1212268"/>
                      <a:pt x="612694" y="1178973"/>
                    </a:cubicBezTo>
                    <a:cubicBezTo>
                      <a:pt x="610941" y="1172839"/>
                      <a:pt x="609885" y="1166517"/>
                      <a:pt x="608052" y="1160407"/>
                    </a:cubicBezTo>
                    <a:cubicBezTo>
                      <a:pt x="605240" y="1151034"/>
                      <a:pt x="598769" y="1132557"/>
                      <a:pt x="598769" y="1132557"/>
                    </a:cubicBezTo>
                    <a:cubicBezTo>
                      <a:pt x="600316" y="1095424"/>
                      <a:pt x="600763" y="1058229"/>
                      <a:pt x="603411" y="1021158"/>
                    </a:cubicBezTo>
                    <a:cubicBezTo>
                      <a:pt x="603866" y="1014795"/>
                      <a:pt x="608052" y="1008970"/>
                      <a:pt x="608052" y="1002591"/>
                    </a:cubicBezTo>
                    <a:cubicBezTo>
                      <a:pt x="608052" y="985438"/>
                      <a:pt x="601708" y="983364"/>
                      <a:pt x="594128" y="970100"/>
                    </a:cubicBezTo>
                    <a:cubicBezTo>
                      <a:pt x="586454" y="956670"/>
                      <a:pt x="580989" y="942799"/>
                      <a:pt x="575561" y="928325"/>
                    </a:cubicBezTo>
                    <a:cubicBezTo>
                      <a:pt x="570712" y="915395"/>
                      <a:pt x="568189" y="905526"/>
                      <a:pt x="566278" y="891192"/>
                    </a:cubicBezTo>
                    <a:cubicBezTo>
                      <a:pt x="564223" y="875779"/>
                      <a:pt x="563110" y="860255"/>
                      <a:pt x="561636" y="844776"/>
                    </a:cubicBezTo>
                    <a:cubicBezTo>
                      <a:pt x="560016" y="827763"/>
                      <a:pt x="559660" y="810598"/>
                      <a:pt x="556995" y="793718"/>
                    </a:cubicBezTo>
                    <a:cubicBezTo>
                      <a:pt x="555005" y="781115"/>
                      <a:pt x="554788" y="767201"/>
                      <a:pt x="547711" y="756585"/>
                    </a:cubicBezTo>
                    <a:cubicBezTo>
                      <a:pt x="541522" y="747302"/>
                      <a:pt x="534135" y="738714"/>
                      <a:pt x="529145" y="728735"/>
                    </a:cubicBezTo>
                    <a:cubicBezTo>
                      <a:pt x="517367" y="705179"/>
                      <a:pt x="523700" y="715926"/>
                      <a:pt x="510578" y="696244"/>
                    </a:cubicBezTo>
                    <a:cubicBezTo>
                      <a:pt x="507484" y="686961"/>
                      <a:pt x="506723" y="676536"/>
                      <a:pt x="501295" y="668394"/>
                    </a:cubicBezTo>
                    <a:cubicBezTo>
                      <a:pt x="498201" y="663752"/>
                      <a:pt x="494507" y="659459"/>
                      <a:pt x="492012" y="654469"/>
                    </a:cubicBezTo>
                    <a:cubicBezTo>
                      <a:pt x="482130" y="634705"/>
                      <a:pt x="494047" y="645241"/>
                      <a:pt x="478087" y="626620"/>
                    </a:cubicBezTo>
                    <a:cubicBezTo>
                      <a:pt x="472391" y="619975"/>
                      <a:pt x="464375" y="615336"/>
                      <a:pt x="459520" y="608053"/>
                    </a:cubicBezTo>
                    <a:cubicBezTo>
                      <a:pt x="454758" y="600910"/>
                      <a:pt x="438580" y="572696"/>
                      <a:pt x="427029" y="566279"/>
                    </a:cubicBezTo>
                    <a:cubicBezTo>
                      <a:pt x="393050" y="547402"/>
                      <a:pt x="402242" y="569338"/>
                      <a:pt x="371330" y="538429"/>
                    </a:cubicBezTo>
                    <a:cubicBezTo>
                      <a:pt x="368235" y="535335"/>
                      <a:pt x="365547" y="531772"/>
                      <a:pt x="362046" y="529146"/>
                    </a:cubicBezTo>
                    <a:cubicBezTo>
                      <a:pt x="353120" y="522452"/>
                      <a:pt x="342087" y="518468"/>
                      <a:pt x="334197" y="510579"/>
                    </a:cubicBezTo>
                    <a:cubicBezTo>
                      <a:pt x="331102" y="507485"/>
                      <a:pt x="327647" y="504713"/>
                      <a:pt x="324913" y="501296"/>
                    </a:cubicBezTo>
                    <a:cubicBezTo>
                      <a:pt x="321428" y="496940"/>
                      <a:pt x="319575" y="491316"/>
                      <a:pt x="315630" y="487371"/>
                    </a:cubicBezTo>
                    <a:cubicBezTo>
                      <a:pt x="311685" y="483426"/>
                      <a:pt x="306347" y="481182"/>
                      <a:pt x="301705" y="478088"/>
                    </a:cubicBezTo>
                    <a:cubicBezTo>
                      <a:pt x="280712" y="446597"/>
                      <a:pt x="291029" y="458127"/>
                      <a:pt x="273855" y="440955"/>
                    </a:cubicBezTo>
                    <a:cubicBezTo>
                      <a:pt x="272308" y="436313"/>
                      <a:pt x="271402" y="431406"/>
                      <a:pt x="269214" y="427030"/>
                    </a:cubicBezTo>
                    <a:cubicBezTo>
                      <a:pt x="266719" y="422040"/>
                      <a:pt x="262699" y="417948"/>
                      <a:pt x="259931" y="413105"/>
                    </a:cubicBezTo>
                    <a:cubicBezTo>
                      <a:pt x="256498" y="407097"/>
                      <a:pt x="253742" y="400728"/>
                      <a:pt x="250647" y="394539"/>
                    </a:cubicBezTo>
                    <a:cubicBezTo>
                      <a:pt x="243631" y="366472"/>
                      <a:pt x="248026" y="382034"/>
                      <a:pt x="236722" y="348122"/>
                    </a:cubicBezTo>
                    <a:cubicBezTo>
                      <a:pt x="235175" y="343480"/>
                      <a:pt x="234269" y="338573"/>
                      <a:pt x="232081" y="334197"/>
                    </a:cubicBezTo>
                    <a:cubicBezTo>
                      <a:pt x="223831" y="317696"/>
                      <a:pt x="217336" y="306896"/>
                      <a:pt x="213514" y="287781"/>
                    </a:cubicBezTo>
                    <a:cubicBezTo>
                      <a:pt x="211967" y="280045"/>
                      <a:pt x="209267" y="272452"/>
                      <a:pt x="208873" y="264573"/>
                    </a:cubicBezTo>
                    <a:cubicBezTo>
                      <a:pt x="207714" y="241394"/>
                      <a:pt x="208873" y="218157"/>
                      <a:pt x="204231" y="19030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9F19DE69-E07C-8649-AFC8-D44787EA8382}"/>
                  </a:ext>
                </a:extLst>
              </p:cNvPr>
              <p:cNvSpPr/>
              <p:nvPr/>
            </p:nvSpPr>
            <p:spPr>
              <a:xfrm>
                <a:off x="1128553" y="2726204"/>
                <a:ext cx="224609" cy="381099"/>
              </a:xfrm>
              <a:custGeom>
                <a:avLst/>
                <a:gdLst>
                  <a:gd name="connsiteX0" fmla="*/ 101978 w 224609"/>
                  <a:gd name="connsiteY0" fmla="*/ 0 h 381099"/>
                  <a:gd name="connsiteX1" fmla="*/ 78183 w 224609"/>
                  <a:gd name="connsiteY1" fmla="*/ 3399 h 381099"/>
                  <a:gd name="connsiteX2" fmla="*/ 23795 w 224609"/>
                  <a:gd name="connsiteY2" fmla="*/ 10197 h 381099"/>
                  <a:gd name="connsiteX3" fmla="*/ 16996 w 224609"/>
                  <a:gd name="connsiteY3" fmla="*/ 20395 h 381099"/>
                  <a:gd name="connsiteX4" fmla="*/ 0 w 224609"/>
                  <a:gd name="connsiteY4" fmla="*/ 33992 h 381099"/>
                  <a:gd name="connsiteX5" fmla="*/ 3399 w 224609"/>
                  <a:gd name="connsiteY5" fmla="*/ 47589 h 381099"/>
                  <a:gd name="connsiteX6" fmla="*/ 57788 w 224609"/>
                  <a:gd name="connsiteY6" fmla="*/ 64586 h 381099"/>
                  <a:gd name="connsiteX7" fmla="*/ 78183 w 224609"/>
                  <a:gd name="connsiteY7" fmla="*/ 71384 h 381099"/>
                  <a:gd name="connsiteX8" fmla="*/ 95179 w 224609"/>
                  <a:gd name="connsiteY8" fmla="*/ 91780 h 381099"/>
                  <a:gd name="connsiteX9" fmla="*/ 118974 w 224609"/>
                  <a:gd name="connsiteY9" fmla="*/ 118974 h 381099"/>
                  <a:gd name="connsiteX10" fmla="*/ 125773 w 224609"/>
                  <a:gd name="connsiteY10" fmla="*/ 139369 h 381099"/>
                  <a:gd name="connsiteX11" fmla="*/ 132571 w 224609"/>
                  <a:gd name="connsiteY11" fmla="*/ 149567 h 381099"/>
                  <a:gd name="connsiteX12" fmla="*/ 139370 w 224609"/>
                  <a:gd name="connsiteY12" fmla="*/ 173362 h 381099"/>
                  <a:gd name="connsiteX13" fmla="*/ 149567 w 224609"/>
                  <a:gd name="connsiteY13" fmla="*/ 203955 h 381099"/>
                  <a:gd name="connsiteX14" fmla="*/ 159765 w 224609"/>
                  <a:gd name="connsiteY14" fmla="*/ 234548 h 381099"/>
                  <a:gd name="connsiteX15" fmla="*/ 163164 w 224609"/>
                  <a:gd name="connsiteY15" fmla="*/ 244746 h 381099"/>
                  <a:gd name="connsiteX16" fmla="*/ 176761 w 224609"/>
                  <a:gd name="connsiteY16" fmla="*/ 265142 h 381099"/>
                  <a:gd name="connsiteX17" fmla="*/ 183560 w 224609"/>
                  <a:gd name="connsiteY17" fmla="*/ 285537 h 381099"/>
                  <a:gd name="connsiteX18" fmla="*/ 186959 w 224609"/>
                  <a:gd name="connsiteY18" fmla="*/ 295735 h 381099"/>
                  <a:gd name="connsiteX19" fmla="*/ 193758 w 224609"/>
                  <a:gd name="connsiteY19" fmla="*/ 305933 h 381099"/>
                  <a:gd name="connsiteX20" fmla="*/ 197157 w 224609"/>
                  <a:gd name="connsiteY20" fmla="*/ 343325 h 381099"/>
                  <a:gd name="connsiteX21" fmla="*/ 200556 w 224609"/>
                  <a:gd name="connsiteY21" fmla="*/ 370519 h 381099"/>
                  <a:gd name="connsiteX22" fmla="*/ 203956 w 224609"/>
                  <a:gd name="connsiteY22" fmla="*/ 380716 h 381099"/>
                  <a:gd name="connsiteX23" fmla="*/ 214153 w 224609"/>
                  <a:gd name="connsiteY23" fmla="*/ 377317 h 381099"/>
                  <a:gd name="connsiteX24" fmla="*/ 217553 w 224609"/>
                  <a:gd name="connsiteY24" fmla="*/ 312731 h 381099"/>
                  <a:gd name="connsiteX25" fmla="*/ 210754 w 224609"/>
                  <a:gd name="connsiteY25" fmla="*/ 292336 h 381099"/>
                  <a:gd name="connsiteX26" fmla="*/ 203956 w 224609"/>
                  <a:gd name="connsiteY26" fmla="*/ 282138 h 381099"/>
                  <a:gd name="connsiteX27" fmla="*/ 197157 w 224609"/>
                  <a:gd name="connsiteY27" fmla="*/ 261742 h 381099"/>
                  <a:gd name="connsiteX28" fmla="*/ 193758 w 224609"/>
                  <a:gd name="connsiteY28" fmla="*/ 251545 h 381099"/>
                  <a:gd name="connsiteX29" fmla="*/ 186959 w 224609"/>
                  <a:gd name="connsiteY29" fmla="*/ 241347 h 381099"/>
                  <a:gd name="connsiteX30" fmla="*/ 176761 w 224609"/>
                  <a:gd name="connsiteY30" fmla="*/ 220951 h 381099"/>
                  <a:gd name="connsiteX31" fmla="*/ 169963 w 224609"/>
                  <a:gd name="connsiteY31" fmla="*/ 200556 h 381099"/>
                  <a:gd name="connsiteX32" fmla="*/ 156366 w 224609"/>
                  <a:gd name="connsiteY32" fmla="*/ 159765 h 381099"/>
                  <a:gd name="connsiteX33" fmla="*/ 149567 w 224609"/>
                  <a:gd name="connsiteY33" fmla="*/ 139369 h 381099"/>
                  <a:gd name="connsiteX34" fmla="*/ 146168 w 224609"/>
                  <a:gd name="connsiteY34" fmla="*/ 129171 h 381099"/>
                  <a:gd name="connsiteX35" fmla="*/ 139370 w 224609"/>
                  <a:gd name="connsiteY35" fmla="*/ 115574 h 381099"/>
                  <a:gd name="connsiteX36" fmla="*/ 129172 w 224609"/>
                  <a:gd name="connsiteY36" fmla="*/ 84981 h 381099"/>
                  <a:gd name="connsiteX37" fmla="*/ 115575 w 224609"/>
                  <a:gd name="connsiteY37" fmla="*/ 44190 h 381099"/>
                  <a:gd name="connsiteX38" fmla="*/ 108776 w 224609"/>
                  <a:gd name="connsiteY38" fmla="*/ 23795 h 381099"/>
                  <a:gd name="connsiteX39" fmla="*/ 101978 w 224609"/>
                  <a:gd name="connsiteY39" fmla="*/ 0 h 381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224609" h="381099">
                    <a:moveTo>
                      <a:pt x="101978" y="0"/>
                    </a:moveTo>
                    <a:cubicBezTo>
                      <a:pt x="94046" y="1133"/>
                      <a:pt x="86155" y="2602"/>
                      <a:pt x="78183" y="3399"/>
                    </a:cubicBezTo>
                    <a:cubicBezTo>
                      <a:pt x="25697" y="8647"/>
                      <a:pt x="49154" y="1745"/>
                      <a:pt x="23795" y="10197"/>
                    </a:cubicBezTo>
                    <a:cubicBezTo>
                      <a:pt x="21529" y="13596"/>
                      <a:pt x="20186" y="17843"/>
                      <a:pt x="16996" y="20395"/>
                    </a:cubicBezTo>
                    <a:cubicBezTo>
                      <a:pt x="-6462" y="39163"/>
                      <a:pt x="19487" y="4765"/>
                      <a:pt x="0" y="33992"/>
                    </a:cubicBezTo>
                    <a:cubicBezTo>
                      <a:pt x="1133" y="38524"/>
                      <a:pt x="323" y="44073"/>
                      <a:pt x="3399" y="47589"/>
                    </a:cubicBezTo>
                    <a:cubicBezTo>
                      <a:pt x="19630" y="66138"/>
                      <a:pt x="34675" y="62274"/>
                      <a:pt x="57788" y="64586"/>
                    </a:cubicBezTo>
                    <a:cubicBezTo>
                      <a:pt x="64586" y="66852"/>
                      <a:pt x="74208" y="65422"/>
                      <a:pt x="78183" y="71384"/>
                    </a:cubicBezTo>
                    <a:cubicBezTo>
                      <a:pt x="102481" y="107829"/>
                      <a:pt x="64641" y="52516"/>
                      <a:pt x="95179" y="91780"/>
                    </a:cubicBezTo>
                    <a:cubicBezTo>
                      <a:pt x="116532" y="119234"/>
                      <a:pt x="99233" y="105813"/>
                      <a:pt x="118974" y="118974"/>
                    </a:cubicBezTo>
                    <a:cubicBezTo>
                      <a:pt x="121240" y="125772"/>
                      <a:pt x="121798" y="133406"/>
                      <a:pt x="125773" y="139369"/>
                    </a:cubicBezTo>
                    <a:cubicBezTo>
                      <a:pt x="128039" y="142768"/>
                      <a:pt x="130744" y="145913"/>
                      <a:pt x="132571" y="149567"/>
                    </a:cubicBezTo>
                    <a:cubicBezTo>
                      <a:pt x="135425" y="155275"/>
                      <a:pt x="137738" y="167922"/>
                      <a:pt x="139370" y="173362"/>
                    </a:cubicBezTo>
                    <a:cubicBezTo>
                      <a:pt x="142459" y="183658"/>
                      <a:pt x="146168" y="193757"/>
                      <a:pt x="149567" y="203955"/>
                    </a:cubicBezTo>
                    <a:lnTo>
                      <a:pt x="159765" y="234548"/>
                    </a:lnTo>
                    <a:cubicBezTo>
                      <a:pt x="160898" y="237947"/>
                      <a:pt x="161176" y="241765"/>
                      <a:pt x="163164" y="244746"/>
                    </a:cubicBezTo>
                    <a:cubicBezTo>
                      <a:pt x="167696" y="251545"/>
                      <a:pt x="174177" y="257390"/>
                      <a:pt x="176761" y="265142"/>
                    </a:cubicBezTo>
                    <a:lnTo>
                      <a:pt x="183560" y="285537"/>
                    </a:lnTo>
                    <a:cubicBezTo>
                      <a:pt x="184693" y="288936"/>
                      <a:pt x="184971" y="292754"/>
                      <a:pt x="186959" y="295735"/>
                    </a:cubicBezTo>
                    <a:lnTo>
                      <a:pt x="193758" y="305933"/>
                    </a:lnTo>
                    <a:cubicBezTo>
                      <a:pt x="202383" y="331809"/>
                      <a:pt x="201961" y="319301"/>
                      <a:pt x="197157" y="343325"/>
                    </a:cubicBezTo>
                    <a:cubicBezTo>
                      <a:pt x="198290" y="352390"/>
                      <a:pt x="198922" y="361531"/>
                      <a:pt x="200556" y="370519"/>
                    </a:cubicBezTo>
                    <a:cubicBezTo>
                      <a:pt x="201197" y="374044"/>
                      <a:pt x="200751" y="379114"/>
                      <a:pt x="203956" y="380716"/>
                    </a:cubicBezTo>
                    <a:cubicBezTo>
                      <a:pt x="207161" y="382318"/>
                      <a:pt x="210754" y="378450"/>
                      <a:pt x="214153" y="377317"/>
                    </a:cubicBezTo>
                    <a:cubicBezTo>
                      <a:pt x="230222" y="353215"/>
                      <a:pt x="224792" y="365818"/>
                      <a:pt x="217553" y="312731"/>
                    </a:cubicBezTo>
                    <a:cubicBezTo>
                      <a:pt x="216585" y="305631"/>
                      <a:pt x="214729" y="298299"/>
                      <a:pt x="210754" y="292336"/>
                    </a:cubicBezTo>
                    <a:cubicBezTo>
                      <a:pt x="208488" y="288937"/>
                      <a:pt x="205615" y="285871"/>
                      <a:pt x="203956" y="282138"/>
                    </a:cubicBezTo>
                    <a:cubicBezTo>
                      <a:pt x="201045" y="275589"/>
                      <a:pt x="199423" y="268541"/>
                      <a:pt x="197157" y="261742"/>
                    </a:cubicBezTo>
                    <a:cubicBezTo>
                      <a:pt x="196024" y="258343"/>
                      <a:pt x="195745" y="254526"/>
                      <a:pt x="193758" y="251545"/>
                    </a:cubicBezTo>
                    <a:lnTo>
                      <a:pt x="186959" y="241347"/>
                    </a:lnTo>
                    <a:cubicBezTo>
                      <a:pt x="174565" y="204160"/>
                      <a:pt x="194331" y="260484"/>
                      <a:pt x="176761" y="220951"/>
                    </a:cubicBezTo>
                    <a:cubicBezTo>
                      <a:pt x="173851" y="214403"/>
                      <a:pt x="172229" y="207354"/>
                      <a:pt x="169963" y="200556"/>
                    </a:cubicBezTo>
                    <a:lnTo>
                      <a:pt x="156366" y="159765"/>
                    </a:lnTo>
                    <a:lnTo>
                      <a:pt x="149567" y="139369"/>
                    </a:lnTo>
                    <a:cubicBezTo>
                      <a:pt x="148434" y="135970"/>
                      <a:pt x="147770" y="132376"/>
                      <a:pt x="146168" y="129171"/>
                    </a:cubicBezTo>
                    <a:cubicBezTo>
                      <a:pt x="143902" y="124639"/>
                      <a:pt x="141252" y="120279"/>
                      <a:pt x="139370" y="115574"/>
                    </a:cubicBezTo>
                    <a:cubicBezTo>
                      <a:pt x="139361" y="115551"/>
                      <a:pt x="130875" y="90092"/>
                      <a:pt x="129172" y="84981"/>
                    </a:cubicBezTo>
                    <a:lnTo>
                      <a:pt x="115575" y="44190"/>
                    </a:lnTo>
                    <a:lnTo>
                      <a:pt x="108776" y="23795"/>
                    </a:lnTo>
                    <a:lnTo>
                      <a:pt x="101978" y="0"/>
                    </a:lnTo>
                    <a:close/>
                  </a:path>
                </a:pathLst>
              </a:custGeom>
              <a:solidFill>
                <a:schemeClr val="bg1"/>
              </a:solidFill>
              <a:ln w="222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E7798B3F-2F8E-9E4E-AB77-A214D3483E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7400" y="3810000"/>
                <a:ext cx="4780" cy="762000"/>
              </a:xfrm>
              <a:prstGeom prst="line">
                <a:avLst/>
              </a:prstGeom>
              <a:ln w="136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D8241AE-879A-4942-AB5C-046C02A2A5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0230" y="3774141"/>
                <a:ext cx="22433" cy="1483659"/>
              </a:xfrm>
              <a:prstGeom prst="line">
                <a:avLst/>
              </a:prstGeom>
              <a:ln w="136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ABEB6243-D31D-8541-8CD5-47D63BDD5D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57400" y="3738282"/>
                <a:ext cx="55210" cy="208430"/>
              </a:xfrm>
              <a:prstGeom prst="line">
                <a:avLst/>
              </a:prstGeom>
              <a:ln w="136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B309FCE3-0362-0B49-802D-57B2800A3E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36150" y="5943600"/>
                <a:ext cx="197450" cy="51107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C49FCE85-7F62-4747-AE7C-3DE7A81D0C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6430" y="5296459"/>
                <a:ext cx="7170" cy="66347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C386EB79-9BFB-A640-B8CD-CBE627FDD1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2610" y="4343400"/>
                <a:ext cx="17003" cy="104447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BE8F63C-0DCC-3C4D-B042-38224C2079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7688" y="3957154"/>
                <a:ext cx="4780" cy="45720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5F879198-2D6B-9149-A715-289C9865BE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7688" y="3774141"/>
                <a:ext cx="0" cy="303252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92EDBAE3-12C5-DF45-AE51-B65EA8B11CFA}"/>
                </a:ext>
              </a:extLst>
            </p:cNvPr>
            <p:cNvGrpSpPr/>
            <p:nvPr/>
          </p:nvGrpSpPr>
          <p:grpSpPr>
            <a:xfrm>
              <a:off x="364435" y="315787"/>
              <a:ext cx="3149684" cy="1910547"/>
              <a:chOff x="315760" y="315818"/>
              <a:chExt cx="3149684" cy="1910547"/>
            </a:xfrm>
          </p:grpSpPr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E6710193-089D-CE40-A716-C4F926204094}"/>
                  </a:ext>
                </a:extLst>
              </p:cNvPr>
              <p:cNvSpPr/>
              <p:nvPr/>
            </p:nvSpPr>
            <p:spPr>
              <a:xfrm>
                <a:off x="315760" y="330935"/>
                <a:ext cx="3140765" cy="1895430"/>
              </a:xfrm>
              <a:custGeom>
                <a:avLst/>
                <a:gdLst>
                  <a:gd name="connsiteX0" fmla="*/ 331305 w 3140765"/>
                  <a:gd name="connsiteY0" fmla="*/ 1855674 h 1895430"/>
                  <a:gd name="connsiteX1" fmla="*/ 238539 w 3140765"/>
                  <a:gd name="connsiteY1" fmla="*/ 1802665 h 1895430"/>
                  <a:gd name="connsiteX2" fmla="*/ 225287 w 3140765"/>
                  <a:gd name="connsiteY2" fmla="*/ 1762908 h 1895430"/>
                  <a:gd name="connsiteX3" fmla="*/ 185531 w 3140765"/>
                  <a:gd name="connsiteY3" fmla="*/ 1736404 h 1895430"/>
                  <a:gd name="connsiteX4" fmla="*/ 132522 w 3140765"/>
                  <a:gd name="connsiteY4" fmla="*/ 1617135 h 1895430"/>
                  <a:gd name="connsiteX5" fmla="*/ 106018 w 3140765"/>
                  <a:gd name="connsiteY5" fmla="*/ 1537622 h 1895430"/>
                  <a:gd name="connsiteX6" fmla="*/ 79513 w 3140765"/>
                  <a:gd name="connsiteY6" fmla="*/ 1378595 h 1895430"/>
                  <a:gd name="connsiteX7" fmla="*/ 53009 w 3140765"/>
                  <a:gd name="connsiteY7" fmla="*/ 1285830 h 1895430"/>
                  <a:gd name="connsiteX8" fmla="*/ 26505 w 3140765"/>
                  <a:gd name="connsiteY8" fmla="*/ 1126804 h 1895430"/>
                  <a:gd name="connsiteX9" fmla="*/ 13252 w 3140765"/>
                  <a:gd name="connsiteY9" fmla="*/ 1047291 h 1895430"/>
                  <a:gd name="connsiteX10" fmla="*/ 0 w 3140765"/>
                  <a:gd name="connsiteY10" fmla="*/ 994282 h 1895430"/>
                  <a:gd name="connsiteX11" fmla="*/ 13252 w 3140765"/>
                  <a:gd name="connsiteY11" fmla="*/ 742491 h 1895430"/>
                  <a:gd name="connsiteX12" fmla="*/ 39757 w 3140765"/>
                  <a:gd name="connsiteY12" fmla="*/ 636474 h 1895430"/>
                  <a:gd name="connsiteX13" fmla="*/ 79513 w 3140765"/>
                  <a:gd name="connsiteY13" fmla="*/ 490700 h 1895430"/>
                  <a:gd name="connsiteX14" fmla="*/ 106018 w 3140765"/>
                  <a:gd name="connsiteY14" fmla="*/ 464195 h 1895430"/>
                  <a:gd name="connsiteX15" fmla="*/ 132522 w 3140765"/>
                  <a:gd name="connsiteY15" fmla="*/ 384682 h 1895430"/>
                  <a:gd name="connsiteX16" fmla="*/ 172278 w 3140765"/>
                  <a:gd name="connsiteY16" fmla="*/ 305169 h 1895430"/>
                  <a:gd name="connsiteX17" fmla="*/ 238539 w 3140765"/>
                  <a:gd name="connsiteY17" fmla="*/ 252161 h 1895430"/>
                  <a:gd name="connsiteX18" fmla="*/ 265044 w 3140765"/>
                  <a:gd name="connsiteY18" fmla="*/ 225656 h 1895430"/>
                  <a:gd name="connsiteX19" fmla="*/ 304800 w 3140765"/>
                  <a:gd name="connsiteY19" fmla="*/ 199152 h 1895430"/>
                  <a:gd name="connsiteX20" fmla="*/ 397565 w 3140765"/>
                  <a:gd name="connsiteY20" fmla="*/ 132891 h 1895430"/>
                  <a:gd name="connsiteX21" fmla="*/ 530087 w 3140765"/>
                  <a:gd name="connsiteY21" fmla="*/ 53378 h 1895430"/>
                  <a:gd name="connsiteX22" fmla="*/ 569844 w 3140765"/>
                  <a:gd name="connsiteY22" fmla="*/ 40126 h 1895430"/>
                  <a:gd name="connsiteX23" fmla="*/ 609600 w 3140765"/>
                  <a:gd name="connsiteY23" fmla="*/ 26874 h 1895430"/>
                  <a:gd name="connsiteX24" fmla="*/ 649357 w 3140765"/>
                  <a:gd name="connsiteY24" fmla="*/ 40126 h 1895430"/>
                  <a:gd name="connsiteX25" fmla="*/ 689113 w 3140765"/>
                  <a:gd name="connsiteY25" fmla="*/ 26874 h 1895430"/>
                  <a:gd name="connsiteX26" fmla="*/ 834887 w 3140765"/>
                  <a:gd name="connsiteY26" fmla="*/ 369 h 1895430"/>
                  <a:gd name="connsiteX27" fmla="*/ 1258957 w 3140765"/>
                  <a:gd name="connsiteY27" fmla="*/ 26874 h 1895430"/>
                  <a:gd name="connsiteX28" fmla="*/ 1378226 w 3140765"/>
                  <a:gd name="connsiteY28" fmla="*/ 66630 h 1895430"/>
                  <a:gd name="connsiteX29" fmla="*/ 1417983 w 3140765"/>
                  <a:gd name="connsiteY29" fmla="*/ 79882 h 1895430"/>
                  <a:gd name="connsiteX30" fmla="*/ 1457739 w 3140765"/>
                  <a:gd name="connsiteY30" fmla="*/ 93135 h 1895430"/>
                  <a:gd name="connsiteX31" fmla="*/ 1696278 w 3140765"/>
                  <a:gd name="connsiteY31" fmla="*/ 79882 h 1895430"/>
                  <a:gd name="connsiteX32" fmla="*/ 1749287 w 3140765"/>
                  <a:gd name="connsiteY32" fmla="*/ 66630 h 1895430"/>
                  <a:gd name="connsiteX33" fmla="*/ 1828800 w 3140765"/>
                  <a:gd name="connsiteY33" fmla="*/ 40126 h 1895430"/>
                  <a:gd name="connsiteX34" fmla="*/ 2623931 w 3140765"/>
                  <a:gd name="connsiteY34" fmla="*/ 79882 h 1895430"/>
                  <a:gd name="connsiteX35" fmla="*/ 2623931 w 3140765"/>
                  <a:gd name="connsiteY35" fmla="*/ 79882 h 1895430"/>
                  <a:gd name="connsiteX36" fmla="*/ 2743200 w 3140765"/>
                  <a:gd name="connsiteY36" fmla="*/ 106387 h 1895430"/>
                  <a:gd name="connsiteX37" fmla="*/ 2769705 w 3140765"/>
                  <a:gd name="connsiteY37" fmla="*/ 132891 h 1895430"/>
                  <a:gd name="connsiteX38" fmla="*/ 2809461 w 3140765"/>
                  <a:gd name="connsiteY38" fmla="*/ 159395 h 1895430"/>
                  <a:gd name="connsiteX39" fmla="*/ 2835965 w 3140765"/>
                  <a:gd name="connsiteY39" fmla="*/ 199152 h 1895430"/>
                  <a:gd name="connsiteX40" fmla="*/ 2928731 w 3140765"/>
                  <a:gd name="connsiteY40" fmla="*/ 278665 h 1895430"/>
                  <a:gd name="connsiteX41" fmla="*/ 2981739 w 3140765"/>
                  <a:gd name="connsiteY41" fmla="*/ 358178 h 1895430"/>
                  <a:gd name="connsiteX42" fmla="*/ 3021496 w 3140765"/>
                  <a:gd name="connsiteY42" fmla="*/ 424439 h 1895430"/>
                  <a:gd name="connsiteX43" fmla="*/ 3048000 w 3140765"/>
                  <a:gd name="connsiteY43" fmla="*/ 503952 h 1895430"/>
                  <a:gd name="connsiteX44" fmla="*/ 3061252 w 3140765"/>
                  <a:gd name="connsiteY44" fmla="*/ 543708 h 1895430"/>
                  <a:gd name="connsiteX45" fmla="*/ 3087757 w 3140765"/>
                  <a:gd name="connsiteY45" fmla="*/ 570213 h 1895430"/>
                  <a:gd name="connsiteX46" fmla="*/ 3101009 w 3140765"/>
                  <a:gd name="connsiteY46" fmla="*/ 689482 h 1895430"/>
                  <a:gd name="connsiteX47" fmla="*/ 3127513 w 3140765"/>
                  <a:gd name="connsiteY47" fmla="*/ 782248 h 1895430"/>
                  <a:gd name="connsiteX48" fmla="*/ 3140765 w 3140765"/>
                  <a:gd name="connsiteY48" fmla="*/ 835256 h 1895430"/>
                  <a:gd name="connsiteX49" fmla="*/ 3127513 w 3140765"/>
                  <a:gd name="connsiteY49" fmla="*/ 1325587 h 1895430"/>
                  <a:gd name="connsiteX50" fmla="*/ 3101009 w 3140765"/>
                  <a:gd name="connsiteY50" fmla="*/ 1405100 h 1895430"/>
                  <a:gd name="connsiteX51" fmla="*/ 3074505 w 3140765"/>
                  <a:gd name="connsiteY51" fmla="*/ 1524369 h 1895430"/>
                  <a:gd name="connsiteX52" fmla="*/ 2994991 w 3140765"/>
                  <a:gd name="connsiteY52" fmla="*/ 1630387 h 1895430"/>
                  <a:gd name="connsiteX53" fmla="*/ 2941983 w 3140765"/>
                  <a:gd name="connsiteY53" fmla="*/ 1696648 h 1895430"/>
                  <a:gd name="connsiteX54" fmla="*/ 2915478 w 3140765"/>
                  <a:gd name="connsiteY54" fmla="*/ 1776161 h 1895430"/>
                  <a:gd name="connsiteX55" fmla="*/ 2902226 w 3140765"/>
                  <a:gd name="connsiteY55" fmla="*/ 1815917 h 1895430"/>
                  <a:gd name="connsiteX56" fmla="*/ 2849218 w 3140765"/>
                  <a:gd name="connsiteY56" fmla="*/ 1882178 h 1895430"/>
                  <a:gd name="connsiteX57" fmla="*/ 2849218 w 3140765"/>
                  <a:gd name="connsiteY57" fmla="*/ 1895430 h 1895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3140765" h="1895430">
                    <a:moveTo>
                      <a:pt x="331305" y="1855674"/>
                    </a:moveTo>
                    <a:cubicBezTo>
                      <a:pt x="300383" y="1838004"/>
                      <a:pt x="265342" y="1826117"/>
                      <a:pt x="238539" y="1802665"/>
                    </a:cubicBezTo>
                    <a:cubicBezTo>
                      <a:pt x="228026" y="1793466"/>
                      <a:pt x="234013" y="1773816"/>
                      <a:pt x="225287" y="1762908"/>
                    </a:cubicBezTo>
                    <a:cubicBezTo>
                      <a:pt x="215338" y="1750471"/>
                      <a:pt x="198783" y="1745239"/>
                      <a:pt x="185531" y="1736404"/>
                    </a:cubicBezTo>
                    <a:cubicBezTo>
                      <a:pt x="153989" y="1641781"/>
                      <a:pt x="174523" y="1680137"/>
                      <a:pt x="132522" y="1617135"/>
                    </a:cubicBezTo>
                    <a:cubicBezTo>
                      <a:pt x="123687" y="1590631"/>
                      <a:pt x="110611" y="1565180"/>
                      <a:pt x="106018" y="1537622"/>
                    </a:cubicBezTo>
                    <a:cubicBezTo>
                      <a:pt x="97183" y="1484613"/>
                      <a:pt x="96507" y="1429577"/>
                      <a:pt x="79513" y="1378595"/>
                    </a:cubicBezTo>
                    <a:cubicBezTo>
                      <a:pt x="67794" y="1343437"/>
                      <a:pt x="60141" y="1323866"/>
                      <a:pt x="53009" y="1285830"/>
                    </a:cubicBezTo>
                    <a:cubicBezTo>
                      <a:pt x="43105" y="1233011"/>
                      <a:pt x="35340" y="1179813"/>
                      <a:pt x="26505" y="1126804"/>
                    </a:cubicBezTo>
                    <a:cubicBezTo>
                      <a:pt x="22088" y="1100300"/>
                      <a:pt x="19769" y="1073359"/>
                      <a:pt x="13252" y="1047291"/>
                    </a:cubicBezTo>
                    <a:lnTo>
                      <a:pt x="0" y="994282"/>
                    </a:lnTo>
                    <a:cubicBezTo>
                      <a:pt x="4417" y="910352"/>
                      <a:pt x="6272" y="826247"/>
                      <a:pt x="13252" y="742491"/>
                    </a:cubicBezTo>
                    <a:cubicBezTo>
                      <a:pt x="19358" y="669226"/>
                      <a:pt x="25514" y="693448"/>
                      <a:pt x="39757" y="636474"/>
                    </a:cubicBezTo>
                    <a:cubicBezTo>
                      <a:pt x="46658" y="608870"/>
                      <a:pt x="60560" y="509653"/>
                      <a:pt x="79513" y="490700"/>
                    </a:cubicBezTo>
                    <a:lnTo>
                      <a:pt x="106018" y="464195"/>
                    </a:lnTo>
                    <a:lnTo>
                      <a:pt x="132522" y="384682"/>
                    </a:lnTo>
                    <a:cubicBezTo>
                      <a:pt x="146518" y="342693"/>
                      <a:pt x="142920" y="341867"/>
                      <a:pt x="172278" y="305169"/>
                    </a:cubicBezTo>
                    <a:cubicBezTo>
                      <a:pt x="200718" y="269619"/>
                      <a:pt x="200277" y="282771"/>
                      <a:pt x="238539" y="252161"/>
                    </a:cubicBezTo>
                    <a:cubicBezTo>
                      <a:pt x="248296" y="244356"/>
                      <a:pt x="255287" y="233461"/>
                      <a:pt x="265044" y="225656"/>
                    </a:cubicBezTo>
                    <a:cubicBezTo>
                      <a:pt x="277481" y="215707"/>
                      <a:pt x="292707" y="209517"/>
                      <a:pt x="304800" y="199152"/>
                    </a:cubicBezTo>
                    <a:cubicBezTo>
                      <a:pt x="384837" y="130549"/>
                      <a:pt x="324515" y="157241"/>
                      <a:pt x="397565" y="132891"/>
                    </a:cubicBezTo>
                    <a:cubicBezTo>
                      <a:pt x="470329" y="60127"/>
                      <a:pt x="426868" y="87784"/>
                      <a:pt x="530087" y="53378"/>
                    </a:cubicBezTo>
                    <a:lnTo>
                      <a:pt x="569844" y="40126"/>
                    </a:lnTo>
                    <a:lnTo>
                      <a:pt x="609600" y="26874"/>
                    </a:lnTo>
                    <a:cubicBezTo>
                      <a:pt x="622852" y="31291"/>
                      <a:pt x="635388" y="40126"/>
                      <a:pt x="649357" y="40126"/>
                    </a:cubicBezTo>
                    <a:cubicBezTo>
                      <a:pt x="663326" y="40126"/>
                      <a:pt x="675561" y="30262"/>
                      <a:pt x="689113" y="26874"/>
                    </a:cubicBezTo>
                    <a:cubicBezTo>
                      <a:pt x="726147" y="17615"/>
                      <a:pt x="799453" y="6275"/>
                      <a:pt x="834887" y="369"/>
                    </a:cubicBezTo>
                    <a:cubicBezTo>
                      <a:pt x="1001633" y="6325"/>
                      <a:pt x="1118623" y="-15226"/>
                      <a:pt x="1258957" y="26874"/>
                    </a:cubicBezTo>
                    <a:cubicBezTo>
                      <a:pt x="1258974" y="26879"/>
                      <a:pt x="1358339" y="60001"/>
                      <a:pt x="1378226" y="66630"/>
                    </a:cubicBezTo>
                    <a:lnTo>
                      <a:pt x="1417983" y="79882"/>
                    </a:lnTo>
                    <a:lnTo>
                      <a:pt x="1457739" y="93135"/>
                    </a:lnTo>
                    <a:cubicBezTo>
                      <a:pt x="1537252" y="88717"/>
                      <a:pt x="1616969" y="87092"/>
                      <a:pt x="1696278" y="79882"/>
                    </a:cubicBezTo>
                    <a:cubicBezTo>
                      <a:pt x="1714417" y="78233"/>
                      <a:pt x="1731842" y="71864"/>
                      <a:pt x="1749287" y="66630"/>
                    </a:cubicBezTo>
                    <a:cubicBezTo>
                      <a:pt x="1776047" y="58602"/>
                      <a:pt x="1828800" y="40126"/>
                      <a:pt x="1828800" y="40126"/>
                    </a:cubicBezTo>
                    <a:cubicBezTo>
                      <a:pt x="2572351" y="53895"/>
                      <a:pt x="2318081" y="-22067"/>
                      <a:pt x="2623931" y="79882"/>
                    </a:cubicBezTo>
                    <a:lnTo>
                      <a:pt x="2623931" y="79882"/>
                    </a:lnTo>
                    <a:cubicBezTo>
                      <a:pt x="2717223" y="95432"/>
                      <a:pt x="2677953" y="84638"/>
                      <a:pt x="2743200" y="106387"/>
                    </a:cubicBezTo>
                    <a:cubicBezTo>
                      <a:pt x="2752035" y="115222"/>
                      <a:pt x="2759949" y="125086"/>
                      <a:pt x="2769705" y="132891"/>
                    </a:cubicBezTo>
                    <a:cubicBezTo>
                      <a:pt x="2782142" y="142840"/>
                      <a:pt x="2798199" y="148133"/>
                      <a:pt x="2809461" y="159395"/>
                    </a:cubicBezTo>
                    <a:cubicBezTo>
                      <a:pt x="2820723" y="170657"/>
                      <a:pt x="2825600" y="187059"/>
                      <a:pt x="2835965" y="199152"/>
                    </a:cubicBezTo>
                    <a:cubicBezTo>
                      <a:pt x="2878812" y="249141"/>
                      <a:pt x="2881837" y="247403"/>
                      <a:pt x="2928731" y="278665"/>
                    </a:cubicBezTo>
                    <a:cubicBezTo>
                      <a:pt x="2946400" y="305169"/>
                      <a:pt x="2971666" y="327958"/>
                      <a:pt x="2981739" y="358178"/>
                    </a:cubicBezTo>
                    <a:cubicBezTo>
                      <a:pt x="2998942" y="409788"/>
                      <a:pt x="2985113" y="388058"/>
                      <a:pt x="3021496" y="424439"/>
                    </a:cubicBezTo>
                    <a:lnTo>
                      <a:pt x="3048000" y="503952"/>
                    </a:lnTo>
                    <a:cubicBezTo>
                      <a:pt x="3052417" y="517204"/>
                      <a:pt x="3051375" y="533831"/>
                      <a:pt x="3061252" y="543708"/>
                    </a:cubicBezTo>
                    <a:lnTo>
                      <a:pt x="3087757" y="570213"/>
                    </a:lnTo>
                    <a:cubicBezTo>
                      <a:pt x="3092174" y="609969"/>
                      <a:pt x="3094927" y="649946"/>
                      <a:pt x="3101009" y="689482"/>
                    </a:cubicBezTo>
                    <a:cubicBezTo>
                      <a:pt x="3107913" y="734361"/>
                      <a:pt x="3115968" y="741841"/>
                      <a:pt x="3127513" y="782248"/>
                    </a:cubicBezTo>
                    <a:cubicBezTo>
                      <a:pt x="3132516" y="799760"/>
                      <a:pt x="3136348" y="817587"/>
                      <a:pt x="3140765" y="835256"/>
                    </a:cubicBezTo>
                    <a:cubicBezTo>
                      <a:pt x="3136348" y="998700"/>
                      <a:pt x="3138892" y="1162480"/>
                      <a:pt x="3127513" y="1325587"/>
                    </a:cubicBezTo>
                    <a:cubicBezTo>
                      <a:pt x="3125569" y="1353457"/>
                      <a:pt x="3105602" y="1377542"/>
                      <a:pt x="3101009" y="1405100"/>
                    </a:cubicBezTo>
                    <a:cubicBezTo>
                      <a:pt x="3097413" y="1426674"/>
                      <a:pt x="3090040" y="1496406"/>
                      <a:pt x="3074505" y="1524369"/>
                    </a:cubicBezTo>
                    <a:cubicBezTo>
                      <a:pt x="2990443" y="1675680"/>
                      <a:pt x="3053482" y="1557273"/>
                      <a:pt x="2994991" y="1630387"/>
                    </a:cubicBezTo>
                    <a:cubicBezTo>
                      <a:pt x="2928115" y="1713981"/>
                      <a:pt x="3005983" y="1632646"/>
                      <a:pt x="2941983" y="1696648"/>
                    </a:cubicBezTo>
                    <a:lnTo>
                      <a:pt x="2915478" y="1776161"/>
                    </a:lnTo>
                    <a:cubicBezTo>
                      <a:pt x="2911061" y="1789413"/>
                      <a:pt x="2912103" y="1806039"/>
                      <a:pt x="2902226" y="1815917"/>
                    </a:cubicBezTo>
                    <a:cubicBezTo>
                      <a:pt x="2877575" y="1840569"/>
                      <a:pt x="2865935" y="1848745"/>
                      <a:pt x="2849218" y="1882178"/>
                    </a:cubicBezTo>
                    <a:cubicBezTo>
                      <a:pt x="2847243" y="1886129"/>
                      <a:pt x="2849218" y="1891013"/>
                      <a:pt x="2849218" y="1895430"/>
                    </a:cubicBez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264125EE-C663-6641-9C5D-03B064328B20}"/>
                  </a:ext>
                </a:extLst>
              </p:cNvPr>
              <p:cNvCxnSpPr>
                <a:stCxn id="6" idx="21"/>
                <a:endCxn id="48" idx="51"/>
              </p:cNvCxnSpPr>
              <p:nvPr/>
            </p:nvCxnSpPr>
            <p:spPr>
              <a:xfrm flipV="1">
                <a:off x="2959630" y="1855304"/>
                <a:ext cx="479310" cy="26015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53FC6DF6-F5A4-374F-9FBB-9D24ABCD020C}"/>
                  </a:ext>
                </a:extLst>
              </p:cNvPr>
              <p:cNvCxnSpPr>
                <a:cxnSpLocks/>
                <a:endCxn id="48" idx="49"/>
              </p:cNvCxnSpPr>
              <p:nvPr/>
            </p:nvCxnSpPr>
            <p:spPr>
              <a:xfrm flipV="1">
                <a:off x="3092607" y="1656522"/>
                <a:ext cx="350666" cy="19878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60403D44-B46B-0F49-ADBC-30A715B9FA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78841" y="1457739"/>
                <a:ext cx="278622" cy="179011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F197439D-A072-984A-9534-59240DC2F378}"/>
                  </a:ext>
                </a:extLst>
              </p:cNvPr>
              <p:cNvCxnSpPr>
                <a:cxnSpLocks/>
                <a:endCxn id="48" idx="48"/>
              </p:cNvCxnSpPr>
              <p:nvPr/>
            </p:nvCxnSpPr>
            <p:spPr>
              <a:xfrm flipV="1">
                <a:off x="3194417" y="1166191"/>
                <a:ext cx="262108" cy="28715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8106D2D0-704D-5C42-A914-3F1E9187E96A}"/>
                  </a:ext>
                </a:extLst>
              </p:cNvPr>
              <p:cNvCxnSpPr>
                <a:cxnSpLocks/>
                <a:stCxn id="6" idx="15"/>
                <a:endCxn id="48" idx="46"/>
              </p:cNvCxnSpPr>
              <p:nvPr/>
            </p:nvCxnSpPr>
            <p:spPr>
              <a:xfrm flipV="1">
                <a:off x="3199116" y="1020417"/>
                <a:ext cx="266328" cy="21389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F0B97163-0F0F-C64D-95BB-30756838E08B}"/>
                  </a:ext>
                </a:extLst>
              </p:cNvPr>
              <p:cNvCxnSpPr>
                <a:cxnSpLocks/>
                <a:stCxn id="6" idx="14"/>
                <a:endCxn id="48" idx="44"/>
              </p:cNvCxnSpPr>
              <p:nvPr/>
            </p:nvCxnSpPr>
            <p:spPr>
              <a:xfrm flipV="1">
                <a:off x="3182009" y="874643"/>
                <a:ext cx="243678" cy="176786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2157AF91-FCF8-8747-B491-54B5660942E1}"/>
                  </a:ext>
                </a:extLst>
              </p:cNvPr>
              <p:cNvCxnSpPr>
                <a:cxnSpLocks/>
                <a:endCxn id="48" idx="41"/>
              </p:cNvCxnSpPr>
              <p:nvPr/>
            </p:nvCxnSpPr>
            <p:spPr>
              <a:xfrm flipV="1">
                <a:off x="3118472" y="689113"/>
                <a:ext cx="179027" cy="20102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576B40DF-B985-9449-96B4-52FFD8C12D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11373" y="562096"/>
                <a:ext cx="179027" cy="20102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4853B56D-32DF-6A44-A07A-E9A7046C4D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00112" y="468748"/>
                <a:ext cx="179027" cy="20102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934B543A-A4A1-7846-989B-4EB13CE3D2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43200" y="408578"/>
                <a:ext cx="179027" cy="20102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053EB476-1ABF-5847-9661-E34E78CF65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90036" y="359447"/>
                <a:ext cx="179027" cy="20102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1DA01220-8021-4E40-8C56-BCC000D909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98168" y="369028"/>
                <a:ext cx="179027" cy="20102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2BDD1709-69C2-504D-9B62-8C7E5256D938}"/>
                  </a:ext>
                </a:extLst>
              </p:cNvPr>
              <p:cNvCxnSpPr>
                <a:cxnSpLocks/>
                <a:stCxn id="6" idx="4"/>
              </p:cNvCxnSpPr>
              <p:nvPr/>
            </p:nvCxnSpPr>
            <p:spPr>
              <a:xfrm flipV="1">
                <a:off x="2241173" y="378747"/>
                <a:ext cx="169959" cy="25701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C2DFF97C-5BB8-9148-AEFC-8F3B1C535C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1740" y="377815"/>
                <a:ext cx="177452" cy="311161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52FC1B29-0A07-A84E-8740-AA35B0846B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7948" y="381000"/>
                <a:ext cx="165652" cy="353776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B47D4AEC-384A-884F-9D20-E1FB01A9CC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28800" y="410817"/>
                <a:ext cx="133736" cy="31328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5A389631-AE4E-1A4C-B1F7-349223D79336}"/>
                  </a:ext>
                </a:extLst>
              </p:cNvPr>
              <p:cNvCxnSpPr>
                <a:cxnSpLocks/>
                <a:endCxn id="48" idx="30"/>
              </p:cNvCxnSpPr>
              <p:nvPr/>
            </p:nvCxnSpPr>
            <p:spPr>
              <a:xfrm flipV="1">
                <a:off x="1692032" y="424070"/>
                <a:ext cx="81467" cy="24436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58FFB070-601A-FD47-B267-A0ADCCBDC938}"/>
                  </a:ext>
                </a:extLst>
              </p:cNvPr>
              <p:cNvCxnSpPr>
                <a:cxnSpLocks/>
                <a:stCxn id="6" idx="96"/>
              </p:cNvCxnSpPr>
              <p:nvPr/>
            </p:nvCxnSpPr>
            <p:spPr>
              <a:xfrm flipV="1">
                <a:off x="1591140" y="383624"/>
                <a:ext cx="58421" cy="23551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1DF6F6C7-6D5F-3246-B5D7-CFF800289E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62538" y="333179"/>
                <a:ext cx="58421" cy="23551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391AB7AC-9290-224F-9944-E8E16F7DF8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38073" y="315818"/>
                <a:ext cx="58421" cy="23551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919E5337-F49B-9E4F-9080-EE17569910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06297" y="339444"/>
                <a:ext cx="65242" cy="207327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B494A54F-0C7E-5A4A-B6D9-69B46F20CE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66800" y="345929"/>
                <a:ext cx="58421" cy="23551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2CF236A8-DA24-3942-BA01-B01A9D278B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5735" y="367825"/>
                <a:ext cx="58421" cy="235512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9A3D3EC3-857B-434C-86BB-78E61422D2DE}"/>
                  </a:ext>
                </a:extLst>
              </p:cNvPr>
              <p:cNvCxnSpPr>
                <a:cxnSpLocks/>
                <a:stCxn id="4" idx="10"/>
              </p:cNvCxnSpPr>
              <p:nvPr/>
            </p:nvCxnSpPr>
            <p:spPr>
              <a:xfrm flipV="1">
                <a:off x="783393" y="383624"/>
                <a:ext cx="78343" cy="332656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B303BC58-E0EE-8947-877A-8B14878E4810}"/>
                  </a:ext>
                </a:extLst>
              </p:cNvPr>
              <p:cNvCxnSpPr>
                <a:cxnSpLocks/>
                <a:stCxn id="4" idx="12"/>
              </p:cNvCxnSpPr>
              <p:nvPr/>
            </p:nvCxnSpPr>
            <p:spPr>
              <a:xfrm flipV="1">
                <a:off x="679894" y="467825"/>
                <a:ext cx="34812" cy="39808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764416E2-8196-0E47-A7F8-4E6B6FD825A9}"/>
                  </a:ext>
                </a:extLst>
              </p:cNvPr>
              <p:cNvCxnSpPr>
                <a:cxnSpLocks/>
                <a:stCxn id="4" idx="14"/>
              </p:cNvCxnSpPr>
              <p:nvPr/>
            </p:nvCxnSpPr>
            <p:spPr>
              <a:xfrm flipH="1" flipV="1">
                <a:off x="582139" y="554251"/>
                <a:ext cx="46006" cy="46128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92B67B19-2B5D-BB49-BFE3-F3B3B5D2485D}"/>
                  </a:ext>
                </a:extLst>
              </p:cNvPr>
              <p:cNvCxnSpPr>
                <a:cxnSpLocks/>
                <a:stCxn id="4" idx="15"/>
              </p:cNvCxnSpPr>
              <p:nvPr/>
            </p:nvCxnSpPr>
            <p:spPr>
              <a:xfrm flipH="1" flipV="1">
                <a:off x="467621" y="679441"/>
                <a:ext cx="143274" cy="51897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10BE234C-D7A2-684D-BA88-9EE7034DA0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1001" y="851382"/>
                <a:ext cx="219380" cy="55909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95E382C0-31B0-CA4E-BD50-F770F73E21DD}"/>
                  </a:ext>
                </a:extLst>
              </p:cNvPr>
              <p:cNvCxnSpPr>
                <a:cxnSpLocks/>
                <a:stCxn id="4" idx="16"/>
              </p:cNvCxnSpPr>
              <p:nvPr/>
            </p:nvCxnSpPr>
            <p:spPr>
              <a:xfrm flipH="1" flipV="1">
                <a:off x="333339" y="1070462"/>
                <a:ext cx="312056" cy="57684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81F2416E-40D3-4246-BD24-A8CDC9BB2B89}"/>
                  </a:ext>
                </a:extLst>
              </p:cNvPr>
              <p:cNvCxnSpPr>
                <a:cxnSpLocks/>
                <a:stCxn id="4" idx="17"/>
              </p:cNvCxnSpPr>
              <p:nvPr/>
            </p:nvCxnSpPr>
            <p:spPr>
              <a:xfrm flipH="1" flipV="1">
                <a:off x="316132" y="1307749"/>
                <a:ext cx="363762" cy="43931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98546170-8E72-BB4B-99E7-416C3787ACBD}"/>
                  </a:ext>
                </a:extLst>
              </p:cNvPr>
              <p:cNvCxnSpPr>
                <a:cxnSpLocks/>
                <a:stCxn id="4" idx="18"/>
              </p:cNvCxnSpPr>
              <p:nvPr/>
            </p:nvCxnSpPr>
            <p:spPr>
              <a:xfrm flipH="1" flipV="1">
                <a:off x="365787" y="1560257"/>
                <a:ext cx="331358" cy="23667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3ACB39D5-F744-134F-BFB0-A58B35961673}"/>
                  </a:ext>
                </a:extLst>
              </p:cNvPr>
              <p:cNvCxnSpPr>
                <a:cxnSpLocks/>
                <a:stCxn id="4" idx="19"/>
              </p:cNvCxnSpPr>
              <p:nvPr/>
            </p:nvCxnSpPr>
            <p:spPr>
              <a:xfrm flipH="1" flipV="1">
                <a:off x="401925" y="1751870"/>
                <a:ext cx="381468" cy="19469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943F0730-9074-224D-B132-41EE8DD90B76}"/>
                  </a:ext>
                </a:extLst>
              </p:cNvPr>
              <p:cNvCxnSpPr>
                <a:cxnSpLocks/>
                <a:stCxn id="4" idx="21"/>
                <a:endCxn id="48" idx="4"/>
              </p:cNvCxnSpPr>
              <p:nvPr/>
            </p:nvCxnSpPr>
            <p:spPr>
              <a:xfrm flipH="1" flipV="1">
                <a:off x="448282" y="1948070"/>
                <a:ext cx="355436" cy="131529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CE29BB8C-E352-4949-AC35-5B732C1E753F}"/>
                </a:ext>
              </a:extLst>
            </p:cNvPr>
            <p:cNvSpPr/>
            <p:nvPr/>
          </p:nvSpPr>
          <p:spPr>
            <a:xfrm>
              <a:off x="1295400" y="1202450"/>
              <a:ext cx="427803" cy="473950"/>
            </a:xfrm>
            <a:prstGeom prst="ellipse">
              <a:avLst/>
            </a:prstGeom>
            <a:noFill/>
            <a:ln w="952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65B8DDA9-742C-E044-9DB1-51E2938FB36A}"/>
                </a:ext>
              </a:extLst>
            </p:cNvPr>
            <p:cNvSpPr/>
            <p:nvPr/>
          </p:nvSpPr>
          <p:spPr>
            <a:xfrm>
              <a:off x="2162997" y="1202450"/>
              <a:ext cx="427803" cy="473950"/>
            </a:xfrm>
            <a:prstGeom prst="ellipse">
              <a:avLst/>
            </a:prstGeom>
            <a:noFill/>
            <a:ln w="952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3AE638C-E3D5-894D-8060-E82653F25D22}"/>
                </a:ext>
              </a:extLst>
            </p:cNvPr>
            <p:cNvCxnSpPr>
              <a:cxnSpLocks/>
              <a:stCxn id="128" idx="6"/>
              <a:endCxn id="129" idx="2"/>
            </p:cNvCxnSpPr>
            <p:nvPr/>
          </p:nvCxnSpPr>
          <p:spPr>
            <a:xfrm>
              <a:off x="1723203" y="1439425"/>
              <a:ext cx="439794" cy="0"/>
            </a:xfrm>
            <a:prstGeom prst="line">
              <a:avLst/>
            </a:prstGeom>
            <a:ln w="952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56E5249A-1761-904A-9062-319D283528CB}"/>
                </a:ext>
              </a:extLst>
            </p:cNvPr>
            <p:cNvGrpSpPr/>
            <p:nvPr/>
          </p:nvGrpSpPr>
          <p:grpSpPr>
            <a:xfrm>
              <a:off x="2138832" y="4214191"/>
              <a:ext cx="2250218" cy="1550505"/>
              <a:chOff x="2138832" y="4214191"/>
              <a:chExt cx="2250218" cy="1550505"/>
            </a:xfrm>
          </p:grpSpPr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255C5AC2-C72E-C24C-9DAD-33BB37EB7354}"/>
                  </a:ext>
                </a:extLst>
              </p:cNvPr>
              <p:cNvSpPr/>
              <p:nvPr/>
            </p:nvSpPr>
            <p:spPr>
              <a:xfrm>
                <a:off x="2173358" y="4214191"/>
                <a:ext cx="2215692" cy="730563"/>
              </a:xfrm>
              <a:custGeom>
                <a:avLst/>
                <a:gdLst>
                  <a:gd name="connsiteX0" fmla="*/ 0 w 2703443"/>
                  <a:gd name="connsiteY0" fmla="*/ 106018 h 730563"/>
                  <a:gd name="connsiteX1" fmla="*/ 503582 w 2703443"/>
                  <a:gd name="connsiteY1" fmla="*/ 106018 h 730563"/>
                  <a:gd name="connsiteX2" fmla="*/ 583095 w 2703443"/>
                  <a:gd name="connsiteY2" fmla="*/ 132522 h 730563"/>
                  <a:gd name="connsiteX3" fmla="*/ 622852 w 2703443"/>
                  <a:gd name="connsiteY3" fmla="*/ 145774 h 730563"/>
                  <a:gd name="connsiteX4" fmla="*/ 702365 w 2703443"/>
                  <a:gd name="connsiteY4" fmla="*/ 53009 h 730563"/>
                  <a:gd name="connsiteX5" fmla="*/ 742121 w 2703443"/>
                  <a:gd name="connsiteY5" fmla="*/ 26505 h 730563"/>
                  <a:gd name="connsiteX6" fmla="*/ 821634 w 2703443"/>
                  <a:gd name="connsiteY6" fmla="*/ 0 h 730563"/>
                  <a:gd name="connsiteX7" fmla="*/ 914400 w 2703443"/>
                  <a:gd name="connsiteY7" fmla="*/ 13252 h 730563"/>
                  <a:gd name="connsiteX8" fmla="*/ 954156 w 2703443"/>
                  <a:gd name="connsiteY8" fmla="*/ 79513 h 730563"/>
                  <a:gd name="connsiteX9" fmla="*/ 980660 w 2703443"/>
                  <a:gd name="connsiteY9" fmla="*/ 106018 h 730563"/>
                  <a:gd name="connsiteX10" fmla="*/ 993913 w 2703443"/>
                  <a:gd name="connsiteY10" fmla="*/ 145774 h 730563"/>
                  <a:gd name="connsiteX11" fmla="*/ 954156 w 2703443"/>
                  <a:gd name="connsiteY11" fmla="*/ 225287 h 730563"/>
                  <a:gd name="connsiteX12" fmla="*/ 980660 w 2703443"/>
                  <a:gd name="connsiteY12" fmla="*/ 251792 h 730563"/>
                  <a:gd name="connsiteX13" fmla="*/ 1060173 w 2703443"/>
                  <a:gd name="connsiteY13" fmla="*/ 291548 h 730563"/>
                  <a:gd name="connsiteX14" fmla="*/ 1113182 w 2703443"/>
                  <a:gd name="connsiteY14" fmla="*/ 344557 h 730563"/>
                  <a:gd name="connsiteX15" fmla="*/ 1179443 w 2703443"/>
                  <a:gd name="connsiteY15" fmla="*/ 397566 h 730563"/>
                  <a:gd name="connsiteX16" fmla="*/ 1219200 w 2703443"/>
                  <a:gd name="connsiteY16" fmla="*/ 424070 h 730563"/>
                  <a:gd name="connsiteX17" fmla="*/ 1245704 w 2703443"/>
                  <a:gd name="connsiteY17" fmla="*/ 463826 h 730563"/>
                  <a:gd name="connsiteX18" fmla="*/ 1298713 w 2703443"/>
                  <a:gd name="connsiteY18" fmla="*/ 516835 h 730563"/>
                  <a:gd name="connsiteX19" fmla="*/ 1351721 w 2703443"/>
                  <a:gd name="connsiteY19" fmla="*/ 583096 h 730563"/>
                  <a:gd name="connsiteX20" fmla="*/ 1364973 w 2703443"/>
                  <a:gd name="connsiteY20" fmla="*/ 622852 h 730563"/>
                  <a:gd name="connsiteX21" fmla="*/ 1391478 w 2703443"/>
                  <a:gd name="connsiteY21" fmla="*/ 649357 h 730563"/>
                  <a:gd name="connsiteX22" fmla="*/ 1404730 w 2703443"/>
                  <a:gd name="connsiteY22" fmla="*/ 689113 h 730563"/>
                  <a:gd name="connsiteX23" fmla="*/ 1563756 w 2703443"/>
                  <a:gd name="connsiteY23" fmla="*/ 702366 h 730563"/>
                  <a:gd name="connsiteX24" fmla="*/ 1603513 w 2703443"/>
                  <a:gd name="connsiteY24" fmla="*/ 715618 h 730563"/>
                  <a:gd name="connsiteX25" fmla="*/ 2040834 w 2703443"/>
                  <a:gd name="connsiteY25" fmla="*/ 702366 h 730563"/>
                  <a:gd name="connsiteX26" fmla="*/ 2411895 w 2703443"/>
                  <a:gd name="connsiteY26" fmla="*/ 715618 h 730563"/>
                  <a:gd name="connsiteX27" fmla="*/ 2451652 w 2703443"/>
                  <a:gd name="connsiteY27" fmla="*/ 728870 h 730563"/>
                  <a:gd name="connsiteX28" fmla="*/ 2703443 w 2703443"/>
                  <a:gd name="connsiteY28" fmla="*/ 728870 h 730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703443" h="730563">
                    <a:moveTo>
                      <a:pt x="0" y="106018"/>
                    </a:moveTo>
                    <a:cubicBezTo>
                      <a:pt x="206427" y="76529"/>
                      <a:pt x="157918" y="77992"/>
                      <a:pt x="503582" y="106018"/>
                    </a:cubicBezTo>
                    <a:cubicBezTo>
                      <a:pt x="531429" y="108276"/>
                      <a:pt x="556591" y="123687"/>
                      <a:pt x="583095" y="132522"/>
                    </a:cubicBezTo>
                    <a:lnTo>
                      <a:pt x="622852" y="145774"/>
                    </a:lnTo>
                    <a:cubicBezTo>
                      <a:pt x="646832" y="109805"/>
                      <a:pt x="663802" y="78717"/>
                      <a:pt x="702365" y="53009"/>
                    </a:cubicBezTo>
                    <a:cubicBezTo>
                      <a:pt x="715617" y="44174"/>
                      <a:pt x="727567" y="32974"/>
                      <a:pt x="742121" y="26505"/>
                    </a:cubicBezTo>
                    <a:cubicBezTo>
                      <a:pt x="767651" y="15158"/>
                      <a:pt x="821634" y="0"/>
                      <a:pt x="821634" y="0"/>
                    </a:cubicBezTo>
                    <a:cubicBezTo>
                      <a:pt x="852556" y="4417"/>
                      <a:pt x="884767" y="3374"/>
                      <a:pt x="914400" y="13252"/>
                    </a:cubicBezTo>
                    <a:cubicBezTo>
                      <a:pt x="947977" y="24444"/>
                      <a:pt x="940089" y="56067"/>
                      <a:pt x="954156" y="79513"/>
                    </a:cubicBezTo>
                    <a:cubicBezTo>
                      <a:pt x="960584" y="90227"/>
                      <a:pt x="971825" y="97183"/>
                      <a:pt x="980660" y="106018"/>
                    </a:cubicBezTo>
                    <a:cubicBezTo>
                      <a:pt x="985078" y="119270"/>
                      <a:pt x="993913" y="131805"/>
                      <a:pt x="993913" y="145774"/>
                    </a:cubicBezTo>
                    <a:cubicBezTo>
                      <a:pt x="993913" y="173206"/>
                      <a:pt x="967556" y="205187"/>
                      <a:pt x="954156" y="225287"/>
                    </a:cubicBezTo>
                    <a:cubicBezTo>
                      <a:pt x="962991" y="234122"/>
                      <a:pt x="969946" y="245364"/>
                      <a:pt x="980660" y="251792"/>
                    </a:cubicBezTo>
                    <a:cubicBezTo>
                      <a:pt x="1059048" y="298825"/>
                      <a:pt x="981976" y="224522"/>
                      <a:pt x="1060173" y="291548"/>
                    </a:cubicBezTo>
                    <a:cubicBezTo>
                      <a:pt x="1079146" y="307810"/>
                      <a:pt x="1092390" y="330696"/>
                      <a:pt x="1113182" y="344557"/>
                    </a:cubicBezTo>
                    <a:cubicBezTo>
                      <a:pt x="1235550" y="426134"/>
                      <a:pt x="1085027" y="322033"/>
                      <a:pt x="1179443" y="397566"/>
                    </a:cubicBezTo>
                    <a:cubicBezTo>
                      <a:pt x="1191880" y="407516"/>
                      <a:pt x="1205948" y="415235"/>
                      <a:pt x="1219200" y="424070"/>
                    </a:cubicBezTo>
                    <a:cubicBezTo>
                      <a:pt x="1228035" y="437322"/>
                      <a:pt x="1235339" y="451733"/>
                      <a:pt x="1245704" y="463826"/>
                    </a:cubicBezTo>
                    <a:cubicBezTo>
                      <a:pt x="1261966" y="482799"/>
                      <a:pt x="1298713" y="516835"/>
                      <a:pt x="1298713" y="516835"/>
                    </a:cubicBezTo>
                    <a:cubicBezTo>
                      <a:pt x="1332022" y="616764"/>
                      <a:pt x="1283216" y="497465"/>
                      <a:pt x="1351721" y="583096"/>
                    </a:cubicBezTo>
                    <a:cubicBezTo>
                      <a:pt x="1360447" y="594004"/>
                      <a:pt x="1357786" y="610874"/>
                      <a:pt x="1364973" y="622852"/>
                    </a:cubicBezTo>
                    <a:cubicBezTo>
                      <a:pt x="1371401" y="633566"/>
                      <a:pt x="1382643" y="640522"/>
                      <a:pt x="1391478" y="649357"/>
                    </a:cubicBezTo>
                    <a:cubicBezTo>
                      <a:pt x="1395895" y="662609"/>
                      <a:pt x="1391379" y="685005"/>
                      <a:pt x="1404730" y="689113"/>
                    </a:cubicBezTo>
                    <a:cubicBezTo>
                      <a:pt x="1455570" y="704756"/>
                      <a:pt x="1511030" y="695336"/>
                      <a:pt x="1563756" y="702366"/>
                    </a:cubicBezTo>
                    <a:cubicBezTo>
                      <a:pt x="1577603" y="704212"/>
                      <a:pt x="1590261" y="711201"/>
                      <a:pt x="1603513" y="715618"/>
                    </a:cubicBezTo>
                    <a:cubicBezTo>
                      <a:pt x="1749287" y="711201"/>
                      <a:pt x="1894993" y="702366"/>
                      <a:pt x="2040834" y="702366"/>
                    </a:cubicBezTo>
                    <a:cubicBezTo>
                      <a:pt x="2164600" y="702366"/>
                      <a:pt x="2288386" y="707650"/>
                      <a:pt x="2411895" y="715618"/>
                    </a:cubicBezTo>
                    <a:cubicBezTo>
                      <a:pt x="2425835" y="716517"/>
                      <a:pt x="2437697" y="728236"/>
                      <a:pt x="2451652" y="728870"/>
                    </a:cubicBezTo>
                    <a:cubicBezTo>
                      <a:pt x="2535496" y="732681"/>
                      <a:pt x="2619513" y="728870"/>
                      <a:pt x="2703443" y="728870"/>
                    </a:cubicBez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B159B8C3-3A19-5648-AF2C-430E003B7196}"/>
                  </a:ext>
                </a:extLst>
              </p:cNvPr>
              <p:cNvSpPr/>
              <p:nvPr/>
            </p:nvSpPr>
            <p:spPr>
              <a:xfrm>
                <a:off x="2199861" y="4651513"/>
                <a:ext cx="834887" cy="702841"/>
              </a:xfrm>
              <a:custGeom>
                <a:avLst/>
                <a:gdLst>
                  <a:gd name="connsiteX0" fmla="*/ 0 w 834887"/>
                  <a:gd name="connsiteY0" fmla="*/ 0 h 702841"/>
                  <a:gd name="connsiteX1" fmla="*/ 92765 w 834887"/>
                  <a:gd name="connsiteY1" fmla="*/ 13252 h 702841"/>
                  <a:gd name="connsiteX2" fmla="*/ 410817 w 834887"/>
                  <a:gd name="connsiteY2" fmla="*/ 26504 h 702841"/>
                  <a:gd name="connsiteX3" fmla="*/ 516835 w 834887"/>
                  <a:gd name="connsiteY3" fmla="*/ 53009 h 702841"/>
                  <a:gd name="connsiteX4" fmla="*/ 596348 w 834887"/>
                  <a:gd name="connsiteY4" fmla="*/ 79513 h 702841"/>
                  <a:gd name="connsiteX5" fmla="*/ 622852 w 834887"/>
                  <a:gd name="connsiteY5" fmla="*/ 119270 h 702841"/>
                  <a:gd name="connsiteX6" fmla="*/ 662609 w 834887"/>
                  <a:gd name="connsiteY6" fmla="*/ 145774 h 702841"/>
                  <a:gd name="connsiteX7" fmla="*/ 675861 w 834887"/>
                  <a:gd name="connsiteY7" fmla="*/ 185530 h 702841"/>
                  <a:gd name="connsiteX8" fmla="*/ 702365 w 834887"/>
                  <a:gd name="connsiteY8" fmla="*/ 212035 h 702841"/>
                  <a:gd name="connsiteX9" fmla="*/ 755374 w 834887"/>
                  <a:gd name="connsiteY9" fmla="*/ 291548 h 702841"/>
                  <a:gd name="connsiteX10" fmla="*/ 781878 w 834887"/>
                  <a:gd name="connsiteY10" fmla="*/ 331304 h 702841"/>
                  <a:gd name="connsiteX11" fmla="*/ 834887 w 834887"/>
                  <a:gd name="connsiteY11" fmla="*/ 384313 h 702841"/>
                  <a:gd name="connsiteX12" fmla="*/ 808382 w 834887"/>
                  <a:gd name="connsiteY12" fmla="*/ 463826 h 702841"/>
                  <a:gd name="connsiteX13" fmla="*/ 768626 w 834887"/>
                  <a:gd name="connsiteY13" fmla="*/ 490330 h 702841"/>
                  <a:gd name="connsiteX14" fmla="*/ 742122 w 834887"/>
                  <a:gd name="connsiteY14" fmla="*/ 516835 h 702841"/>
                  <a:gd name="connsiteX15" fmla="*/ 702365 w 834887"/>
                  <a:gd name="connsiteY15" fmla="*/ 530087 h 702841"/>
                  <a:gd name="connsiteX16" fmla="*/ 596348 w 834887"/>
                  <a:gd name="connsiteY16" fmla="*/ 596348 h 702841"/>
                  <a:gd name="connsiteX17" fmla="*/ 516835 w 834887"/>
                  <a:gd name="connsiteY17" fmla="*/ 622852 h 702841"/>
                  <a:gd name="connsiteX18" fmla="*/ 477078 w 834887"/>
                  <a:gd name="connsiteY18" fmla="*/ 636104 h 702841"/>
                  <a:gd name="connsiteX19" fmla="*/ 331304 w 834887"/>
                  <a:gd name="connsiteY19" fmla="*/ 649357 h 702841"/>
                  <a:gd name="connsiteX20" fmla="*/ 106017 w 834887"/>
                  <a:gd name="connsiteY20" fmla="*/ 662609 h 702841"/>
                  <a:gd name="connsiteX21" fmla="*/ 66261 w 834887"/>
                  <a:gd name="connsiteY21" fmla="*/ 675861 h 702841"/>
                  <a:gd name="connsiteX22" fmla="*/ 13252 w 834887"/>
                  <a:gd name="connsiteY22" fmla="*/ 702365 h 702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34887" h="702841">
                    <a:moveTo>
                      <a:pt x="0" y="0"/>
                    </a:moveTo>
                    <a:cubicBezTo>
                      <a:pt x="30922" y="4417"/>
                      <a:pt x="61594" y="11241"/>
                      <a:pt x="92765" y="13252"/>
                    </a:cubicBezTo>
                    <a:cubicBezTo>
                      <a:pt x="198654" y="20083"/>
                      <a:pt x="305171" y="16600"/>
                      <a:pt x="410817" y="26504"/>
                    </a:cubicBezTo>
                    <a:cubicBezTo>
                      <a:pt x="447085" y="29904"/>
                      <a:pt x="482277" y="41490"/>
                      <a:pt x="516835" y="53009"/>
                    </a:cubicBezTo>
                    <a:lnTo>
                      <a:pt x="596348" y="79513"/>
                    </a:lnTo>
                    <a:cubicBezTo>
                      <a:pt x="605183" y="92765"/>
                      <a:pt x="611590" y="108008"/>
                      <a:pt x="622852" y="119270"/>
                    </a:cubicBezTo>
                    <a:cubicBezTo>
                      <a:pt x="634114" y="130532"/>
                      <a:pt x="652659" y="133337"/>
                      <a:pt x="662609" y="145774"/>
                    </a:cubicBezTo>
                    <a:cubicBezTo>
                      <a:pt x="671335" y="156682"/>
                      <a:pt x="668674" y="173552"/>
                      <a:pt x="675861" y="185530"/>
                    </a:cubicBezTo>
                    <a:cubicBezTo>
                      <a:pt x="682289" y="196244"/>
                      <a:pt x="694868" y="202040"/>
                      <a:pt x="702365" y="212035"/>
                    </a:cubicBezTo>
                    <a:cubicBezTo>
                      <a:pt x="721478" y="237519"/>
                      <a:pt x="737704" y="265044"/>
                      <a:pt x="755374" y="291548"/>
                    </a:cubicBezTo>
                    <a:cubicBezTo>
                      <a:pt x="764209" y="304800"/>
                      <a:pt x="770616" y="320042"/>
                      <a:pt x="781878" y="331304"/>
                    </a:cubicBezTo>
                    <a:lnTo>
                      <a:pt x="834887" y="384313"/>
                    </a:lnTo>
                    <a:cubicBezTo>
                      <a:pt x="826052" y="410817"/>
                      <a:pt x="831628" y="448329"/>
                      <a:pt x="808382" y="463826"/>
                    </a:cubicBezTo>
                    <a:cubicBezTo>
                      <a:pt x="795130" y="472661"/>
                      <a:pt x="781063" y="480380"/>
                      <a:pt x="768626" y="490330"/>
                    </a:cubicBezTo>
                    <a:cubicBezTo>
                      <a:pt x="758870" y="498135"/>
                      <a:pt x="752836" y="510407"/>
                      <a:pt x="742122" y="516835"/>
                    </a:cubicBezTo>
                    <a:cubicBezTo>
                      <a:pt x="730144" y="524022"/>
                      <a:pt x="715617" y="525670"/>
                      <a:pt x="702365" y="530087"/>
                    </a:cubicBezTo>
                    <a:cubicBezTo>
                      <a:pt x="660364" y="593090"/>
                      <a:pt x="690971" y="564808"/>
                      <a:pt x="596348" y="596348"/>
                    </a:cubicBezTo>
                    <a:lnTo>
                      <a:pt x="516835" y="622852"/>
                    </a:lnTo>
                    <a:cubicBezTo>
                      <a:pt x="503583" y="627269"/>
                      <a:pt x="490990" y="634839"/>
                      <a:pt x="477078" y="636104"/>
                    </a:cubicBezTo>
                    <a:lnTo>
                      <a:pt x="331304" y="649357"/>
                    </a:lnTo>
                    <a:cubicBezTo>
                      <a:pt x="205503" y="691290"/>
                      <a:pt x="279614" y="678390"/>
                      <a:pt x="106017" y="662609"/>
                    </a:cubicBezTo>
                    <a:cubicBezTo>
                      <a:pt x="92765" y="667026"/>
                      <a:pt x="78239" y="668674"/>
                      <a:pt x="66261" y="675861"/>
                    </a:cubicBezTo>
                    <a:cubicBezTo>
                      <a:pt x="11675" y="708612"/>
                      <a:pt x="67689" y="702365"/>
                      <a:pt x="13252" y="702365"/>
                    </a:cubicBez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64BC9374-25FC-F24C-B96F-98B64DE81442}"/>
                  </a:ext>
                </a:extLst>
              </p:cNvPr>
              <p:cNvSpPr/>
              <p:nvPr/>
            </p:nvSpPr>
            <p:spPr>
              <a:xfrm>
                <a:off x="2213113" y="5234423"/>
                <a:ext cx="2160104" cy="530273"/>
              </a:xfrm>
              <a:custGeom>
                <a:avLst/>
                <a:gdLst>
                  <a:gd name="connsiteX0" fmla="*/ 0 w 2160104"/>
                  <a:gd name="connsiteY0" fmla="*/ 530273 h 530273"/>
                  <a:gd name="connsiteX1" fmla="*/ 92765 w 2160104"/>
                  <a:gd name="connsiteY1" fmla="*/ 517020 h 530273"/>
                  <a:gd name="connsiteX2" fmla="*/ 159026 w 2160104"/>
                  <a:gd name="connsiteY2" fmla="*/ 503768 h 530273"/>
                  <a:gd name="connsiteX3" fmla="*/ 265044 w 2160104"/>
                  <a:gd name="connsiteY3" fmla="*/ 490516 h 530273"/>
                  <a:gd name="connsiteX4" fmla="*/ 318052 w 2160104"/>
                  <a:gd name="connsiteY4" fmla="*/ 477264 h 530273"/>
                  <a:gd name="connsiteX5" fmla="*/ 450574 w 2160104"/>
                  <a:gd name="connsiteY5" fmla="*/ 437507 h 530273"/>
                  <a:gd name="connsiteX6" fmla="*/ 543339 w 2160104"/>
                  <a:gd name="connsiteY6" fmla="*/ 424255 h 530273"/>
                  <a:gd name="connsiteX7" fmla="*/ 622852 w 2160104"/>
                  <a:gd name="connsiteY7" fmla="*/ 397751 h 530273"/>
                  <a:gd name="connsiteX8" fmla="*/ 649357 w 2160104"/>
                  <a:gd name="connsiteY8" fmla="*/ 371247 h 530273"/>
                  <a:gd name="connsiteX9" fmla="*/ 768626 w 2160104"/>
                  <a:gd name="connsiteY9" fmla="*/ 304986 h 530273"/>
                  <a:gd name="connsiteX10" fmla="*/ 861391 w 2160104"/>
                  <a:gd name="connsiteY10" fmla="*/ 225473 h 530273"/>
                  <a:gd name="connsiteX11" fmla="*/ 914400 w 2160104"/>
                  <a:gd name="connsiteY11" fmla="*/ 159212 h 530273"/>
                  <a:gd name="connsiteX12" fmla="*/ 967409 w 2160104"/>
                  <a:gd name="connsiteY12" fmla="*/ 106203 h 530273"/>
                  <a:gd name="connsiteX13" fmla="*/ 1007165 w 2160104"/>
                  <a:gd name="connsiteY13" fmla="*/ 92951 h 530273"/>
                  <a:gd name="connsiteX14" fmla="*/ 1325217 w 2160104"/>
                  <a:gd name="connsiteY14" fmla="*/ 53194 h 530273"/>
                  <a:gd name="connsiteX15" fmla="*/ 1842052 w 2160104"/>
                  <a:gd name="connsiteY15" fmla="*/ 39942 h 530273"/>
                  <a:gd name="connsiteX16" fmla="*/ 1895061 w 2160104"/>
                  <a:gd name="connsiteY16" fmla="*/ 26690 h 530273"/>
                  <a:gd name="connsiteX17" fmla="*/ 2093844 w 2160104"/>
                  <a:gd name="connsiteY17" fmla="*/ 13438 h 530273"/>
                  <a:gd name="connsiteX18" fmla="*/ 2160104 w 2160104"/>
                  <a:gd name="connsiteY18" fmla="*/ 186 h 530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160104" h="530273">
                    <a:moveTo>
                      <a:pt x="0" y="530273"/>
                    </a:moveTo>
                    <a:cubicBezTo>
                      <a:pt x="30922" y="525855"/>
                      <a:pt x="61954" y="522155"/>
                      <a:pt x="92765" y="517020"/>
                    </a:cubicBezTo>
                    <a:cubicBezTo>
                      <a:pt x="114983" y="513317"/>
                      <a:pt x="136764" y="507193"/>
                      <a:pt x="159026" y="503768"/>
                    </a:cubicBezTo>
                    <a:cubicBezTo>
                      <a:pt x="194226" y="498353"/>
                      <a:pt x="229705" y="494933"/>
                      <a:pt x="265044" y="490516"/>
                    </a:cubicBezTo>
                    <a:cubicBezTo>
                      <a:pt x="282713" y="486099"/>
                      <a:pt x="300607" y="482497"/>
                      <a:pt x="318052" y="477264"/>
                    </a:cubicBezTo>
                    <a:cubicBezTo>
                      <a:pt x="371234" y="461309"/>
                      <a:pt x="398892" y="446904"/>
                      <a:pt x="450574" y="437507"/>
                    </a:cubicBezTo>
                    <a:cubicBezTo>
                      <a:pt x="481306" y="431919"/>
                      <a:pt x="512417" y="428672"/>
                      <a:pt x="543339" y="424255"/>
                    </a:cubicBezTo>
                    <a:cubicBezTo>
                      <a:pt x="569843" y="415420"/>
                      <a:pt x="603096" y="417506"/>
                      <a:pt x="622852" y="397751"/>
                    </a:cubicBezTo>
                    <a:cubicBezTo>
                      <a:pt x="631687" y="388916"/>
                      <a:pt x="638643" y="377675"/>
                      <a:pt x="649357" y="371247"/>
                    </a:cubicBezTo>
                    <a:cubicBezTo>
                      <a:pt x="732674" y="321256"/>
                      <a:pt x="647067" y="426545"/>
                      <a:pt x="768626" y="304986"/>
                    </a:cubicBezTo>
                    <a:cubicBezTo>
                      <a:pt x="896231" y="177381"/>
                      <a:pt x="760476" y="306205"/>
                      <a:pt x="861391" y="225473"/>
                    </a:cubicBezTo>
                    <a:cubicBezTo>
                      <a:pt x="902403" y="192663"/>
                      <a:pt x="876829" y="203045"/>
                      <a:pt x="914400" y="159212"/>
                    </a:cubicBezTo>
                    <a:cubicBezTo>
                      <a:pt x="930662" y="140239"/>
                      <a:pt x="943703" y="114105"/>
                      <a:pt x="967409" y="106203"/>
                    </a:cubicBezTo>
                    <a:lnTo>
                      <a:pt x="1007165" y="92951"/>
                    </a:lnTo>
                    <a:cubicBezTo>
                      <a:pt x="1122723" y="-22607"/>
                      <a:pt x="1035216" y="38694"/>
                      <a:pt x="1325217" y="53194"/>
                    </a:cubicBezTo>
                    <a:cubicBezTo>
                      <a:pt x="1497495" y="48777"/>
                      <a:pt x="1669903" y="47949"/>
                      <a:pt x="1842052" y="39942"/>
                    </a:cubicBezTo>
                    <a:cubicBezTo>
                      <a:pt x="1860246" y="39096"/>
                      <a:pt x="1876948" y="28597"/>
                      <a:pt x="1895061" y="26690"/>
                    </a:cubicBezTo>
                    <a:cubicBezTo>
                      <a:pt x="1961104" y="19738"/>
                      <a:pt x="2027583" y="17855"/>
                      <a:pt x="2093844" y="13438"/>
                    </a:cubicBezTo>
                    <a:cubicBezTo>
                      <a:pt x="2141981" y="-2608"/>
                      <a:pt x="2119631" y="186"/>
                      <a:pt x="2160104" y="186"/>
                    </a:cubicBez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759EAECC-D22E-2E4A-BEC4-BAC8FC34F399}"/>
                  </a:ext>
                </a:extLst>
              </p:cNvPr>
              <p:cNvSpPr/>
              <p:nvPr/>
            </p:nvSpPr>
            <p:spPr>
              <a:xfrm>
                <a:off x="2138832" y="4343401"/>
                <a:ext cx="131023" cy="2722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4106F13A-ECAA-0E44-877E-7F06CFB1B368}"/>
                  </a:ext>
                </a:extLst>
              </p:cNvPr>
              <p:cNvSpPr/>
              <p:nvPr/>
            </p:nvSpPr>
            <p:spPr>
              <a:xfrm>
                <a:off x="2155819" y="5361517"/>
                <a:ext cx="132820" cy="35348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C0F76389-60F7-7D4A-8B21-16EE72BE8CFD}"/>
                </a:ext>
              </a:extLst>
            </p:cNvPr>
            <p:cNvGrpSpPr/>
            <p:nvPr/>
          </p:nvGrpSpPr>
          <p:grpSpPr>
            <a:xfrm flipH="1">
              <a:off x="-414600" y="4240695"/>
              <a:ext cx="2111867" cy="1550505"/>
              <a:chOff x="2138832" y="4214191"/>
              <a:chExt cx="2250218" cy="1550505"/>
            </a:xfrm>
          </p:grpSpPr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EBE02AA6-633A-5940-B9F0-CA80B6AECE45}"/>
                  </a:ext>
                </a:extLst>
              </p:cNvPr>
              <p:cNvSpPr/>
              <p:nvPr/>
            </p:nvSpPr>
            <p:spPr>
              <a:xfrm>
                <a:off x="2173358" y="4214191"/>
                <a:ext cx="2215692" cy="730563"/>
              </a:xfrm>
              <a:custGeom>
                <a:avLst/>
                <a:gdLst>
                  <a:gd name="connsiteX0" fmla="*/ 0 w 2703443"/>
                  <a:gd name="connsiteY0" fmla="*/ 106018 h 730563"/>
                  <a:gd name="connsiteX1" fmla="*/ 503582 w 2703443"/>
                  <a:gd name="connsiteY1" fmla="*/ 106018 h 730563"/>
                  <a:gd name="connsiteX2" fmla="*/ 583095 w 2703443"/>
                  <a:gd name="connsiteY2" fmla="*/ 132522 h 730563"/>
                  <a:gd name="connsiteX3" fmla="*/ 622852 w 2703443"/>
                  <a:gd name="connsiteY3" fmla="*/ 145774 h 730563"/>
                  <a:gd name="connsiteX4" fmla="*/ 702365 w 2703443"/>
                  <a:gd name="connsiteY4" fmla="*/ 53009 h 730563"/>
                  <a:gd name="connsiteX5" fmla="*/ 742121 w 2703443"/>
                  <a:gd name="connsiteY5" fmla="*/ 26505 h 730563"/>
                  <a:gd name="connsiteX6" fmla="*/ 821634 w 2703443"/>
                  <a:gd name="connsiteY6" fmla="*/ 0 h 730563"/>
                  <a:gd name="connsiteX7" fmla="*/ 914400 w 2703443"/>
                  <a:gd name="connsiteY7" fmla="*/ 13252 h 730563"/>
                  <a:gd name="connsiteX8" fmla="*/ 954156 w 2703443"/>
                  <a:gd name="connsiteY8" fmla="*/ 79513 h 730563"/>
                  <a:gd name="connsiteX9" fmla="*/ 980660 w 2703443"/>
                  <a:gd name="connsiteY9" fmla="*/ 106018 h 730563"/>
                  <a:gd name="connsiteX10" fmla="*/ 993913 w 2703443"/>
                  <a:gd name="connsiteY10" fmla="*/ 145774 h 730563"/>
                  <a:gd name="connsiteX11" fmla="*/ 954156 w 2703443"/>
                  <a:gd name="connsiteY11" fmla="*/ 225287 h 730563"/>
                  <a:gd name="connsiteX12" fmla="*/ 980660 w 2703443"/>
                  <a:gd name="connsiteY12" fmla="*/ 251792 h 730563"/>
                  <a:gd name="connsiteX13" fmla="*/ 1060173 w 2703443"/>
                  <a:gd name="connsiteY13" fmla="*/ 291548 h 730563"/>
                  <a:gd name="connsiteX14" fmla="*/ 1113182 w 2703443"/>
                  <a:gd name="connsiteY14" fmla="*/ 344557 h 730563"/>
                  <a:gd name="connsiteX15" fmla="*/ 1179443 w 2703443"/>
                  <a:gd name="connsiteY15" fmla="*/ 397566 h 730563"/>
                  <a:gd name="connsiteX16" fmla="*/ 1219200 w 2703443"/>
                  <a:gd name="connsiteY16" fmla="*/ 424070 h 730563"/>
                  <a:gd name="connsiteX17" fmla="*/ 1245704 w 2703443"/>
                  <a:gd name="connsiteY17" fmla="*/ 463826 h 730563"/>
                  <a:gd name="connsiteX18" fmla="*/ 1298713 w 2703443"/>
                  <a:gd name="connsiteY18" fmla="*/ 516835 h 730563"/>
                  <a:gd name="connsiteX19" fmla="*/ 1351721 w 2703443"/>
                  <a:gd name="connsiteY19" fmla="*/ 583096 h 730563"/>
                  <a:gd name="connsiteX20" fmla="*/ 1364973 w 2703443"/>
                  <a:gd name="connsiteY20" fmla="*/ 622852 h 730563"/>
                  <a:gd name="connsiteX21" fmla="*/ 1391478 w 2703443"/>
                  <a:gd name="connsiteY21" fmla="*/ 649357 h 730563"/>
                  <a:gd name="connsiteX22" fmla="*/ 1404730 w 2703443"/>
                  <a:gd name="connsiteY22" fmla="*/ 689113 h 730563"/>
                  <a:gd name="connsiteX23" fmla="*/ 1563756 w 2703443"/>
                  <a:gd name="connsiteY23" fmla="*/ 702366 h 730563"/>
                  <a:gd name="connsiteX24" fmla="*/ 1603513 w 2703443"/>
                  <a:gd name="connsiteY24" fmla="*/ 715618 h 730563"/>
                  <a:gd name="connsiteX25" fmla="*/ 2040834 w 2703443"/>
                  <a:gd name="connsiteY25" fmla="*/ 702366 h 730563"/>
                  <a:gd name="connsiteX26" fmla="*/ 2411895 w 2703443"/>
                  <a:gd name="connsiteY26" fmla="*/ 715618 h 730563"/>
                  <a:gd name="connsiteX27" fmla="*/ 2451652 w 2703443"/>
                  <a:gd name="connsiteY27" fmla="*/ 728870 h 730563"/>
                  <a:gd name="connsiteX28" fmla="*/ 2703443 w 2703443"/>
                  <a:gd name="connsiteY28" fmla="*/ 728870 h 730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703443" h="730563">
                    <a:moveTo>
                      <a:pt x="0" y="106018"/>
                    </a:moveTo>
                    <a:cubicBezTo>
                      <a:pt x="206427" y="76529"/>
                      <a:pt x="157918" y="77992"/>
                      <a:pt x="503582" y="106018"/>
                    </a:cubicBezTo>
                    <a:cubicBezTo>
                      <a:pt x="531429" y="108276"/>
                      <a:pt x="556591" y="123687"/>
                      <a:pt x="583095" y="132522"/>
                    </a:cubicBezTo>
                    <a:lnTo>
                      <a:pt x="622852" y="145774"/>
                    </a:lnTo>
                    <a:cubicBezTo>
                      <a:pt x="646832" y="109805"/>
                      <a:pt x="663802" y="78717"/>
                      <a:pt x="702365" y="53009"/>
                    </a:cubicBezTo>
                    <a:cubicBezTo>
                      <a:pt x="715617" y="44174"/>
                      <a:pt x="727567" y="32974"/>
                      <a:pt x="742121" y="26505"/>
                    </a:cubicBezTo>
                    <a:cubicBezTo>
                      <a:pt x="767651" y="15158"/>
                      <a:pt x="821634" y="0"/>
                      <a:pt x="821634" y="0"/>
                    </a:cubicBezTo>
                    <a:cubicBezTo>
                      <a:pt x="852556" y="4417"/>
                      <a:pt x="884767" y="3374"/>
                      <a:pt x="914400" y="13252"/>
                    </a:cubicBezTo>
                    <a:cubicBezTo>
                      <a:pt x="947977" y="24444"/>
                      <a:pt x="940089" y="56067"/>
                      <a:pt x="954156" y="79513"/>
                    </a:cubicBezTo>
                    <a:cubicBezTo>
                      <a:pt x="960584" y="90227"/>
                      <a:pt x="971825" y="97183"/>
                      <a:pt x="980660" y="106018"/>
                    </a:cubicBezTo>
                    <a:cubicBezTo>
                      <a:pt x="985078" y="119270"/>
                      <a:pt x="993913" y="131805"/>
                      <a:pt x="993913" y="145774"/>
                    </a:cubicBezTo>
                    <a:cubicBezTo>
                      <a:pt x="993913" y="173206"/>
                      <a:pt x="967556" y="205187"/>
                      <a:pt x="954156" y="225287"/>
                    </a:cubicBezTo>
                    <a:cubicBezTo>
                      <a:pt x="962991" y="234122"/>
                      <a:pt x="969946" y="245364"/>
                      <a:pt x="980660" y="251792"/>
                    </a:cubicBezTo>
                    <a:cubicBezTo>
                      <a:pt x="1059048" y="298825"/>
                      <a:pt x="981976" y="224522"/>
                      <a:pt x="1060173" y="291548"/>
                    </a:cubicBezTo>
                    <a:cubicBezTo>
                      <a:pt x="1079146" y="307810"/>
                      <a:pt x="1092390" y="330696"/>
                      <a:pt x="1113182" y="344557"/>
                    </a:cubicBezTo>
                    <a:cubicBezTo>
                      <a:pt x="1235550" y="426134"/>
                      <a:pt x="1085027" y="322033"/>
                      <a:pt x="1179443" y="397566"/>
                    </a:cubicBezTo>
                    <a:cubicBezTo>
                      <a:pt x="1191880" y="407516"/>
                      <a:pt x="1205948" y="415235"/>
                      <a:pt x="1219200" y="424070"/>
                    </a:cubicBezTo>
                    <a:cubicBezTo>
                      <a:pt x="1228035" y="437322"/>
                      <a:pt x="1235339" y="451733"/>
                      <a:pt x="1245704" y="463826"/>
                    </a:cubicBezTo>
                    <a:cubicBezTo>
                      <a:pt x="1261966" y="482799"/>
                      <a:pt x="1298713" y="516835"/>
                      <a:pt x="1298713" y="516835"/>
                    </a:cubicBezTo>
                    <a:cubicBezTo>
                      <a:pt x="1332022" y="616764"/>
                      <a:pt x="1283216" y="497465"/>
                      <a:pt x="1351721" y="583096"/>
                    </a:cubicBezTo>
                    <a:cubicBezTo>
                      <a:pt x="1360447" y="594004"/>
                      <a:pt x="1357786" y="610874"/>
                      <a:pt x="1364973" y="622852"/>
                    </a:cubicBezTo>
                    <a:cubicBezTo>
                      <a:pt x="1371401" y="633566"/>
                      <a:pt x="1382643" y="640522"/>
                      <a:pt x="1391478" y="649357"/>
                    </a:cubicBezTo>
                    <a:cubicBezTo>
                      <a:pt x="1395895" y="662609"/>
                      <a:pt x="1391379" y="685005"/>
                      <a:pt x="1404730" y="689113"/>
                    </a:cubicBezTo>
                    <a:cubicBezTo>
                      <a:pt x="1455570" y="704756"/>
                      <a:pt x="1511030" y="695336"/>
                      <a:pt x="1563756" y="702366"/>
                    </a:cubicBezTo>
                    <a:cubicBezTo>
                      <a:pt x="1577603" y="704212"/>
                      <a:pt x="1590261" y="711201"/>
                      <a:pt x="1603513" y="715618"/>
                    </a:cubicBezTo>
                    <a:cubicBezTo>
                      <a:pt x="1749287" y="711201"/>
                      <a:pt x="1894993" y="702366"/>
                      <a:pt x="2040834" y="702366"/>
                    </a:cubicBezTo>
                    <a:cubicBezTo>
                      <a:pt x="2164600" y="702366"/>
                      <a:pt x="2288386" y="707650"/>
                      <a:pt x="2411895" y="715618"/>
                    </a:cubicBezTo>
                    <a:cubicBezTo>
                      <a:pt x="2425835" y="716517"/>
                      <a:pt x="2437697" y="728236"/>
                      <a:pt x="2451652" y="728870"/>
                    </a:cubicBezTo>
                    <a:cubicBezTo>
                      <a:pt x="2535496" y="732681"/>
                      <a:pt x="2619513" y="728870"/>
                      <a:pt x="2703443" y="728870"/>
                    </a:cubicBez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0B19DE4F-6CA8-FE46-A1C5-AFCC6BAD2D06}"/>
                  </a:ext>
                </a:extLst>
              </p:cNvPr>
              <p:cNvSpPr/>
              <p:nvPr/>
            </p:nvSpPr>
            <p:spPr>
              <a:xfrm>
                <a:off x="2199861" y="4651513"/>
                <a:ext cx="834887" cy="702841"/>
              </a:xfrm>
              <a:custGeom>
                <a:avLst/>
                <a:gdLst>
                  <a:gd name="connsiteX0" fmla="*/ 0 w 834887"/>
                  <a:gd name="connsiteY0" fmla="*/ 0 h 702841"/>
                  <a:gd name="connsiteX1" fmla="*/ 92765 w 834887"/>
                  <a:gd name="connsiteY1" fmla="*/ 13252 h 702841"/>
                  <a:gd name="connsiteX2" fmla="*/ 410817 w 834887"/>
                  <a:gd name="connsiteY2" fmla="*/ 26504 h 702841"/>
                  <a:gd name="connsiteX3" fmla="*/ 516835 w 834887"/>
                  <a:gd name="connsiteY3" fmla="*/ 53009 h 702841"/>
                  <a:gd name="connsiteX4" fmla="*/ 596348 w 834887"/>
                  <a:gd name="connsiteY4" fmla="*/ 79513 h 702841"/>
                  <a:gd name="connsiteX5" fmla="*/ 622852 w 834887"/>
                  <a:gd name="connsiteY5" fmla="*/ 119270 h 702841"/>
                  <a:gd name="connsiteX6" fmla="*/ 662609 w 834887"/>
                  <a:gd name="connsiteY6" fmla="*/ 145774 h 702841"/>
                  <a:gd name="connsiteX7" fmla="*/ 675861 w 834887"/>
                  <a:gd name="connsiteY7" fmla="*/ 185530 h 702841"/>
                  <a:gd name="connsiteX8" fmla="*/ 702365 w 834887"/>
                  <a:gd name="connsiteY8" fmla="*/ 212035 h 702841"/>
                  <a:gd name="connsiteX9" fmla="*/ 755374 w 834887"/>
                  <a:gd name="connsiteY9" fmla="*/ 291548 h 702841"/>
                  <a:gd name="connsiteX10" fmla="*/ 781878 w 834887"/>
                  <a:gd name="connsiteY10" fmla="*/ 331304 h 702841"/>
                  <a:gd name="connsiteX11" fmla="*/ 834887 w 834887"/>
                  <a:gd name="connsiteY11" fmla="*/ 384313 h 702841"/>
                  <a:gd name="connsiteX12" fmla="*/ 808382 w 834887"/>
                  <a:gd name="connsiteY12" fmla="*/ 463826 h 702841"/>
                  <a:gd name="connsiteX13" fmla="*/ 768626 w 834887"/>
                  <a:gd name="connsiteY13" fmla="*/ 490330 h 702841"/>
                  <a:gd name="connsiteX14" fmla="*/ 742122 w 834887"/>
                  <a:gd name="connsiteY14" fmla="*/ 516835 h 702841"/>
                  <a:gd name="connsiteX15" fmla="*/ 702365 w 834887"/>
                  <a:gd name="connsiteY15" fmla="*/ 530087 h 702841"/>
                  <a:gd name="connsiteX16" fmla="*/ 596348 w 834887"/>
                  <a:gd name="connsiteY16" fmla="*/ 596348 h 702841"/>
                  <a:gd name="connsiteX17" fmla="*/ 516835 w 834887"/>
                  <a:gd name="connsiteY17" fmla="*/ 622852 h 702841"/>
                  <a:gd name="connsiteX18" fmla="*/ 477078 w 834887"/>
                  <a:gd name="connsiteY18" fmla="*/ 636104 h 702841"/>
                  <a:gd name="connsiteX19" fmla="*/ 331304 w 834887"/>
                  <a:gd name="connsiteY19" fmla="*/ 649357 h 702841"/>
                  <a:gd name="connsiteX20" fmla="*/ 106017 w 834887"/>
                  <a:gd name="connsiteY20" fmla="*/ 662609 h 702841"/>
                  <a:gd name="connsiteX21" fmla="*/ 66261 w 834887"/>
                  <a:gd name="connsiteY21" fmla="*/ 675861 h 702841"/>
                  <a:gd name="connsiteX22" fmla="*/ 13252 w 834887"/>
                  <a:gd name="connsiteY22" fmla="*/ 702365 h 702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34887" h="702841">
                    <a:moveTo>
                      <a:pt x="0" y="0"/>
                    </a:moveTo>
                    <a:cubicBezTo>
                      <a:pt x="30922" y="4417"/>
                      <a:pt x="61594" y="11241"/>
                      <a:pt x="92765" y="13252"/>
                    </a:cubicBezTo>
                    <a:cubicBezTo>
                      <a:pt x="198654" y="20083"/>
                      <a:pt x="305171" y="16600"/>
                      <a:pt x="410817" y="26504"/>
                    </a:cubicBezTo>
                    <a:cubicBezTo>
                      <a:pt x="447085" y="29904"/>
                      <a:pt x="482277" y="41490"/>
                      <a:pt x="516835" y="53009"/>
                    </a:cubicBezTo>
                    <a:lnTo>
                      <a:pt x="596348" y="79513"/>
                    </a:lnTo>
                    <a:cubicBezTo>
                      <a:pt x="605183" y="92765"/>
                      <a:pt x="611590" y="108008"/>
                      <a:pt x="622852" y="119270"/>
                    </a:cubicBezTo>
                    <a:cubicBezTo>
                      <a:pt x="634114" y="130532"/>
                      <a:pt x="652659" y="133337"/>
                      <a:pt x="662609" y="145774"/>
                    </a:cubicBezTo>
                    <a:cubicBezTo>
                      <a:pt x="671335" y="156682"/>
                      <a:pt x="668674" y="173552"/>
                      <a:pt x="675861" y="185530"/>
                    </a:cubicBezTo>
                    <a:cubicBezTo>
                      <a:pt x="682289" y="196244"/>
                      <a:pt x="694868" y="202040"/>
                      <a:pt x="702365" y="212035"/>
                    </a:cubicBezTo>
                    <a:cubicBezTo>
                      <a:pt x="721478" y="237519"/>
                      <a:pt x="737704" y="265044"/>
                      <a:pt x="755374" y="291548"/>
                    </a:cubicBezTo>
                    <a:cubicBezTo>
                      <a:pt x="764209" y="304800"/>
                      <a:pt x="770616" y="320042"/>
                      <a:pt x="781878" y="331304"/>
                    </a:cubicBezTo>
                    <a:lnTo>
                      <a:pt x="834887" y="384313"/>
                    </a:lnTo>
                    <a:cubicBezTo>
                      <a:pt x="826052" y="410817"/>
                      <a:pt x="831628" y="448329"/>
                      <a:pt x="808382" y="463826"/>
                    </a:cubicBezTo>
                    <a:cubicBezTo>
                      <a:pt x="795130" y="472661"/>
                      <a:pt x="781063" y="480380"/>
                      <a:pt x="768626" y="490330"/>
                    </a:cubicBezTo>
                    <a:cubicBezTo>
                      <a:pt x="758870" y="498135"/>
                      <a:pt x="752836" y="510407"/>
                      <a:pt x="742122" y="516835"/>
                    </a:cubicBezTo>
                    <a:cubicBezTo>
                      <a:pt x="730144" y="524022"/>
                      <a:pt x="715617" y="525670"/>
                      <a:pt x="702365" y="530087"/>
                    </a:cubicBezTo>
                    <a:cubicBezTo>
                      <a:pt x="660364" y="593090"/>
                      <a:pt x="690971" y="564808"/>
                      <a:pt x="596348" y="596348"/>
                    </a:cubicBezTo>
                    <a:lnTo>
                      <a:pt x="516835" y="622852"/>
                    </a:lnTo>
                    <a:cubicBezTo>
                      <a:pt x="503583" y="627269"/>
                      <a:pt x="490990" y="634839"/>
                      <a:pt x="477078" y="636104"/>
                    </a:cubicBezTo>
                    <a:lnTo>
                      <a:pt x="331304" y="649357"/>
                    </a:lnTo>
                    <a:cubicBezTo>
                      <a:pt x="205503" y="691290"/>
                      <a:pt x="279614" y="678390"/>
                      <a:pt x="106017" y="662609"/>
                    </a:cubicBezTo>
                    <a:cubicBezTo>
                      <a:pt x="92765" y="667026"/>
                      <a:pt x="78239" y="668674"/>
                      <a:pt x="66261" y="675861"/>
                    </a:cubicBezTo>
                    <a:cubicBezTo>
                      <a:pt x="11675" y="708612"/>
                      <a:pt x="67689" y="702365"/>
                      <a:pt x="13252" y="702365"/>
                    </a:cubicBez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1D7C1118-7523-6B4B-BCA1-37A35568F7A0}"/>
                  </a:ext>
                </a:extLst>
              </p:cNvPr>
              <p:cNvSpPr/>
              <p:nvPr/>
            </p:nvSpPr>
            <p:spPr>
              <a:xfrm>
                <a:off x="2213113" y="5234423"/>
                <a:ext cx="2160104" cy="530273"/>
              </a:xfrm>
              <a:custGeom>
                <a:avLst/>
                <a:gdLst>
                  <a:gd name="connsiteX0" fmla="*/ 0 w 2160104"/>
                  <a:gd name="connsiteY0" fmla="*/ 530273 h 530273"/>
                  <a:gd name="connsiteX1" fmla="*/ 92765 w 2160104"/>
                  <a:gd name="connsiteY1" fmla="*/ 517020 h 530273"/>
                  <a:gd name="connsiteX2" fmla="*/ 159026 w 2160104"/>
                  <a:gd name="connsiteY2" fmla="*/ 503768 h 530273"/>
                  <a:gd name="connsiteX3" fmla="*/ 265044 w 2160104"/>
                  <a:gd name="connsiteY3" fmla="*/ 490516 h 530273"/>
                  <a:gd name="connsiteX4" fmla="*/ 318052 w 2160104"/>
                  <a:gd name="connsiteY4" fmla="*/ 477264 h 530273"/>
                  <a:gd name="connsiteX5" fmla="*/ 450574 w 2160104"/>
                  <a:gd name="connsiteY5" fmla="*/ 437507 h 530273"/>
                  <a:gd name="connsiteX6" fmla="*/ 543339 w 2160104"/>
                  <a:gd name="connsiteY6" fmla="*/ 424255 h 530273"/>
                  <a:gd name="connsiteX7" fmla="*/ 622852 w 2160104"/>
                  <a:gd name="connsiteY7" fmla="*/ 397751 h 530273"/>
                  <a:gd name="connsiteX8" fmla="*/ 649357 w 2160104"/>
                  <a:gd name="connsiteY8" fmla="*/ 371247 h 530273"/>
                  <a:gd name="connsiteX9" fmla="*/ 768626 w 2160104"/>
                  <a:gd name="connsiteY9" fmla="*/ 304986 h 530273"/>
                  <a:gd name="connsiteX10" fmla="*/ 861391 w 2160104"/>
                  <a:gd name="connsiteY10" fmla="*/ 225473 h 530273"/>
                  <a:gd name="connsiteX11" fmla="*/ 914400 w 2160104"/>
                  <a:gd name="connsiteY11" fmla="*/ 159212 h 530273"/>
                  <a:gd name="connsiteX12" fmla="*/ 967409 w 2160104"/>
                  <a:gd name="connsiteY12" fmla="*/ 106203 h 530273"/>
                  <a:gd name="connsiteX13" fmla="*/ 1007165 w 2160104"/>
                  <a:gd name="connsiteY13" fmla="*/ 92951 h 530273"/>
                  <a:gd name="connsiteX14" fmla="*/ 1325217 w 2160104"/>
                  <a:gd name="connsiteY14" fmla="*/ 53194 h 530273"/>
                  <a:gd name="connsiteX15" fmla="*/ 1842052 w 2160104"/>
                  <a:gd name="connsiteY15" fmla="*/ 39942 h 530273"/>
                  <a:gd name="connsiteX16" fmla="*/ 1895061 w 2160104"/>
                  <a:gd name="connsiteY16" fmla="*/ 26690 h 530273"/>
                  <a:gd name="connsiteX17" fmla="*/ 2093844 w 2160104"/>
                  <a:gd name="connsiteY17" fmla="*/ 13438 h 530273"/>
                  <a:gd name="connsiteX18" fmla="*/ 2160104 w 2160104"/>
                  <a:gd name="connsiteY18" fmla="*/ 186 h 530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160104" h="530273">
                    <a:moveTo>
                      <a:pt x="0" y="530273"/>
                    </a:moveTo>
                    <a:cubicBezTo>
                      <a:pt x="30922" y="525855"/>
                      <a:pt x="61954" y="522155"/>
                      <a:pt x="92765" y="517020"/>
                    </a:cubicBezTo>
                    <a:cubicBezTo>
                      <a:pt x="114983" y="513317"/>
                      <a:pt x="136764" y="507193"/>
                      <a:pt x="159026" y="503768"/>
                    </a:cubicBezTo>
                    <a:cubicBezTo>
                      <a:pt x="194226" y="498353"/>
                      <a:pt x="229705" y="494933"/>
                      <a:pt x="265044" y="490516"/>
                    </a:cubicBezTo>
                    <a:cubicBezTo>
                      <a:pt x="282713" y="486099"/>
                      <a:pt x="300607" y="482497"/>
                      <a:pt x="318052" y="477264"/>
                    </a:cubicBezTo>
                    <a:cubicBezTo>
                      <a:pt x="371234" y="461309"/>
                      <a:pt x="398892" y="446904"/>
                      <a:pt x="450574" y="437507"/>
                    </a:cubicBezTo>
                    <a:cubicBezTo>
                      <a:pt x="481306" y="431919"/>
                      <a:pt x="512417" y="428672"/>
                      <a:pt x="543339" y="424255"/>
                    </a:cubicBezTo>
                    <a:cubicBezTo>
                      <a:pt x="569843" y="415420"/>
                      <a:pt x="603096" y="417506"/>
                      <a:pt x="622852" y="397751"/>
                    </a:cubicBezTo>
                    <a:cubicBezTo>
                      <a:pt x="631687" y="388916"/>
                      <a:pt x="638643" y="377675"/>
                      <a:pt x="649357" y="371247"/>
                    </a:cubicBezTo>
                    <a:cubicBezTo>
                      <a:pt x="732674" y="321256"/>
                      <a:pt x="647067" y="426545"/>
                      <a:pt x="768626" y="304986"/>
                    </a:cubicBezTo>
                    <a:cubicBezTo>
                      <a:pt x="896231" y="177381"/>
                      <a:pt x="760476" y="306205"/>
                      <a:pt x="861391" y="225473"/>
                    </a:cubicBezTo>
                    <a:cubicBezTo>
                      <a:pt x="902403" y="192663"/>
                      <a:pt x="876829" y="203045"/>
                      <a:pt x="914400" y="159212"/>
                    </a:cubicBezTo>
                    <a:cubicBezTo>
                      <a:pt x="930662" y="140239"/>
                      <a:pt x="943703" y="114105"/>
                      <a:pt x="967409" y="106203"/>
                    </a:cubicBezTo>
                    <a:lnTo>
                      <a:pt x="1007165" y="92951"/>
                    </a:lnTo>
                    <a:cubicBezTo>
                      <a:pt x="1122723" y="-22607"/>
                      <a:pt x="1035216" y="38694"/>
                      <a:pt x="1325217" y="53194"/>
                    </a:cubicBezTo>
                    <a:cubicBezTo>
                      <a:pt x="1497495" y="48777"/>
                      <a:pt x="1669903" y="47949"/>
                      <a:pt x="1842052" y="39942"/>
                    </a:cubicBezTo>
                    <a:cubicBezTo>
                      <a:pt x="1860246" y="39096"/>
                      <a:pt x="1876948" y="28597"/>
                      <a:pt x="1895061" y="26690"/>
                    </a:cubicBezTo>
                    <a:cubicBezTo>
                      <a:pt x="1961104" y="19738"/>
                      <a:pt x="2027583" y="17855"/>
                      <a:pt x="2093844" y="13438"/>
                    </a:cubicBezTo>
                    <a:cubicBezTo>
                      <a:pt x="2141981" y="-2608"/>
                      <a:pt x="2119631" y="186"/>
                      <a:pt x="2160104" y="186"/>
                    </a:cubicBez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21BABA57-9BA6-854E-B0FB-DDE77EB671E9}"/>
                  </a:ext>
                </a:extLst>
              </p:cNvPr>
              <p:cNvSpPr/>
              <p:nvPr/>
            </p:nvSpPr>
            <p:spPr>
              <a:xfrm>
                <a:off x="2138832" y="4343401"/>
                <a:ext cx="131023" cy="2722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2A0C9774-C192-564B-AAB5-BDAE85A55523}"/>
                  </a:ext>
                </a:extLst>
              </p:cNvPr>
              <p:cNvSpPr/>
              <p:nvPr/>
            </p:nvSpPr>
            <p:spPr>
              <a:xfrm>
                <a:off x="2155819" y="5361517"/>
                <a:ext cx="132820" cy="35348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823E301-B44E-D44D-ADC5-3943CEAB8283}"/>
              </a:ext>
            </a:extLst>
          </p:cNvPr>
          <p:cNvCxnSpPr>
            <a:cxnSpLocks/>
          </p:cNvCxnSpPr>
          <p:nvPr/>
        </p:nvCxnSpPr>
        <p:spPr>
          <a:xfrm>
            <a:off x="4259355" y="3961657"/>
            <a:ext cx="15533" cy="2225167"/>
          </a:xfrm>
          <a:prstGeom prst="line">
            <a:avLst/>
          </a:prstGeom>
          <a:ln w="444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7EBA9F3A-C2E4-1B4B-8036-C75358A5D812}"/>
              </a:ext>
            </a:extLst>
          </p:cNvPr>
          <p:cNvCxnSpPr>
            <a:cxnSpLocks/>
          </p:cNvCxnSpPr>
          <p:nvPr/>
        </p:nvCxnSpPr>
        <p:spPr>
          <a:xfrm>
            <a:off x="4480267" y="3962400"/>
            <a:ext cx="15533" cy="2225167"/>
          </a:xfrm>
          <a:prstGeom prst="line">
            <a:avLst/>
          </a:prstGeom>
          <a:ln w="444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xplosion 1 69">
            <a:extLst>
              <a:ext uri="{FF2B5EF4-FFF2-40B4-BE49-F238E27FC236}">
                <a16:creationId xmlns:a16="http://schemas.microsoft.com/office/drawing/2014/main" id="{8AFBC578-1C8F-8C4E-8BDA-8CD372800636}"/>
              </a:ext>
            </a:extLst>
          </p:cNvPr>
          <p:cNvSpPr/>
          <p:nvPr/>
        </p:nvSpPr>
        <p:spPr>
          <a:xfrm>
            <a:off x="4516568" y="3107480"/>
            <a:ext cx="252720" cy="245091"/>
          </a:xfrm>
          <a:prstGeom prst="irregularSeal1">
            <a:avLst/>
          </a:prstGeom>
          <a:solidFill>
            <a:srgbClr val="FF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A85D843-975C-9E42-BD97-E8ED622EF493}"/>
              </a:ext>
            </a:extLst>
          </p:cNvPr>
          <p:cNvSpPr/>
          <p:nvPr/>
        </p:nvSpPr>
        <p:spPr>
          <a:xfrm>
            <a:off x="4404167" y="3298785"/>
            <a:ext cx="196770" cy="2135529"/>
          </a:xfrm>
          <a:custGeom>
            <a:avLst/>
            <a:gdLst>
              <a:gd name="connsiteX0" fmla="*/ 0 w 196770"/>
              <a:gd name="connsiteY0" fmla="*/ 2135529 h 2135529"/>
              <a:gd name="connsiteX1" fmla="*/ 40511 w 196770"/>
              <a:gd name="connsiteY1" fmla="*/ 2077656 h 2135529"/>
              <a:gd name="connsiteX2" fmla="*/ 52086 w 196770"/>
              <a:gd name="connsiteY2" fmla="*/ 2060293 h 2135529"/>
              <a:gd name="connsiteX3" fmla="*/ 69448 w 196770"/>
              <a:gd name="connsiteY3" fmla="*/ 2048719 h 2135529"/>
              <a:gd name="connsiteX4" fmla="*/ 104172 w 196770"/>
              <a:gd name="connsiteY4" fmla="*/ 1996633 h 2135529"/>
              <a:gd name="connsiteX5" fmla="*/ 115747 w 196770"/>
              <a:gd name="connsiteY5" fmla="*/ 1979271 h 2135529"/>
              <a:gd name="connsiteX6" fmla="*/ 127322 w 196770"/>
              <a:gd name="connsiteY6" fmla="*/ 1961909 h 2135529"/>
              <a:gd name="connsiteX7" fmla="*/ 144684 w 196770"/>
              <a:gd name="connsiteY7" fmla="*/ 1909823 h 2135529"/>
              <a:gd name="connsiteX8" fmla="*/ 162046 w 196770"/>
              <a:gd name="connsiteY8" fmla="*/ 1851949 h 2135529"/>
              <a:gd name="connsiteX9" fmla="*/ 167833 w 196770"/>
              <a:gd name="connsiteY9" fmla="*/ 1817225 h 2135529"/>
              <a:gd name="connsiteX10" fmla="*/ 173620 w 196770"/>
              <a:gd name="connsiteY10" fmla="*/ 1794076 h 2135529"/>
              <a:gd name="connsiteX11" fmla="*/ 179408 w 196770"/>
              <a:gd name="connsiteY11" fmla="*/ 1747777 h 2135529"/>
              <a:gd name="connsiteX12" fmla="*/ 185195 w 196770"/>
              <a:gd name="connsiteY12" fmla="*/ 1718840 h 2135529"/>
              <a:gd name="connsiteX13" fmla="*/ 179408 w 196770"/>
              <a:gd name="connsiteY13" fmla="*/ 1504709 h 2135529"/>
              <a:gd name="connsiteX14" fmla="*/ 167833 w 196770"/>
              <a:gd name="connsiteY14" fmla="*/ 1452623 h 2135529"/>
              <a:gd name="connsiteX15" fmla="*/ 162046 w 196770"/>
              <a:gd name="connsiteY15" fmla="*/ 1307939 h 2135529"/>
              <a:gd name="connsiteX16" fmla="*/ 156258 w 196770"/>
              <a:gd name="connsiteY16" fmla="*/ 1290577 h 2135529"/>
              <a:gd name="connsiteX17" fmla="*/ 167833 w 196770"/>
              <a:gd name="connsiteY17" fmla="*/ 1041721 h 2135529"/>
              <a:gd name="connsiteX18" fmla="*/ 162046 w 196770"/>
              <a:gd name="connsiteY18" fmla="*/ 804440 h 2135529"/>
              <a:gd name="connsiteX19" fmla="*/ 162046 w 196770"/>
              <a:gd name="connsiteY19" fmla="*/ 497711 h 2135529"/>
              <a:gd name="connsiteX20" fmla="*/ 167833 w 196770"/>
              <a:gd name="connsiteY20" fmla="*/ 300942 h 2135529"/>
              <a:gd name="connsiteX21" fmla="*/ 173620 w 196770"/>
              <a:gd name="connsiteY21" fmla="*/ 266218 h 2135529"/>
              <a:gd name="connsiteX22" fmla="*/ 179408 w 196770"/>
              <a:gd name="connsiteY22" fmla="*/ 225706 h 2135529"/>
              <a:gd name="connsiteX23" fmla="*/ 190982 w 196770"/>
              <a:gd name="connsiteY23" fmla="*/ 115747 h 2135529"/>
              <a:gd name="connsiteX24" fmla="*/ 196770 w 196770"/>
              <a:gd name="connsiteY24" fmla="*/ 0 h 2135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96770" h="2135529">
                <a:moveTo>
                  <a:pt x="0" y="2135529"/>
                </a:moveTo>
                <a:lnTo>
                  <a:pt x="40511" y="2077656"/>
                </a:lnTo>
                <a:cubicBezTo>
                  <a:pt x="44470" y="2071937"/>
                  <a:pt x="46298" y="2064151"/>
                  <a:pt x="52086" y="2060293"/>
                </a:cubicBezTo>
                <a:lnTo>
                  <a:pt x="69448" y="2048719"/>
                </a:lnTo>
                <a:lnTo>
                  <a:pt x="104172" y="1996633"/>
                </a:lnTo>
                <a:lnTo>
                  <a:pt x="115747" y="1979271"/>
                </a:lnTo>
                <a:lnTo>
                  <a:pt x="127322" y="1961909"/>
                </a:lnTo>
                <a:lnTo>
                  <a:pt x="144684" y="1909823"/>
                </a:lnTo>
                <a:cubicBezTo>
                  <a:pt x="151080" y="1890636"/>
                  <a:pt x="158067" y="1871842"/>
                  <a:pt x="162046" y="1851949"/>
                </a:cubicBezTo>
                <a:cubicBezTo>
                  <a:pt x="164347" y="1840443"/>
                  <a:pt x="165532" y="1828731"/>
                  <a:pt x="167833" y="1817225"/>
                </a:cubicBezTo>
                <a:cubicBezTo>
                  <a:pt x="169393" y="1809426"/>
                  <a:pt x="172312" y="1801922"/>
                  <a:pt x="173620" y="1794076"/>
                </a:cubicBezTo>
                <a:cubicBezTo>
                  <a:pt x="176177" y="1778735"/>
                  <a:pt x="177043" y="1763149"/>
                  <a:pt x="179408" y="1747777"/>
                </a:cubicBezTo>
                <a:cubicBezTo>
                  <a:pt x="180904" y="1738055"/>
                  <a:pt x="183266" y="1728486"/>
                  <a:pt x="185195" y="1718840"/>
                </a:cubicBezTo>
                <a:cubicBezTo>
                  <a:pt x="183266" y="1647463"/>
                  <a:pt x="182804" y="1576031"/>
                  <a:pt x="179408" y="1504709"/>
                </a:cubicBezTo>
                <a:cubicBezTo>
                  <a:pt x="178976" y="1495638"/>
                  <a:pt x="170413" y="1462945"/>
                  <a:pt x="167833" y="1452623"/>
                </a:cubicBezTo>
                <a:cubicBezTo>
                  <a:pt x="165904" y="1404395"/>
                  <a:pt x="165485" y="1356083"/>
                  <a:pt x="162046" y="1307939"/>
                </a:cubicBezTo>
                <a:cubicBezTo>
                  <a:pt x="161611" y="1301854"/>
                  <a:pt x="156258" y="1296677"/>
                  <a:pt x="156258" y="1290577"/>
                </a:cubicBezTo>
                <a:cubicBezTo>
                  <a:pt x="156258" y="1227148"/>
                  <a:pt x="163713" y="1111760"/>
                  <a:pt x="167833" y="1041721"/>
                </a:cubicBezTo>
                <a:cubicBezTo>
                  <a:pt x="165904" y="962627"/>
                  <a:pt x="162046" y="883557"/>
                  <a:pt x="162046" y="804440"/>
                </a:cubicBezTo>
                <a:cubicBezTo>
                  <a:pt x="162046" y="430571"/>
                  <a:pt x="175403" y="778214"/>
                  <a:pt x="162046" y="497711"/>
                </a:cubicBezTo>
                <a:cubicBezTo>
                  <a:pt x="163975" y="432121"/>
                  <a:pt x="164556" y="366478"/>
                  <a:pt x="167833" y="300942"/>
                </a:cubicBezTo>
                <a:cubicBezTo>
                  <a:pt x="168419" y="289222"/>
                  <a:pt x="171836" y="277816"/>
                  <a:pt x="173620" y="266218"/>
                </a:cubicBezTo>
                <a:cubicBezTo>
                  <a:pt x="175694" y="252736"/>
                  <a:pt x="177980" y="239272"/>
                  <a:pt x="179408" y="225706"/>
                </a:cubicBezTo>
                <a:cubicBezTo>
                  <a:pt x="193252" y="94195"/>
                  <a:pt x="177844" y="207716"/>
                  <a:pt x="190982" y="115747"/>
                </a:cubicBezTo>
                <a:cubicBezTo>
                  <a:pt x="196871" y="3861"/>
                  <a:pt x="196770" y="42491"/>
                  <a:pt x="196770" y="0"/>
                </a:cubicBezTo>
              </a:path>
            </a:pathLst>
          </a:cu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3A21B2C-7062-B54E-A684-AD8BA1527420}"/>
              </a:ext>
            </a:extLst>
          </p:cNvPr>
          <p:cNvCxnSpPr>
            <a:cxnSpLocks/>
          </p:cNvCxnSpPr>
          <p:nvPr/>
        </p:nvCxnSpPr>
        <p:spPr>
          <a:xfrm>
            <a:off x="4412058" y="5394869"/>
            <a:ext cx="71153" cy="120204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F19E3229-BAD6-F541-ABC9-69F660D50015}"/>
              </a:ext>
            </a:extLst>
          </p:cNvPr>
          <p:cNvCxnSpPr>
            <a:cxnSpLocks/>
          </p:cNvCxnSpPr>
          <p:nvPr/>
        </p:nvCxnSpPr>
        <p:spPr>
          <a:xfrm flipH="1">
            <a:off x="4306776" y="5410200"/>
            <a:ext cx="112824" cy="81583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Explosion 1 83">
            <a:extLst>
              <a:ext uri="{FF2B5EF4-FFF2-40B4-BE49-F238E27FC236}">
                <a16:creationId xmlns:a16="http://schemas.microsoft.com/office/drawing/2014/main" id="{B86E547D-1193-C744-8B45-D4C03F7474B1}"/>
              </a:ext>
            </a:extLst>
          </p:cNvPr>
          <p:cNvSpPr/>
          <p:nvPr/>
        </p:nvSpPr>
        <p:spPr>
          <a:xfrm>
            <a:off x="4243080" y="5490959"/>
            <a:ext cx="252720" cy="245091"/>
          </a:xfrm>
          <a:prstGeom prst="irregularSeal1">
            <a:avLst/>
          </a:prstGeom>
          <a:solidFill>
            <a:srgbClr val="FF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C47E9F2-9FD9-E543-AF3D-7E0B76C39814}"/>
              </a:ext>
            </a:extLst>
          </p:cNvPr>
          <p:cNvSpPr/>
          <p:nvPr/>
        </p:nvSpPr>
        <p:spPr>
          <a:xfrm>
            <a:off x="4416829" y="5076305"/>
            <a:ext cx="2948247" cy="560786"/>
          </a:xfrm>
          <a:custGeom>
            <a:avLst/>
            <a:gdLst>
              <a:gd name="connsiteX0" fmla="*/ 0 w 2948247"/>
              <a:gd name="connsiteY0" fmla="*/ 554182 h 560786"/>
              <a:gd name="connsiteX1" fmla="*/ 133004 w 2948247"/>
              <a:gd name="connsiteY1" fmla="*/ 554182 h 560786"/>
              <a:gd name="connsiteX2" fmla="*/ 166255 w 2948247"/>
              <a:gd name="connsiteY2" fmla="*/ 543099 h 560786"/>
              <a:gd name="connsiteX3" fmla="*/ 216131 w 2948247"/>
              <a:gd name="connsiteY3" fmla="*/ 526473 h 560786"/>
              <a:gd name="connsiteX4" fmla="*/ 249382 w 2948247"/>
              <a:gd name="connsiteY4" fmla="*/ 515390 h 560786"/>
              <a:gd name="connsiteX5" fmla="*/ 271549 w 2948247"/>
              <a:gd name="connsiteY5" fmla="*/ 509848 h 560786"/>
              <a:gd name="connsiteX6" fmla="*/ 299258 w 2948247"/>
              <a:gd name="connsiteY6" fmla="*/ 504306 h 560786"/>
              <a:gd name="connsiteX7" fmla="*/ 315884 w 2948247"/>
              <a:gd name="connsiteY7" fmla="*/ 498764 h 560786"/>
              <a:gd name="connsiteX8" fmla="*/ 387927 w 2948247"/>
              <a:gd name="connsiteY8" fmla="*/ 482139 h 560786"/>
              <a:gd name="connsiteX9" fmla="*/ 426720 w 2948247"/>
              <a:gd name="connsiteY9" fmla="*/ 471055 h 560786"/>
              <a:gd name="connsiteX10" fmla="*/ 504306 w 2948247"/>
              <a:gd name="connsiteY10" fmla="*/ 454430 h 560786"/>
              <a:gd name="connsiteX11" fmla="*/ 587433 w 2948247"/>
              <a:gd name="connsiteY11" fmla="*/ 426720 h 560786"/>
              <a:gd name="connsiteX12" fmla="*/ 604058 w 2948247"/>
              <a:gd name="connsiteY12" fmla="*/ 421179 h 560786"/>
              <a:gd name="connsiteX13" fmla="*/ 620684 w 2948247"/>
              <a:gd name="connsiteY13" fmla="*/ 415637 h 560786"/>
              <a:gd name="connsiteX14" fmla="*/ 637309 w 2948247"/>
              <a:gd name="connsiteY14" fmla="*/ 404553 h 560786"/>
              <a:gd name="connsiteX15" fmla="*/ 670560 w 2948247"/>
              <a:gd name="connsiteY15" fmla="*/ 393470 h 560786"/>
              <a:gd name="connsiteX16" fmla="*/ 687186 w 2948247"/>
              <a:gd name="connsiteY16" fmla="*/ 387928 h 560786"/>
              <a:gd name="connsiteX17" fmla="*/ 703811 w 2948247"/>
              <a:gd name="connsiteY17" fmla="*/ 382386 h 560786"/>
              <a:gd name="connsiteX18" fmla="*/ 748146 w 2948247"/>
              <a:gd name="connsiteY18" fmla="*/ 371302 h 560786"/>
              <a:gd name="connsiteX19" fmla="*/ 798022 w 2948247"/>
              <a:gd name="connsiteY19" fmla="*/ 354677 h 560786"/>
              <a:gd name="connsiteX20" fmla="*/ 814647 w 2948247"/>
              <a:gd name="connsiteY20" fmla="*/ 349135 h 560786"/>
              <a:gd name="connsiteX21" fmla="*/ 847898 w 2948247"/>
              <a:gd name="connsiteY21" fmla="*/ 332510 h 560786"/>
              <a:gd name="connsiteX22" fmla="*/ 881149 w 2948247"/>
              <a:gd name="connsiteY22" fmla="*/ 310342 h 560786"/>
              <a:gd name="connsiteX23" fmla="*/ 897775 w 2948247"/>
              <a:gd name="connsiteY23" fmla="*/ 299259 h 560786"/>
              <a:gd name="connsiteX24" fmla="*/ 914400 w 2948247"/>
              <a:gd name="connsiteY24" fmla="*/ 293717 h 560786"/>
              <a:gd name="connsiteX25" fmla="*/ 931026 w 2948247"/>
              <a:gd name="connsiteY25" fmla="*/ 277091 h 560786"/>
              <a:gd name="connsiteX26" fmla="*/ 964276 w 2948247"/>
              <a:gd name="connsiteY26" fmla="*/ 266008 h 560786"/>
              <a:gd name="connsiteX27" fmla="*/ 1003069 w 2948247"/>
              <a:gd name="connsiteY27" fmla="*/ 238299 h 560786"/>
              <a:gd name="connsiteX28" fmla="*/ 1019695 w 2948247"/>
              <a:gd name="connsiteY28" fmla="*/ 232757 h 560786"/>
              <a:gd name="connsiteX29" fmla="*/ 1036320 w 2948247"/>
              <a:gd name="connsiteY29" fmla="*/ 221673 h 560786"/>
              <a:gd name="connsiteX30" fmla="*/ 1052946 w 2948247"/>
              <a:gd name="connsiteY30" fmla="*/ 216131 h 560786"/>
              <a:gd name="connsiteX31" fmla="*/ 1086196 w 2948247"/>
              <a:gd name="connsiteY31" fmla="*/ 193964 h 560786"/>
              <a:gd name="connsiteX32" fmla="*/ 1119447 w 2948247"/>
              <a:gd name="connsiteY32" fmla="*/ 171797 h 560786"/>
              <a:gd name="connsiteX33" fmla="*/ 1136073 w 2948247"/>
              <a:gd name="connsiteY33" fmla="*/ 155171 h 560786"/>
              <a:gd name="connsiteX34" fmla="*/ 1169324 w 2948247"/>
              <a:gd name="connsiteY34" fmla="*/ 133004 h 560786"/>
              <a:gd name="connsiteX35" fmla="*/ 1208116 w 2948247"/>
              <a:gd name="connsiteY35" fmla="*/ 83128 h 560786"/>
              <a:gd name="connsiteX36" fmla="*/ 1224742 w 2948247"/>
              <a:gd name="connsiteY36" fmla="*/ 77586 h 560786"/>
              <a:gd name="connsiteX37" fmla="*/ 1252451 w 2948247"/>
              <a:gd name="connsiteY37" fmla="*/ 49877 h 560786"/>
              <a:gd name="connsiteX38" fmla="*/ 1285702 w 2948247"/>
              <a:gd name="connsiteY38" fmla="*/ 38793 h 560786"/>
              <a:gd name="connsiteX39" fmla="*/ 1302327 w 2948247"/>
              <a:gd name="connsiteY39" fmla="*/ 33251 h 560786"/>
              <a:gd name="connsiteX40" fmla="*/ 1318953 w 2948247"/>
              <a:gd name="connsiteY40" fmla="*/ 22168 h 560786"/>
              <a:gd name="connsiteX41" fmla="*/ 1363287 w 2948247"/>
              <a:gd name="connsiteY41" fmla="*/ 11084 h 560786"/>
              <a:gd name="connsiteX42" fmla="*/ 1396538 w 2948247"/>
              <a:gd name="connsiteY42" fmla="*/ 5542 h 560786"/>
              <a:gd name="connsiteX43" fmla="*/ 1618211 w 2948247"/>
              <a:gd name="connsiteY43" fmla="*/ 0 h 560786"/>
              <a:gd name="connsiteX44" fmla="*/ 1812175 w 2948247"/>
              <a:gd name="connsiteY44" fmla="*/ 5542 h 560786"/>
              <a:gd name="connsiteX45" fmla="*/ 1889760 w 2948247"/>
              <a:gd name="connsiteY45" fmla="*/ 0 h 560786"/>
              <a:gd name="connsiteX46" fmla="*/ 1945178 w 2948247"/>
              <a:gd name="connsiteY46" fmla="*/ 5542 h 560786"/>
              <a:gd name="connsiteX47" fmla="*/ 2011680 w 2948247"/>
              <a:gd name="connsiteY47" fmla="*/ 16626 h 560786"/>
              <a:gd name="connsiteX48" fmla="*/ 2399607 w 2948247"/>
              <a:gd name="connsiteY48" fmla="*/ 27710 h 560786"/>
              <a:gd name="connsiteX49" fmla="*/ 2626822 w 2948247"/>
              <a:gd name="connsiteY49" fmla="*/ 33251 h 560786"/>
              <a:gd name="connsiteX50" fmla="*/ 2687782 w 2948247"/>
              <a:gd name="connsiteY50" fmla="*/ 44335 h 560786"/>
              <a:gd name="connsiteX51" fmla="*/ 2715491 w 2948247"/>
              <a:gd name="connsiteY51" fmla="*/ 49877 h 560786"/>
              <a:gd name="connsiteX52" fmla="*/ 2848495 w 2948247"/>
              <a:gd name="connsiteY52" fmla="*/ 44335 h 560786"/>
              <a:gd name="connsiteX53" fmla="*/ 2865120 w 2948247"/>
              <a:gd name="connsiteY53" fmla="*/ 49877 h 560786"/>
              <a:gd name="connsiteX54" fmla="*/ 2892829 w 2948247"/>
              <a:gd name="connsiteY54" fmla="*/ 55419 h 560786"/>
              <a:gd name="connsiteX55" fmla="*/ 2948247 w 2948247"/>
              <a:gd name="connsiteY55" fmla="*/ 55419 h 560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948247" h="560786">
                <a:moveTo>
                  <a:pt x="0" y="554182"/>
                </a:moveTo>
                <a:cubicBezTo>
                  <a:pt x="59006" y="561558"/>
                  <a:pt x="58728" y="564310"/>
                  <a:pt x="133004" y="554182"/>
                </a:cubicBezTo>
                <a:cubicBezTo>
                  <a:pt x="144580" y="552603"/>
                  <a:pt x="155171" y="546793"/>
                  <a:pt x="166255" y="543099"/>
                </a:cubicBezTo>
                <a:lnTo>
                  <a:pt x="216131" y="526473"/>
                </a:lnTo>
                <a:lnTo>
                  <a:pt x="249382" y="515390"/>
                </a:lnTo>
                <a:cubicBezTo>
                  <a:pt x="256771" y="513543"/>
                  <a:pt x="264114" y="511500"/>
                  <a:pt x="271549" y="509848"/>
                </a:cubicBezTo>
                <a:cubicBezTo>
                  <a:pt x="280744" y="507805"/>
                  <a:pt x="290120" y="506591"/>
                  <a:pt x="299258" y="504306"/>
                </a:cubicBezTo>
                <a:cubicBezTo>
                  <a:pt x="304925" y="502889"/>
                  <a:pt x="310248" y="500301"/>
                  <a:pt x="315884" y="498764"/>
                </a:cubicBezTo>
                <a:cubicBezTo>
                  <a:pt x="375657" y="482462"/>
                  <a:pt x="341385" y="492481"/>
                  <a:pt x="387927" y="482139"/>
                </a:cubicBezTo>
                <a:cubicBezTo>
                  <a:pt x="437760" y="471066"/>
                  <a:pt x="385999" y="482161"/>
                  <a:pt x="426720" y="471055"/>
                </a:cubicBezTo>
                <a:cubicBezTo>
                  <a:pt x="470122" y="459218"/>
                  <a:pt x="464758" y="461020"/>
                  <a:pt x="504306" y="454430"/>
                </a:cubicBezTo>
                <a:lnTo>
                  <a:pt x="587433" y="426720"/>
                </a:lnTo>
                <a:lnTo>
                  <a:pt x="604058" y="421179"/>
                </a:lnTo>
                <a:lnTo>
                  <a:pt x="620684" y="415637"/>
                </a:lnTo>
                <a:cubicBezTo>
                  <a:pt x="626226" y="411942"/>
                  <a:pt x="631223" y="407258"/>
                  <a:pt x="637309" y="404553"/>
                </a:cubicBezTo>
                <a:cubicBezTo>
                  <a:pt x="647985" y="399808"/>
                  <a:pt x="659476" y="397164"/>
                  <a:pt x="670560" y="393470"/>
                </a:cubicBezTo>
                <a:lnTo>
                  <a:pt x="687186" y="387928"/>
                </a:lnTo>
                <a:cubicBezTo>
                  <a:pt x="692728" y="386081"/>
                  <a:pt x="698144" y="383803"/>
                  <a:pt x="703811" y="382386"/>
                </a:cubicBezTo>
                <a:cubicBezTo>
                  <a:pt x="718589" y="378691"/>
                  <a:pt x="733694" y="376119"/>
                  <a:pt x="748146" y="371302"/>
                </a:cubicBezTo>
                <a:lnTo>
                  <a:pt x="798022" y="354677"/>
                </a:lnTo>
                <a:cubicBezTo>
                  <a:pt x="803564" y="352830"/>
                  <a:pt x="809787" y="352375"/>
                  <a:pt x="814647" y="349135"/>
                </a:cubicBezTo>
                <a:cubicBezTo>
                  <a:pt x="836133" y="334811"/>
                  <a:pt x="824954" y="340157"/>
                  <a:pt x="847898" y="332510"/>
                </a:cubicBezTo>
                <a:lnTo>
                  <a:pt x="881149" y="310342"/>
                </a:lnTo>
                <a:cubicBezTo>
                  <a:pt x="886691" y="306647"/>
                  <a:pt x="891456" y="301365"/>
                  <a:pt x="897775" y="299259"/>
                </a:cubicBezTo>
                <a:lnTo>
                  <a:pt x="914400" y="293717"/>
                </a:lnTo>
                <a:cubicBezTo>
                  <a:pt x="919942" y="288175"/>
                  <a:pt x="924175" y="280897"/>
                  <a:pt x="931026" y="277091"/>
                </a:cubicBezTo>
                <a:cubicBezTo>
                  <a:pt x="941239" y="271417"/>
                  <a:pt x="964276" y="266008"/>
                  <a:pt x="964276" y="266008"/>
                </a:cubicBezTo>
                <a:cubicBezTo>
                  <a:pt x="969298" y="262242"/>
                  <a:pt x="994964" y="242351"/>
                  <a:pt x="1003069" y="238299"/>
                </a:cubicBezTo>
                <a:cubicBezTo>
                  <a:pt x="1008294" y="235687"/>
                  <a:pt x="1014153" y="234604"/>
                  <a:pt x="1019695" y="232757"/>
                </a:cubicBezTo>
                <a:cubicBezTo>
                  <a:pt x="1025237" y="229062"/>
                  <a:pt x="1030363" y="224652"/>
                  <a:pt x="1036320" y="221673"/>
                </a:cubicBezTo>
                <a:cubicBezTo>
                  <a:pt x="1041545" y="219060"/>
                  <a:pt x="1048085" y="219371"/>
                  <a:pt x="1052946" y="216131"/>
                </a:cubicBezTo>
                <a:cubicBezTo>
                  <a:pt x="1094460" y="188456"/>
                  <a:pt x="1046664" y="207142"/>
                  <a:pt x="1086196" y="193964"/>
                </a:cubicBezTo>
                <a:cubicBezTo>
                  <a:pt x="1139241" y="140922"/>
                  <a:pt x="1071321" y="203882"/>
                  <a:pt x="1119447" y="171797"/>
                </a:cubicBezTo>
                <a:cubicBezTo>
                  <a:pt x="1125968" y="167449"/>
                  <a:pt x="1129886" y="159983"/>
                  <a:pt x="1136073" y="155171"/>
                </a:cubicBezTo>
                <a:cubicBezTo>
                  <a:pt x="1146588" y="146993"/>
                  <a:pt x="1169324" y="133004"/>
                  <a:pt x="1169324" y="133004"/>
                </a:cubicBezTo>
                <a:cubicBezTo>
                  <a:pt x="1178131" y="119793"/>
                  <a:pt x="1192489" y="93546"/>
                  <a:pt x="1208116" y="83128"/>
                </a:cubicBezTo>
                <a:cubicBezTo>
                  <a:pt x="1212977" y="79888"/>
                  <a:pt x="1219200" y="79433"/>
                  <a:pt x="1224742" y="77586"/>
                </a:cubicBezTo>
                <a:cubicBezTo>
                  <a:pt x="1234854" y="62418"/>
                  <a:pt x="1234950" y="57655"/>
                  <a:pt x="1252451" y="49877"/>
                </a:cubicBezTo>
                <a:cubicBezTo>
                  <a:pt x="1263127" y="45132"/>
                  <a:pt x="1274618" y="42488"/>
                  <a:pt x="1285702" y="38793"/>
                </a:cubicBezTo>
                <a:cubicBezTo>
                  <a:pt x="1291244" y="36946"/>
                  <a:pt x="1297466" y="36491"/>
                  <a:pt x="1302327" y="33251"/>
                </a:cubicBezTo>
                <a:cubicBezTo>
                  <a:pt x="1307869" y="29557"/>
                  <a:pt x="1312996" y="25147"/>
                  <a:pt x="1318953" y="22168"/>
                </a:cubicBezTo>
                <a:cubicBezTo>
                  <a:pt x="1330315" y="16487"/>
                  <a:pt x="1352745" y="13193"/>
                  <a:pt x="1363287" y="11084"/>
                </a:cubicBezTo>
                <a:cubicBezTo>
                  <a:pt x="1414138" y="28034"/>
                  <a:pt x="1343235" y="9261"/>
                  <a:pt x="1396538" y="5542"/>
                </a:cubicBezTo>
                <a:cubicBezTo>
                  <a:pt x="1470273" y="398"/>
                  <a:pt x="1544320" y="1847"/>
                  <a:pt x="1618211" y="0"/>
                </a:cubicBezTo>
                <a:lnTo>
                  <a:pt x="1812175" y="5542"/>
                </a:lnTo>
                <a:cubicBezTo>
                  <a:pt x="1884282" y="8677"/>
                  <a:pt x="1854685" y="23385"/>
                  <a:pt x="1889760" y="0"/>
                </a:cubicBezTo>
                <a:cubicBezTo>
                  <a:pt x="1908233" y="1847"/>
                  <a:pt x="1926783" y="3034"/>
                  <a:pt x="1945178" y="5542"/>
                </a:cubicBezTo>
                <a:cubicBezTo>
                  <a:pt x="1967445" y="8579"/>
                  <a:pt x="1989251" y="15224"/>
                  <a:pt x="2011680" y="16626"/>
                </a:cubicBezTo>
                <a:cubicBezTo>
                  <a:pt x="2205888" y="28764"/>
                  <a:pt x="2050649" y="20364"/>
                  <a:pt x="2399607" y="27710"/>
                </a:cubicBezTo>
                <a:lnTo>
                  <a:pt x="2626822" y="33251"/>
                </a:lnTo>
                <a:cubicBezTo>
                  <a:pt x="2660736" y="44556"/>
                  <a:pt x="2629594" y="35383"/>
                  <a:pt x="2687782" y="44335"/>
                </a:cubicBezTo>
                <a:cubicBezTo>
                  <a:pt x="2697092" y="45767"/>
                  <a:pt x="2706255" y="48030"/>
                  <a:pt x="2715491" y="49877"/>
                </a:cubicBezTo>
                <a:cubicBezTo>
                  <a:pt x="2759826" y="48030"/>
                  <a:pt x="2804122" y="44335"/>
                  <a:pt x="2848495" y="44335"/>
                </a:cubicBezTo>
                <a:cubicBezTo>
                  <a:pt x="2854336" y="44335"/>
                  <a:pt x="2859453" y="48460"/>
                  <a:pt x="2865120" y="49877"/>
                </a:cubicBezTo>
                <a:cubicBezTo>
                  <a:pt x="2874258" y="52162"/>
                  <a:pt x="2883431" y="54792"/>
                  <a:pt x="2892829" y="55419"/>
                </a:cubicBezTo>
                <a:cubicBezTo>
                  <a:pt x="2911261" y="56648"/>
                  <a:pt x="2929774" y="55419"/>
                  <a:pt x="2948247" y="55419"/>
                </a:cubicBezTo>
              </a:path>
            </a:pathLst>
          </a:cu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85AA12C-EAC6-1946-B5FB-4E1CC707272C}"/>
              </a:ext>
            </a:extLst>
          </p:cNvPr>
          <p:cNvCxnSpPr>
            <a:cxnSpLocks/>
          </p:cNvCxnSpPr>
          <p:nvPr/>
        </p:nvCxnSpPr>
        <p:spPr>
          <a:xfrm flipH="1">
            <a:off x="7321502" y="4994259"/>
            <a:ext cx="141054" cy="149775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1F7B00C-D295-4B44-A00B-D919DC723ABC}"/>
              </a:ext>
            </a:extLst>
          </p:cNvPr>
          <p:cNvCxnSpPr>
            <a:cxnSpLocks/>
          </p:cNvCxnSpPr>
          <p:nvPr/>
        </p:nvCxnSpPr>
        <p:spPr>
          <a:xfrm flipH="1" flipV="1">
            <a:off x="7325885" y="5131003"/>
            <a:ext cx="157254" cy="95077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8F8D2BEA-3192-964C-972F-D41FDFE10274}"/>
              </a:ext>
            </a:extLst>
          </p:cNvPr>
          <p:cNvSpPr txBox="1"/>
          <p:nvPr/>
        </p:nvSpPr>
        <p:spPr>
          <a:xfrm>
            <a:off x="8639338" y="4845472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E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14AC930-87E4-5D45-989B-7C648F4F9EDE}"/>
              </a:ext>
            </a:extLst>
          </p:cNvPr>
          <p:cNvCxnSpPr>
            <a:cxnSpLocks/>
          </p:cNvCxnSpPr>
          <p:nvPr/>
        </p:nvCxnSpPr>
        <p:spPr>
          <a:xfrm>
            <a:off x="3095134" y="3640066"/>
            <a:ext cx="1392899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02D8829A-955D-D148-8C08-01AAD86C4904}"/>
              </a:ext>
            </a:extLst>
          </p:cNvPr>
          <p:cNvSpPr txBox="1"/>
          <p:nvPr/>
        </p:nvSpPr>
        <p:spPr>
          <a:xfrm>
            <a:off x="1770376" y="3505200"/>
            <a:ext cx="14572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First order neuron</a:t>
            </a:r>
            <a:endParaRPr lang="en-US" sz="2000" b="1" dirty="0">
              <a:solidFill>
                <a:srgbClr val="C00000"/>
              </a:solidFill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93B7B10-9BAF-494B-87E3-709D6EB10477}"/>
              </a:ext>
            </a:extLst>
          </p:cNvPr>
          <p:cNvCxnSpPr>
            <a:cxnSpLocks/>
          </p:cNvCxnSpPr>
          <p:nvPr/>
        </p:nvCxnSpPr>
        <p:spPr>
          <a:xfrm>
            <a:off x="6248400" y="4413131"/>
            <a:ext cx="0" cy="663174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00CBFAAF-D859-D648-BB33-9CA502940B8D}"/>
              </a:ext>
            </a:extLst>
          </p:cNvPr>
          <p:cNvSpPr txBox="1"/>
          <p:nvPr/>
        </p:nvSpPr>
        <p:spPr>
          <a:xfrm>
            <a:off x="5506440" y="3962400"/>
            <a:ext cx="16991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Second order neuron</a:t>
            </a:r>
          </a:p>
          <a:p>
            <a:r>
              <a:rPr lang="en-US" sz="1100" b="1" i="1" dirty="0">
                <a:solidFill>
                  <a:srgbClr val="C00000"/>
                </a:solidFill>
              </a:rPr>
              <a:t>Pre-ganglionic</a:t>
            </a:r>
            <a:endParaRPr lang="en-US" sz="2000" b="1" i="1" dirty="0">
              <a:solidFill>
                <a:srgbClr val="C00000"/>
              </a:solidFill>
            </a:endParaRPr>
          </a:p>
        </p:txBody>
      </p:sp>
      <p:sp>
        <p:nvSpPr>
          <p:cNvPr id="26" name="Down Arrow 25">
            <a:extLst>
              <a:ext uri="{FF2B5EF4-FFF2-40B4-BE49-F238E27FC236}">
                <a16:creationId xmlns:a16="http://schemas.microsoft.com/office/drawing/2014/main" id="{D2654814-3492-E340-A393-6EADE28AFBBB}"/>
              </a:ext>
            </a:extLst>
          </p:cNvPr>
          <p:cNvSpPr/>
          <p:nvPr/>
        </p:nvSpPr>
        <p:spPr>
          <a:xfrm>
            <a:off x="7162800" y="379663"/>
            <a:ext cx="414368" cy="1873025"/>
          </a:xfrm>
          <a:prstGeom prst="downArrow">
            <a:avLst/>
          </a:prstGeom>
          <a:solidFill>
            <a:srgbClr val="FF0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07DE603-030E-524B-B514-98DFA50FAF53}"/>
              </a:ext>
            </a:extLst>
          </p:cNvPr>
          <p:cNvSpPr/>
          <p:nvPr/>
        </p:nvSpPr>
        <p:spPr>
          <a:xfrm>
            <a:off x="6781800" y="4788568"/>
            <a:ext cx="1636295" cy="216569"/>
          </a:xfrm>
          <a:custGeom>
            <a:avLst/>
            <a:gdLst>
              <a:gd name="connsiteX0" fmla="*/ 0 w 1636295"/>
              <a:gd name="connsiteY0" fmla="*/ 160421 h 216569"/>
              <a:gd name="connsiteX1" fmla="*/ 104274 w 1636295"/>
              <a:gd name="connsiteY1" fmla="*/ 152400 h 216569"/>
              <a:gd name="connsiteX2" fmla="*/ 385010 w 1636295"/>
              <a:gd name="connsiteY2" fmla="*/ 144379 h 216569"/>
              <a:gd name="connsiteX3" fmla="*/ 433137 w 1636295"/>
              <a:gd name="connsiteY3" fmla="*/ 128337 h 216569"/>
              <a:gd name="connsiteX4" fmla="*/ 457200 w 1636295"/>
              <a:gd name="connsiteY4" fmla="*/ 104274 h 216569"/>
              <a:gd name="connsiteX5" fmla="*/ 505326 w 1636295"/>
              <a:gd name="connsiteY5" fmla="*/ 88232 h 216569"/>
              <a:gd name="connsiteX6" fmla="*/ 577516 w 1636295"/>
              <a:gd name="connsiteY6" fmla="*/ 56148 h 216569"/>
              <a:gd name="connsiteX7" fmla="*/ 601579 w 1636295"/>
              <a:gd name="connsiteY7" fmla="*/ 48127 h 216569"/>
              <a:gd name="connsiteX8" fmla="*/ 625642 w 1636295"/>
              <a:gd name="connsiteY8" fmla="*/ 32085 h 216569"/>
              <a:gd name="connsiteX9" fmla="*/ 705853 w 1636295"/>
              <a:gd name="connsiteY9" fmla="*/ 8021 h 216569"/>
              <a:gd name="connsiteX10" fmla="*/ 729916 w 1636295"/>
              <a:gd name="connsiteY10" fmla="*/ 0 h 216569"/>
              <a:gd name="connsiteX11" fmla="*/ 906379 w 1636295"/>
              <a:gd name="connsiteY11" fmla="*/ 8021 h 216569"/>
              <a:gd name="connsiteX12" fmla="*/ 938463 w 1636295"/>
              <a:gd name="connsiteY12" fmla="*/ 24064 h 216569"/>
              <a:gd name="connsiteX13" fmla="*/ 962526 w 1636295"/>
              <a:gd name="connsiteY13" fmla="*/ 32085 h 216569"/>
              <a:gd name="connsiteX14" fmla="*/ 1002632 w 1636295"/>
              <a:gd name="connsiteY14" fmla="*/ 64169 h 216569"/>
              <a:gd name="connsiteX15" fmla="*/ 1050758 w 1636295"/>
              <a:gd name="connsiteY15" fmla="*/ 96253 h 216569"/>
              <a:gd name="connsiteX16" fmla="*/ 1074821 w 1636295"/>
              <a:gd name="connsiteY16" fmla="*/ 120316 h 216569"/>
              <a:gd name="connsiteX17" fmla="*/ 1098884 w 1636295"/>
              <a:gd name="connsiteY17" fmla="*/ 136358 h 216569"/>
              <a:gd name="connsiteX18" fmla="*/ 1138989 w 1636295"/>
              <a:gd name="connsiteY18" fmla="*/ 176464 h 216569"/>
              <a:gd name="connsiteX19" fmla="*/ 1187116 w 1636295"/>
              <a:gd name="connsiteY19" fmla="*/ 192506 h 216569"/>
              <a:gd name="connsiteX20" fmla="*/ 1427747 w 1636295"/>
              <a:gd name="connsiteY20" fmla="*/ 208548 h 216569"/>
              <a:gd name="connsiteX21" fmla="*/ 1475874 w 1636295"/>
              <a:gd name="connsiteY21" fmla="*/ 216569 h 216569"/>
              <a:gd name="connsiteX22" fmla="*/ 1572126 w 1636295"/>
              <a:gd name="connsiteY22" fmla="*/ 208548 h 216569"/>
              <a:gd name="connsiteX23" fmla="*/ 1636295 w 1636295"/>
              <a:gd name="connsiteY23" fmla="*/ 200527 h 216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636295" h="216569">
                <a:moveTo>
                  <a:pt x="0" y="160421"/>
                </a:moveTo>
                <a:cubicBezTo>
                  <a:pt x="204184" y="189594"/>
                  <a:pt x="-79226" y="157643"/>
                  <a:pt x="104274" y="152400"/>
                </a:cubicBezTo>
                <a:lnTo>
                  <a:pt x="385010" y="144379"/>
                </a:lnTo>
                <a:cubicBezTo>
                  <a:pt x="401052" y="139032"/>
                  <a:pt x="421180" y="140294"/>
                  <a:pt x="433137" y="128337"/>
                </a:cubicBezTo>
                <a:cubicBezTo>
                  <a:pt x="441158" y="120316"/>
                  <a:pt x="447284" y="109783"/>
                  <a:pt x="457200" y="104274"/>
                </a:cubicBezTo>
                <a:cubicBezTo>
                  <a:pt x="471982" y="96062"/>
                  <a:pt x="491256" y="97612"/>
                  <a:pt x="505326" y="88232"/>
                </a:cubicBezTo>
                <a:cubicBezTo>
                  <a:pt x="543459" y="62810"/>
                  <a:pt x="520243" y="75239"/>
                  <a:pt x="577516" y="56148"/>
                </a:cubicBezTo>
                <a:cubicBezTo>
                  <a:pt x="585537" y="53474"/>
                  <a:pt x="594544" y="52817"/>
                  <a:pt x="601579" y="48127"/>
                </a:cubicBezTo>
                <a:cubicBezTo>
                  <a:pt x="609600" y="42780"/>
                  <a:pt x="616833" y="36000"/>
                  <a:pt x="625642" y="32085"/>
                </a:cubicBezTo>
                <a:cubicBezTo>
                  <a:pt x="659945" y="16839"/>
                  <a:pt x="673193" y="17353"/>
                  <a:pt x="705853" y="8021"/>
                </a:cubicBezTo>
                <a:cubicBezTo>
                  <a:pt x="713983" y="5698"/>
                  <a:pt x="721895" y="2674"/>
                  <a:pt x="729916" y="0"/>
                </a:cubicBezTo>
                <a:cubicBezTo>
                  <a:pt x="788737" y="2674"/>
                  <a:pt x="847885" y="1271"/>
                  <a:pt x="906379" y="8021"/>
                </a:cubicBezTo>
                <a:cubicBezTo>
                  <a:pt x="918257" y="9392"/>
                  <a:pt x="927473" y="19354"/>
                  <a:pt x="938463" y="24064"/>
                </a:cubicBezTo>
                <a:cubicBezTo>
                  <a:pt x="946234" y="27395"/>
                  <a:pt x="954964" y="28304"/>
                  <a:pt x="962526" y="32085"/>
                </a:cubicBezTo>
                <a:cubicBezTo>
                  <a:pt x="1001779" y="51711"/>
                  <a:pt x="972792" y="41790"/>
                  <a:pt x="1002632" y="64169"/>
                </a:cubicBezTo>
                <a:cubicBezTo>
                  <a:pt x="1018056" y="75737"/>
                  <a:pt x="1037125" y="82620"/>
                  <a:pt x="1050758" y="96253"/>
                </a:cubicBezTo>
                <a:cubicBezTo>
                  <a:pt x="1058779" y="104274"/>
                  <a:pt x="1066107" y="113054"/>
                  <a:pt x="1074821" y="120316"/>
                </a:cubicBezTo>
                <a:cubicBezTo>
                  <a:pt x="1082227" y="126487"/>
                  <a:pt x="1091629" y="130010"/>
                  <a:pt x="1098884" y="136358"/>
                </a:cubicBezTo>
                <a:cubicBezTo>
                  <a:pt x="1113112" y="148808"/>
                  <a:pt x="1121053" y="170486"/>
                  <a:pt x="1138989" y="176464"/>
                </a:cubicBezTo>
                <a:cubicBezTo>
                  <a:pt x="1155031" y="181811"/>
                  <a:pt x="1170309" y="190639"/>
                  <a:pt x="1187116" y="192506"/>
                </a:cubicBezTo>
                <a:cubicBezTo>
                  <a:pt x="1315172" y="206734"/>
                  <a:pt x="1235121" y="199375"/>
                  <a:pt x="1427747" y="208548"/>
                </a:cubicBezTo>
                <a:cubicBezTo>
                  <a:pt x="1443789" y="211222"/>
                  <a:pt x="1459610" y="216569"/>
                  <a:pt x="1475874" y="216569"/>
                </a:cubicBezTo>
                <a:cubicBezTo>
                  <a:pt x="1508069" y="216569"/>
                  <a:pt x="1540151" y="212310"/>
                  <a:pt x="1572126" y="208548"/>
                </a:cubicBezTo>
                <a:cubicBezTo>
                  <a:pt x="1653676" y="198954"/>
                  <a:pt x="1578843" y="200527"/>
                  <a:pt x="1636295" y="200527"/>
                </a:cubicBezTo>
              </a:path>
            </a:pathLst>
          </a:cu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reeform 91">
            <a:extLst>
              <a:ext uri="{FF2B5EF4-FFF2-40B4-BE49-F238E27FC236}">
                <a16:creationId xmlns:a16="http://schemas.microsoft.com/office/drawing/2014/main" id="{55D0C1FC-A39F-974E-9CE1-8DD774042B2A}"/>
              </a:ext>
            </a:extLst>
          </p:cNvPr>
          <p:cNvSpPr/>
          <p:nvPr/>
        </p:nvSpPr>
        <p:spPr>
          <a:xfrm flipV="1">
            <a:off x="6814879" y="5164970"/>
            <a:ext cx="1636295" cy="237332"/>
          </a:xfrm>
          <a:custGeom>
            <a:avLst/>
            <a:gdLst>
              <a:gd name="connsiteX0" fmla="*/ 0 w 1636295"/>
              <a:gd name="connsiteY0" fmla="*/ 160421 h 216569"/>
              <a:gd name="connsiteX1" fmla="*/ 104274 w 1636295"/>
              <a:gd name="connsiteY1" fmla="*/ 152400 h 216569"/>
              <a:gd name="connsiteX2" fmla="*/ 385010 w 1636295"/>
              <a:gd name="connsiteY2" fmla="*/ 144379 h 216569"/>
              <a:gd name="connsiteX3" fmla="*/ 433137 w 1636295"/>
              <a:gd name="connsiteY3" fmla="*/ 128337 h 216569"/>
              <a:gd name="connsiteX4" fmla="*/ 457200 w 1636295"/>
              <a:gd name="connsiteY4" fmla="*/ 104274 h 216569"/>
              <a:gd name="connsiteX5" fmla="*/ 505326 w 1636295"/>
              <a:gd name="connsiteY5" fmla="*/ 88232 h 216569"/>
              <a:gd name="connsiteX6" fmla="*/ 577516 w 1636295"/>
              <a:gd name="connsiteY6" fmla="*/ 56148 h 216569"/>
              <a:gd name="connsiteX7" fmla="*/ 601579 w 1636295"/>
              <a:gd name="connsiteY7" fmla="*/ 48127 h 216569"/>
              <a:gd name="connsiteX8" fmla="*/ 625642 w 1636295"/>
              <a:gd name="connsiteY8" fmla="*/ 32085 h 216569"/>
              <a:gd name="connsiteX9" fmla="*/ 705853 w 1636295"/>
              <a:gd name="connsiteY9" fmla="*/ 8021 h 216569"/>
              <a:gd name="connsiteX10" fmla="*/ 729916 w 1636295"/>
              <a:gd name="connsiteY10" fmla="*/ 0 h 216569"/>
              <a:gd name="connsiteX11" fmla="*/ 906379 w 1636295"/>
              <a:gd name="connsiteY11" fmla="*/ 8021 h 216569"/>
              <a:gd name="connsiteX12" fmla="*/ 938463 w 1636295"/>
              <a:gd name="connsiteY12" fmla="*/ 24064 h 216569"/>
              <a:gd name="connsiteX13" fmla="*/ 962526 w 1636295"/>
              <a:gd name="connsiteY13" fmla="*/ 32085 h 216569"/>
              <a:gd name="connsiteX14" fmla="*/ 1002632 w 1636295"/>
              <a:gd name="connsiteY14" fmla="*/ 64169 h 216569"/>
              <a:gd name="connsiteX15" fmla="*/ 1050758 w 1636295"/>
              <a:gd name="connsiteY15" fmla="*/ 96253 h 216569"/>
              <a:gd name="connsiteX16" fmla="*/ 1074821 w 1636295"/>
              <a:gd name="connsiteY16" fmla="*/ 120316 h 216569"/>
              <a:gd name="connsiteX17" fmla="*/ 1098884 w 1636295"/>
              <a:gd name="connsiteY17" fmla="*/ 136358 h 216569"/>
              <a:gd name="connsiteX18" fmla="*/ 1138989 w 1636295"/>
              <a:gd name="connsiteY18" fmla="*/ 176464 h 216569"/>
              <a:gd name="connsiteX19" fmla="*/ 1187116 w 1636295"/>
              <a:gd name="connsiteY19" fmla="*/ 192506 h 216569"/>
              <a:gd name="connsiteX20" fmla="*/ 1427747 w 1636295"/>
              <a:gd name="connsiteY20" fmla="*/ 208548 h 216569"/>
              <a:gd name="connsiteX21" fmla="*/ 1475874 w 1636295"/>
              <a:gd name="connsiteY21" fmla="*/ 216569 h 216569"/>
              <a:gd name="connsiteX22" fmla="*/ 1572126 w 1636295"/>
              <a:gd name="connsiteY22" fmla="*/ 208548 h 216569"/>
              <a:gd name="connsiteX23" fmla="*/ 1636295 w 1636295"/>
              <a:gd name="connsiteY23" fmla="*/ 200527 h 216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636295" h="216569">
                <a:moveTo>
                  <a:pt x="0" y="160421"/>
                </a:moveTo>
                <a:cubicBezTo>
                  <a:pt x="204184" y="189594"/>
                  <a:pt x="-79226" y="157643"/>
                  <a:pt x="104274" y="152400"/>
                </a:cubicBezTo>
                <a:lnTo>
                  <a:pt x="385010" y="144379"/>
                </a:lnTo>
                <a:cubicBezTo>
                  <a:pt x="401052" y="139032"/>
                  <a:pt x="421180" y="140294"/>
                  <a:pt x="433137" y="128337"/>
                </a:cubicBezTo>
                <a:cubicBezTo>
                  <a:pt x="441158" y="120316"/>
                  <a:pt x="447284" y="109783"/>
                  <a:pt x="457200" y="104274"/>
                </a:cubicBezTo>
                <a:cubicBezTo>
                  <a:pt x="471982" y="96062"/>
                  <a:pt x="491256" y="97612"/>
                  <a:pt x="505326" y="88232"/>
                </a:cubicBezTo>
                <a:cubicBezTo>
                  <a:pt x="543459" y="62810"/>
                  <a:pt x="520243" y="75239"/>
                  <a:pt x="577516" y="56148"/>
                </a:cubicBezTo>
                <a:cubicBezTo>
                  <a:pt x="585537" y="53474"/>
                  <a:pt x="594544" y="52817"/>
                  <a:pt x="601579" y="48127"/>
                </a:cubicBezTo>
                <a:cubicBezTo>
                  <a:pt x="609600" y="42780"/>
                  <a:pt x="616833" y="36000"/>
                  <a:pt x="625642" y="32085"/>
                </a:cubicBezTo>
                <a:cubicBezTo>
                  <a:pt x="659945" y="16839"/>
                  <a:pt x="673193" y="17353"/>
                  <a:pt x="705853" y="8021"/>
                </a:cubicBezTo>
                <a:cubicBezTo>
                  <a:pt x="713983" y="5698"/>
                  <a:pt x="721895" y="2674"/>
                  <a:pt x="729916" y="0"/>
                </a:cubicBezTo>
                <a:cubicBezTo>
                  <a:pt x="788737" y="2674"/>
                  <a:pt x="847885" y="1271"/>
                  <a:pt x="906379" y="8021"/>
                </a:cubicBezTo>
                <a:cubicBezTo>
                  <a:pt x="918257" y="9392"/>
                  <a:pt x="927473" y="19354"/>
                  <a:pt x="938463" y="24064"/>
                </a:cubicBezTo>
                <a:cubicBezTo>
                  <a:pt x="946234" y="27395"/>
                  <a:pt x="954964" y="28304"/>
                  <a:pt x="962526" y="32085"/>
                </a:cubicBezTo>
                <a:cubicBezTo>
                  <a:pt x="1001779" y="51711"/>
                  <a:pt x="972792" y="41790"/>
                  <a:pt x="1002632" y="64169"/>
                </a:cubicBezTo>
                <a:cubicBezTo>
                  <a:pt x="1018056" y="75737"/>
                  <a:pt x="1037125" y="82620"/>
                  <a:pt x="1050758" y="96253"/>
                </a:cubicBezTo>
                <a:cubicBezTo>
                  <a:pt x="1058779" y="104274"/>
                  <a:pt x="1066107" y="113054"/>
                  <a:pt x="1074821" y="120316"/>
                </a:cubicBezTo>
                <a:cubicBezTo>
                  <a:pt x="1082227" y="126487"/>
                  <a:pt x="1091629" y="130010"/>
                  <a:pt x="1098884" y="136358"/>
                </a:cubicBezTo>
                <a:cubicBezTo>
                  <a:pt x="1113112" y="148808"/>
                  <a:pt x="1121053" y="170486"/>
                  <a:pt x="1138989" y="176464"/>
                </a:cubicBezTo>
                <a:cubicBezTo>
                  <a:pt x="1155031" y="181811"/>
                  <a:pt x="1170309" y="190639"/>
                  <a:pt x="1187116" y="192506"/>
                </a:cubicBezTo>
                <a:cubicBezTo>
                  <a:pt x="1315172" y="206734"/>
                  <a:pt x="1235121" y="199375"/>
                  <a:pt x="1427747" y="208548"/>
                </a:cubicBezTo>
                <a:cubicBezTo>
                  <a:pt x="1443789" y="211222"/>
                  <a:pt x="1459610" y="216569"/>
                  <a:pt x="1475874" y="216569"/>
                </a:cubicBezTo>
                <a:cubicBezTo>
                  <a:pt x="1508069" y="216569"/>
                  <a:pt x="1540151" y="212310"/>
                  <a:pt x="1572126" y="208548"/>
                </a:cubicBezTo>
                <a:cubicBezTo>
                  <a:pt x="1653676" y="198954"/>
                  <a:pt x="1578843" y="200527"/>
                  <a:pt x="1636295" y="200527"/>
                </a:cubicBezTo>
              </a:path>
            </a:pathLst>
          </a:cu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Explosion 1 99">
            <a:extLst>
              <a:ext uri="{FF2B5EF4-FFF2-40B4-BE49-F238E27FC236}">
                <a16:creationId xmlns:a16="http://schemas.microsoft.com/office/drawing/2014/main" id="{CEFC8E84-9D1A-1C45-94FB-FAB44E092B01}"/>
              </a:ext>
            </a:extLst>
          </p:cNvPr>
          <p:cNvSpPr/>
          <p:nvPr/>
        </p:nvSpPr>
        <p:spPr>
          <a:xfrm>
            <a:off x="7485087" y="4994259"/>
            <a:ext cx="252720" cy="245091"/>
          </a:xfrm>
          <a:prstGeom prst="irregularSeal1">
            <a:avLst/>
          </a:prstGeom>
          <a:solidFill>
            <a:srgbClr val="FF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EF93BF93-90F8-AF41-9C64-AE7C98A983CD}"/>
              </a:ext>
            </a:extLst>
          </p:cNvPr>
          <p:cNvSpPr/>
          <p:nvPr/>
        </p:nvSpPr>
        <p:spPr>
          <a:xfrm>
            <a:off x="7676147" y="5061284"/>
            <a:ext cx="850232" cy="64169"/>
          </a:xfrm>
          <a:custGeom>
            <a:avLst/>
            <a:gdLst>
              <a:gd name="connsiteX0" fmla="*/ 0 w 850232"/>
              <a:gd name="connsiteY0" fmla="*/ 56148 h 64169"/>
              <a:gd name="connsiteX1" fmla="*/ 56148 w 850232"/>
              <a:gd name="connsiteY1" fmla="*/ 64169 h 64169"/>
              <a:gd name="connsiteX2" fmla="*/ 136358 w 850232"/>
              <a:gd name="connsiteY2" fmla="*/ 48127 h 64169"/>
              <a:gd name="connsiteX3" fmla="*/ 168442 w 850232"/>
              <a:gd name="connsiteY3" fmla="*/ 40105 h 64169"/>
              <a:gd name="connsiteX4" fmla="*/ 192506 w 850232"/>
              <a:gd name="connsiteY4" fmla="*/ 32084 h 64169"/>
              <a:gd name="connsiteX5" fmla="*/ 304800 w 850232"/>
              <a:gd name="connsiteY5" fmla="*/ 16042 h 64169"/>
              <a:gd name="connsiteX6" fmla="*/ 336885 w 850232"/>
              <a:gd name="connsiteY6" fmla="*/ 8021 h 64169"/>
              <a:gd name="connsiteX7" fmla="*/ 401053 w 850232"/>
              <a:gd name="connsiteY7" fmla="*/ 0 h 64169"/>
              <a:gd name="connsiteX8" fmla="*/ 673769 w 850232"/>
              <a:gd name="connsiteY8" fmla="*/ 8021 h 64169"/>
              <a:gd name="connsiteX9" fmla="*/ 721895 w 850232"/>
              <a:gd name="connsiteY9" fmla="*/ 16042 h 64169"/>
              <a:gd name="connsiteX10" fmla="*/ 850232 w 850232"/>
              <a:gd name="connsiteY10" fmla="*/ 16042 h 64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0232" h="64169">
                <a:moveTo>
                  <a:pt x="0" y="56148"/>
                </a:moveTo>
                <a:cubicBezTo>
                  <a:pt x="18716" y="58822"/>
                  <a:pt x="37242" y="64169"/>
                  <a:pt x="56148" y="64169"/>
                </a:cubicBezTo>
                <a:cubicBezTo>
                  <a:pt x="104054" y="64169"/>
                  <a:pt x="101788" y="58005"/>
                  <a:pt x="136358" y="48127"/>
                </a:cubicBezTo>
                <a:cubicBezTo>
                  <a:pt x="146958" y="45098"/>
                  <a:pt x="157842" y="43134"/>
                  <a:pt x="168442" y="40105"/>
                </a:cubicBezTo>
                <a:cubicBezTo>
                  <a:pt x="176572" y="37782"/>
                  <a:pt x="184252" y="33918"/>
                  <a:pt x="192506" y="32084"/>
                </a:cubicBezTo>
                <a:cubicBezTo>
                  <a:pt x="237949" y="21986"/>
                  <a:pt x="256233" y="24136"/>
                  <a:pt x="304800" y="16042"/>
                </a:cubicBezTo>
                <a:cubicBezTo>
                  <a:pt x="315674" y="14230"/>
                  <a:pt x="326011" y="9833"/>
                  <a:pt x="336885" y="8021"/>
                </a:cubicBezTo>
                <a:cubicBezTo>
                  <a:pt x="358148" y="4477"/>
                  <a:pt x="379664" y="2674"/>
                  <a:pt x="401053" y="0"/>
                </a:cubicBezTo>
                <a:cubicBezTo>
                  <a:pt x="491958" y="2674"/>
                  <a:pt x="582938" y="3479"/>
                  <a:pt x="673769" y="8021"/>
                </a:cubicBezTo>
                <a:cubicBezTo>
                  <a:pt x="690012" y="8833"/>
                  <a:pt x="705648" y="15304"/>
                  <a:pt x="721895" y="16042"/>
                </a:cubicBezTo>
                <a:cubicBezTo>
                  <a:pt x="764630" y="17984"/>
                  <a:pt x="807453" y="16042"/>
                  <a:pt x="850232" y="16042"/>
                </a:cubicBezTo>
              </a:path>
            </a:pathLst>
          </a:cu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A3CDCCEF-033F-724E-9047-961F2AD4CE9B}"/>
              </a:ext>
            </a:extLst>
          </p:cNvPr>
          <p:cNvCxnSpPr>
            <a:cxnSpLocks/>
          </p:cNvCxnSpPr>
          <p:nvPr/>
        </p:nvCxnSpPr>
        <p:spPr>
          <a:xfrm flipH="1">
            <a:off x="8534400" y="4949779"/>
            <a:ext cx="141054" cy="149775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B8DB5AE8-7BE1-BA43-B2CC-090317288778}"/>
              </a:ext>
            </a:extLst>
          </p:cNvPr>
          <p:cNvCxnSpPr>
            <a:cxnSpLocks/>
          </p:cNvCxnSpPr>
          <p:nvPr/>
        </p:nvCxnSpPr>
        <p:spPr>
          <a:xfrm flipH="1" flipV="1">
            <a:off x="8538783" y="5086523"/>
            <a:ext cx="157254" cy="95077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2FAD77A-D3DD-B142-B5DD-7C3725B31D3E}"/>
              </a:ext>
            </a:extLst>
          </p:cNvPr>
          <p:cNvCxnSpPr>
            <a:cxnSpLocks/>
          </p:cNvCxnSpPr>
          <p:nvPr/>
        </p:nvCxnSpPr>
        <p:spPr>
          <a:xfrm>
            <a:off x="8361960" y="4366026"/>
            <a:ext cx="0" cy="663174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F26A553D-AF12-F648-B312-38731961D40F}"/>
              </a:ext>
            </a:extLst>
          </p:cNvPr>
          <p:cNvSpPr txBox="1"/>
          <p:nvPr/>
        </p:nvSpPr>
        <p:spPr>
          <a:xfrm>
            <a:off x="7620000" y="3915295"/>
            <a:ext cx="16991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Third order neuron</a:t>
            </a:r>
          </a:p>
          <a:p>
            <a:r>
              <a:rPr lang="en-US" sz="1100" b="1" i="1" dirty="0">
                <a:solidFill>
                  <a:srgbClr val="C00000"/>
                </a:solidFill>
              </a:rPr>
              <a:t>Post-ganglionic</a:t>
            </a:r>
            <a:endParaRPr lang="en-US" sz="2000" b="1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0839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" grpId="0" animBg="1"/>
      <p:bldP spid="84" grpId="0" animBg="1"/>
      <p:bldP spid="15" grpId="0" animBg="1"/>
      <p:bldP spid="88" grpId="0"/>
      <p:bldP spid="90" grpId="0"/>
      <p:bldP spid="99" grpId="0"/>
      <p:bldP spid="26" grpId="0" animBg="1"/>
      <p:bldP spid="100" grpId="0" animBg="1"/>
      <p:bldP spid="11" grpId="0" animBg="1"/>
      <p:bldP spid="10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1" name="Picture 2" descr="figure_17_04_0_unlabeled">
            <a:extLst>
              <a:ext uri="{FF2B5EF4-FFF2-40B4-BE49-F238E27FC236}">
                <a16:creationId xmlns:a16="http://schemas.microsoft.com/office/drawing/2014/main" id="{1C87BF8E-060A-4791-94C1-47653060A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8"/>
          <a:stretch>
            <a:fillRect/>
          </a:stretch>
        </p:blipFill>
        <p:spPr bwMode="auto">
          <a:xfrm>
            <a:off x="0" y="2133600"/>
            <a:ext cx="4913313" cy="465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22" name="Picture 2" descr="figure_17_08_0_unlabeled">
            <a:extLst>
              <a:ext uri="{FF2B5EF4-FFF2-40B4-BE49-F238E27FC236}">
                <a16:creationId xmlns:a16="http://schemas.microsoft.com/office/drawing/2014/main" id="{7FCADC24-DF10-4D7A-A4F9-E5A164FBF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88" b="2435"/>
          <a:stretch>
            <a:fillRect/>
          </a:stretch>
        </p:blipFill>
        <p:spPr bwMode="auto">
          <a:xfrm>
            <a:off x="4675188" y="2120900"/>
            <a:ext cx="4240212" cy="473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0F3B1F-B531-4091-A063-7A2A77752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95400"/>
            <a:ext cx="77724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400"/>
              <a:t>Sympathetic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209DF5-F091-461A-8EAD-9532E293B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1295400"/>
            <a:ext cx="44958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400"/>
              <a:t>Parasympathetic</a:t>
            </a:r>
          </a:p>
        </p:txBody>
      </p:sp>
      <p:sp>
        <p:nvSpPr>
          <p:cNvPr id="81926" name="Rectangle 2">
            <a:extLst>
              <a:ext uri="{FF2B5EF4-FFF2-40B4-BE49-F238E27FC236}">
                <a16:creationId xmlns:a16="http://schemas.microsoft.com/office/drawing/2014/main" id="{6CA11A7F-AC74-4D4C-B6A9-DB8A5DDD90B1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pic>
        <p:nvPicPr>
          <p:cNvPr id="81927" name="Picture 2" descr="figure_17_04_0_unlabeled">
            <a:extLst>
              <a:ext uri="{FF2B5EF4-FFF2-40B4-BE49-F238E27FC236}">
                <a16:creationId xmlns:a16="http://schemas.microsoft.com/office/drawing/2014/main" id="{EB59ECBD-8E37-472A-9AAD-DA8528620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22" r="569" b="81268"/>
          <a:stretch>
            <a:fillRect/>
          </a:stretch>
        </p:blipFill>
        <p:spPr bwMode="auto">
          <a:xfrm>
            <a:off x="0" y="5962650"/>
            <a:ext cx="8382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28" name="Picture 2" descr="figure_17_04_0_unlabeled">
            <a:extLst>
              <a:ext uri="{FF2B5EF4-FFF2-40B4-BE49-F238E27FC236}">
                <a16:creationId xmlns:a16="http://schemas.microsoft.com/office/drawing/2014/main" id="{BFDE62BA-8408-4D37-90C4-9B46B3950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22" r="569" b="81268"/>
          <a:stretch>
            <a:fillRect/>
          </a:stretch>
        </p:blipFill>
        <p:spPr bwMode="auto">
          <a:xfrm>
            <a:off x="4648200" y="5962650"/>
            <a:ext cx="8382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B7832B45-45CD-884F-BDB4-6D11EC2D1F67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000" b="1" dirty="0"/>
              <a:t>AUTONOMIC NERVOUS SYSTEM</a:t>
            </a:r>
          </a:p>
        </p:txBody>
      </p:sp>
    </p:spTree>
    <p:extLst>
      <p:ext uri="{BB962C8B-B14F-4D97-AF65-F5344CB8AC3E}">
        <p14:creationId xmlns:p14="http://schemas.microsoft.com/office/powerpoint/2010/main" val="38767797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4">
            <a:extLst>
              <a:ext uri="{FF2B5EF4-FFF2-40B4-BE49-F238E27FC236}">
                <a16:creationId xmlns:a16="http://schemas.microsoft.com/office/drawing/2014/main" id="{41C84CFE-DBD8-4305-AC6B-C75756A4321A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1219201"/>
            <a:ext cx="6324600" cy="5638800"/>
          </a:xfrm>
        </p:spPr>
        <p:txBody>
          <a:bodyPr>
            <a:normAutofit fontScale="92500" lnSpcReduction="10000"/>
          </a:bodyPr>
          <a:lstStyle/>
          <a:p>
            <a:pPr marL="215900" indent="-215900" eaLnBrk="1" hangingPunct="1">
              <a:lnSpc>
                <a:spcPct val="114000"/>
              </a:lnSpc>
            </a:pPr>
            <a:r>
              <a:rPr lang="en-US" altLang="en-US" b="1" dirty="0">
                <a:latin typeface="Arial" panose="020B0604020202020204" pitchFamily="34" charset="0"/>
              </a:rPr>
              <a:t>Sympathetic Division</a:t>
            </a:r>
          </a:p>
          <a:p>
            <a:pPr marL="0" indent="0" eaLnBrk="1" hangingPunct="1">
              <a:lnSpc>
                <a:spcPct val="114000"/>
              </a:lnSpc>
              <a:buNone/>
            </a:pPr>
            <a:endParaRPr lang="en-US" altLang="en-US" sz="1300" b="1" dirty="0">
              <a:latin typeface="Arial" panose="020B0604020202020204" pitchFamily="34" charset="0"/>
            </a:endParaRPr>
          </a:p>
          <a:p>
            <a:pPr marL="736600" lvl="1" indent="-292100" eaLnBrk="1" hangingPunct="1">
              <a:lnSpc>
                <a:spcPct val="114000"/>
              </a:lnSpc>
            </a:pPr>
            <a:r>
              <a:rPr lang="en-US" altLang="en-US" b="1" i="1" dirty="0">
                <a:latin typeface="Arial" panose="020B0604020202020204" pitchFamily="34" charset="0"/>
              </a:rPr>
              <a:t>Fight or Flight – STIMULATE</a:t>
            </a:r>
          </a:p>
          <a:p>
            <a:pPr marL="444500" lvl="1" indent="0" eaLnBrk="1" hangingPunct="1">
              <a:lnSpc>
                <a:spcPct val="114000"/>
              </a:lnSpc>
              <a:buNone/>
            </a:pPr>
            <a:endParaRPr lang="en-US" altLang="en-US" sz="1300" b="1" i="1" dirty="0">
              <a:latin typeface="Arial" panose="020B0604020202020204" pitchFamily="34" charset="0"/>
            </a:endParaRPr>
          </a:p>
          <a:p>
            <a:pPr marL="736600" lvl="1" indent="-292100" eaLnBrk="1" hangingPunct="1">
              <a:lnSpc>
                <a:spcPct val="114000"/>
              </a:lnSpc>
            </a:pPr>
            <a:r>
              <a:rPr lang="en-US" altLang="en-US" u="sng" dirty="0">
                <a:latin typeface="Arial" panose="020B0604020202020204" pitchFamily="34" charset="0"/>
              </a:rPr>
              <a:t>Neurotransmitter</a:t>
            </a:r>
            <a:r>
              <a:rPr lang="en-US" altLang="en-US" dirty="0">
                <a:latin typeface="Arial" panose="020B0604020202020204" pitchFamily="34" charset="0"/>
              </a:rPr>
              <a:t> = </a:t>
            </a:r>
            <a:r>
              <a:rPr lang="en-US" altLang="en-US" b="1" dirty="0">
                <a:latin typeface="Arial" panose="020B0604020202020204" pitchFamily="34" charset="0"/>
              </a:rPr>
              <a:t>Norepinephrine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1136650" lvl="2" indent="-292100" eaLnBrk="1" hangingPunct="1">
              <a:lnSpc>
                <a:spcPct val="114000"/>
              </a:lnSpc>
            </a:pPr>
            <a:r>
              <a:rPr lang="en-US" altLang="en-US" dirty="0">
                <a:latin typeface="Arial" panose="020B0604020202020204" pitchFamily="34" charset="0"/>
              </a:rPr>
              <a:t>Mimics adrenaline</a:t>
            </a:r>
          </a:p>
          <a:p>
            <a:pPr marL="844550" lvl="2" indent="0" eaLnBrk="1" hangingPunct="1">
              <a:lnSpc>
                <a:spcPct val="114000"/>
              </a:lnSpc>
              <a:buNone/>
            </a:pPr>
            <a:endParaRPr lang="en-US" altLang="en-US" sz="1300" dirty="0">
              <a:latin typeface="Arial" panose="020B0604020202020204" pitchFamily="34" charset="0"/>
            </a:endParaRPr>
          </a:p>
          <a:p>
            <a:pPr marL="736600" lvl="1" indent="-292100" eaLnBrk="1" hangingPunct="1">
              <a:lnSpc>
                <a:spcPct val="114000"/>
              </a:lnSpc>
            </a:pPr>
            <a:r>
              <a:rPr lang="en-US" altLang="en-US" u="sng" dirty="0">
                <a:latin typeface="Arial" panose="020B0604020202020204" pitchFamily="34" charset="0"/>
              </a:rPr>
              <a:t>Effects</a:t>
            </a:r>
          </a:p>
          <a:p>
            <a:pPr marL="1136650" lvl="2" indent="-292100" eaLnBrk="1" hangingPunct="1">
              <a:lnSpc>
                <a:spcPct val="114000"/>
              </a:lnSpc>
            </a:pPr>
            <a:r>
              <a:rPr lang="en-US" altLang="en-US" dirty="0">
                <a:latin typeface="Arial" panose="020B0604020202020204" pitchFamily="34" charset="0"/>
              </a:rPr>
              <a:t>Pupil dilation</a:t>
            </a:r>
          </a:p>
          <a:p>
            <a:pPr marL="1136650" lvl="2" indent="-292100" eaLnBrk="1" hangingPunct="1">
              <a:lnSpc>
                <a:spcPct val="114000"/>
              </a:lnSpc>
            </a:pPr>
            <a:r>
              <a:rPr lang="en-US" altLang="en-US" dirty="0">
                <a:latin typeface="Arial" panose="020B0604020202020204" pitchFamily="34" charset="0"/>
              </a:rPr>
              <a:t>Decreased smooth muscle activity of the digestive system</a:t>
            </a:r>
          </a:p>
          <a:p>
            <a:pPr marL="1136650" lvl="2" indent="-292100" eaLnBrk="1" hangingPunct="1">
              <a:lnSpc>
                <a:spcPct val="114000"/>
              </a:lnSpc>
            </a:pPr>
            <a:r>
              <a:rPr lang="en-US" altLang="en-US" dirty="0">
                <a:latin typeface="Arial" panose="020B0604020202020204" pitchFamily="34" charset="0"/>
              </a:rPr>
              <a:t>Relaxation of the urinary bladder</a:t>
            </a:r>
          </a:p>
          <a:p>
            <a:pPr marL="1136650" lvl="2" indent="-292100" eaLnBrk="1" hangingPunct="1">
              <a:lnSpc>
                <a:spcPct val="114000"/>
              </a:lnSpc>
            </a:pPr>
            <a:r>
              <a:rPr lang="en-US" altLang="en-US" dirty="0">
                <a:latin typeface="Arial" panose="020B0604020202020204" pitchFamily="34" charset="0"/>
              </a:rPr>
              <a:t>Dilation of respiratory passages</a:t>
            </a:r>
          </a:p>
          <a:p>
            <a:pPr marL="1136650" lvl="2" indent="-292100" eaLnBrk="1" hangingPunct="1">
              <a:lnSpc>
                <a:spcPct val="114000"/>
              </a:lnSpc>
            </a:pPr>
            <a:r>
              <a:rPr lang="en-US" altLang="en-US" dirty="0">
                <a:latin typeface="Arial" panose="020B0604020202020204" pitchFamily="34" charset="0"/>
              </a:rPr>
              <a:t>Increased heart rate</a:t>
            </a:r>
          </a:p>
        </p:txBody>
      </p:sp>
      <p:pic>
        <p:nvPicPr>
          <p:cNvPr id="86018" name="Picture 4">
            <a:extLst>
              <a:ext uri="{FF2B5EF4-FFF2-40B4-BE49-F238E27FC236}">
                <a16:creationId xmlns:a16="http://schemas.microsoft.com/office/drawing/2014/main" id="{16D998D2-992F-4104-9783-379C42735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511" y="1852840"/>
            <a:ext cx="2749289" cy="3862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0" name="Rectangle 2">
            <a:extLst>
              <a:ext uri="{FF2B5EF4-FFF2-40B4-BE49-F238E27FC236}">
                <a16:creationId xmlns:a16="http://schemas.microsoft.com/office/drawing/2014/main" id="{E28A6B57-2555-4490-9B6D-CB95BAED732F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04FF9B2-95B6-2543-A63A-252D39A31BF7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000" b="1" dirty="0"/>
              <a:t>AUTONOMIC NERVOUS SYSTEM</a:t>
            </a:r>
          </a:p>
        </p:txBody>
      </p:sp>
    </p:spTree>
    <p:extLst>
      <p:ext uri="{BB962C8B-B14F-4D97-AF65-F5344CB8AC3E}">
        <p14:creationId xmlns:p14="http://schemas.microsoft.com/office/powerpoint/2010/main" val="42505420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Title 1">
            <a:extLst>
              <a:ext uri="{FF2B5EF4-FFF2-40B4-BE49-F238E27FC236}">
                <a16:creationId xmlns:a16="http://schemas.microsoft.com/office/drawing/2014/main" id="{54F0411B-48C3-4B5C-A00D-75FC7ECB969A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38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800" b="1" dirty="0"/>
              <a:t>WHY DOES THIS MATTER?</a:t>
            </a:r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9096567D-F69B-47D4-88A6-DC571A46F60C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pic>
        <p:nvPicPr>
          <p:cNvPr id="88067" name="Picture 3">
            <a:extLst>
              <a:ext uri="{FF2B5EF4-FFF2-40B4-BE49-F238E27FC236}">
                <a16:creationId xmlns:a16="http://schemas.microsoft.com/office/drawing/2014/main" id="{E313501D-CD12-4495-8D71-7CE0F6B61E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6800"/>
            <a:ext cx="91440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8" name="Rectangle 4">
            <a:extLst>
              <a:ext uri="{FF2B5EF4-FFF2-40B4-BE49-F238E27FC236}">
                <a16:creationId xmlns:a16="http://schemas.microsoft.com/office/drawing/2014/main" id="{2AEE861F-2CFE-47ED-87CB-38321A38B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981200"/>
            <a:ext cx="5943600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Font typeface="Times" panose="02020603050405020304" pitchFamily="18" charset="0"/>
              <a:buNone/>
            </a:pPr>
            <a:r>
              <a:rPr lang="en-US" altLang="en-US" b="1">
                <a:solidFill>
                  <a:schemeClr val="bg1"/>
                </a:solidFill>
              </a:rPr>
              <a:t>Anxiety </a:t>
            </a:r>
            <a:r>
              <a:rPr lang="en-US" altLang="en-US">
                <a:solidFill>
                  <a:schemeClr val="bg1"/>
                </a:solidFill>
              </a:rPr>
              <a:t>is a disease of the sympathetic nervous system</a:t>
            </a:r>
          </a:p>
        </p:txBody>
      </p:sp>
    </p:spTree>
    <p:extLst>
      <p:ext uri="{BB962C8B-B14F-4D97-AF65-F5344CB8AC3E}">
        <p14:creationId xmlns:p14="http://schemas.microsoft.com/office/powerpoint/2010/main" val="34850658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4">
            <a:extLst>
              <a:ext uri="{FF2B5EF4-FFF2-40B4-BE49-F238E27FC236}">
                <a16:creationId xmlns:a16="http://schemas.microsoft.com/office/drawing/2014/main" id="{DF7A72ED-A9F7-4E3C-B722-1C78D5BA3BB2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1219200"/>
            <a:ext cx="5791200" cy="5715000"/>
          </a:xfrm>
        </p:spPr>
        <p:txBody>
          <a:bodyPr>
            <a:normAutofit fontScale="92500" lnSpcReduction="10000"/>
          </a:bodyPr>
          <a:lstStyle/>
          <a:p>
            <a:pPr marL="215900" indent="-215900" eaLnBrk="1" hangingPunct="1">
              <a:lnSpc>
                <a:spcPct val="114000"/>
              </a:lnSpc>
            </a:pPr>
            <a:r>
              <a:rPr lang="en-US" altLang="en-US" sz="3000" b="1" dirty="0">
                <a:latin typeface="Arial" panose="020B0604020202020204" pitchFamily="34" charset="0"/>
              </a:rPr>
              <a:t>Parasympathetic Division</a:t>
            </a:r>
          </a:p>
          <a:p>
            <a:pPr marL="0" indent="0" eaLnBrk="1" hangingPunct="1">
              <a:lnSpc>
                <a:spcPct val="114000"/>
              </a:lnSpc>
              <a:buNone/>
            </a:pPr>
            <a:endParaRPr lang="en-US" altLang="en-US" sz="1300" b="1" dirty="0">
              <a:latin typeface="Arial" panose="020B0604020202020204" pitchFamily="34" charset="0"/>
            </a:endParaRPr>
          </a:p>
          <a:p>
            <a:pPr marL="736600" lvl="1" indent="-292100" eaLnBrk="1" hangingPunct="1">
              <a:lnSpc>
                <a:spcPct val="114000"/>
              </a:lnSpc>
            </a:pPr>
            <a:r>
              <a:rPr lang="en-US" altLang="en-US" sz="2600" b="1" i="1" dirty="0">
                <a:latin typeface="Arial" panose="020B0604020202020204" pitchFamily="34" charset="0"/>
              </a:rPr>
              <a:t>Rest and Digest – Energy storage</a:t>
            </a:r>
          </a:p>
          <a:p>
            <a:pPr marL="444500" lvl="1" indent="0" eaLnBrk="1" hangingPunct="1">
              <a:lnSpc>
                <a:spcPct val="114000"/>
              </a:lnSpc>
              <a:buNone/>
            </a:pPr>
            <a:endParaRPr lang="en-US" altLang="en-US" sz="1300" b="1" i="1" dirty="0">
              <a:latin typeface="Arial" panose="020B0604020202020204" pitchFamily="34" charset="0"/>
            </a:endParaRPr>
          </a:p>
          <a:p>
            <a:pPr marL="736600" lvl="1" indent="-292100" eaLnBrk="1" hangingPunct="1">
              <a:lnSpc>
                <a:spcPct val="114000"/>
              </a:lnSpc>
            </a:pPr>
            <a:r>
              <a:rPr lang="en-US" altLang="en-US" sz="2600" u="sng" dirty="0">
                <a:latin typeface="Arial" panose="020B0604020202020204" pitchFamily="34" charset="0"/>
              </a:rPr>
              <a:t>Neurotransmitter</a:t>
            </a:r>
            <a:r>
              <a:rPr lang="en-US" altLang="en-US" sz="2600" dirty="0">
                <a:latin typeface="Arial" panose="020B0604020202020204" pitchFamily="34" charset="0"/>
              </a:rPr>
              <a:t> = </a:t>
            </a:r>
            <a:r>
              <a:rPr lang="en-US" altLang="en-US" sz="2600" b="1" dirty="0">
                <a:latin typeface="Arial" panose="020B0604020202020204" pitchFamily="34" charset="0"/>
              </a:rPr>
              <a:t>Acetylcholine</a:t>
            </a:r>
          </a:p>
          <a:p>
            <a:pPr marL="1136650" lvl="2" indent="-292100" eaLnBrk="1" hangingPunct="1">
              <a:lnSpc>
                <a:spcPct val="114000"/>
              </a:lnSpc>
            </a:pPr>
            <a:r>
              <a:rPr lang="en-US" altLang="en-US" sz="2200" dirty="0">
                <a:latin typeface="Arial" panose="020B0604020202020204" pitchFamily="34" charset="0"/>
              </a:rPr>
              <a:t>Relaxation, contraction of digestive muscles</a:t>
            </a:r>
          </a:p>
          <a:p>
            <a:pPr marL="844550" lvl="2" indent="0" eaLnBrk="1" hangingPunct="1">
              <a:lnSpc>
                <a:spcPct val="114000"/>
              </a:lnSpc>
              <a:buNone/>
            </a:pPr>
            <a:endParaRPr lang="en-US" altLang="en-US" sz="1300" dirty="0">
              <a:latin typeface="Arial" panose="020B0604020202020204" pitchFamily="34" charset="0"/>
            </a:endParaRPr>
          </a:p>
          <a:p>
            <a:pPr marL="736600" lvl="1" indent="-292100" eaLnBrk="1" hangingPunct="1">
              <a:lnSpc>
                <a:spcPct val="114000"/>
              </a:lnSpc>
            </a:pPr>
            <a:r>
              <a:rPr lang="en-US" altLang="en-US" sz="2600" u="sng" dirty="0">
                <a:latin typeface="Arial" panose="020B0604020202020204" pitchFamily="34" charset="0"/>
              </a:rPr>
              <a:t>Effects</a:t>
            </a:r>
            <a:endParaRPr lang="en-US" altLang="en-US" sz="2600" b="1" i="1" dirty="0">
              <a:latin typeface="Arial" panose="020B0604020202020204" pitchFamily="34" charset="0"/>
            </a:endParaRPr>
          </a:p>
          <a:p>
            <a:pPr marL="1136650" lvl="2" indent="-292100" eaLnBrk="1" hangingPunct="1">
              <a:lnSpc>
                <a:spcPct val="114000"/>
              </a:lnSpc>
            </a:pPr>
            <a:r>
              <a:rPr lang="en-US" altLang="en-US" sz="2200" dirty="0">
                <a:latin typeface="Arial" panose="020B0604020202020204" pitchFamily="34" charset="0"/>
              </a:rPr>
              <a:t>Pupil constriction</a:t>
            </a:r>
          </a:p>
          <a:p>
            <a:pPr marL="1136650" lvl="2" indent="-292100" eaLnBrk="1" hangingPunct="1">
              <a:lnSpc>
                <a:spcPct val="114000"/>
              </a:lnSpc>
            </a:pPr>
            <a:r>
              <a:rPr lang="en-US" altLang="en-US" sz="2200" dirty="0">
                <a:latin typeface="Arial" panose="020B0604020202020204" pitchFamily="34" charset="0"/>
              </a:rPr>
              <a:t>Increased smooth muscle activity of the digestive system</a:t>
            </a:r>
          </a:p>
          <a:p>
            <a:pPr marL="1136650" lvl="2" indent="-292100" eaLnBrk="1" hangingPunct="1">
              <a:lnSpc>
                <a:spcPct val="114000"/>
              </a:lnSpc>
            </a:pPr>
            <a:r>
              <a:rPr lang="en-US" altLang="en-US" sz="2200" dirty="0">
                <a:latin typeface="Arial" panose="020B0604020202020204" pitchFamily="34" charset="0"/>
              </a:rPr>
              <a:t>Contraction of the urinary bladder</a:t>
            </a:r>
          </a:p>
          <a:p>
            <a:pPr marL="1136650" lvl="2" indent="-292100" eaLnBrk="1" hangingPunct="1">
              <a:lnSpc>
                <a:spcPct val="114000"/>
              </a:lnSpc>
            </a:pPr>
            <a:r>
              <a:rPr lang="en-US" altLang="en-US" sz="2200" dirty="0">
                <a:latin typeface="Arial" panose="020B0604020202020204" pitchFamily="34" charset="0"/>
              </a:rPr>
              <a:t>Constriction of respiratory passages</a:t>
            </a:r>
          </a:p>
          <a:p>
            <a:pPr marL="1136650" lvl="2" indent="-292100" eaLnBrk="1" hangingPunct="1">
              <a:lnSpc>
                <a:spcPct val="114000"/>
              </a:lnSpc>
            </a:pPr>
            <a:r>
              <a:rPr lang="en-US" altLang="en-US" sz="2200" dirty="0">
                <a:latin typeface="Arial" panose="020B0604020202020204" pitchFamily="34" charset="0"/>
              </a:rPr>
              <a:t>Reduced heart rate</a:t>
            </a:r>
          </a:p>
        </p:txBody>
      </p:sp>
      <p:pic>
        <p:nvPicPr>
          <p:cNvPr id="90114" name="Picture 5">
            <a:extLst>
              <a:ext uri="{FF2B5EF4-FFF2-40B4-BE49-F238E27FC236}">
                <a16:creationId xmlns:a16="http://schemas.microsoft.com/office/drawing/2014/main" id="{CCE8CD10-B64A-416D-BCDE-4E4D37B5DA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2" r="14117"/>
          <a:stretch>
            <a:fillRect/>
          </a:stretch>
        </p:blipFill>
        <p:spPr bwMode="auto">
          <a:xfrm>
            <a:off x="5994505" y="2286000"/>
            <a:ext cx="2997095" cy="267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16" name="Rectangle 2">
            <a:extLst>
              <a:ext uri="{FF2B5EF4-FFF2-40B4-BE49-F238E27FC236}">
                <a16:creationId xmlns:a16="http://schemas.microsoft.com/office/drawing/2014/main" id="{8D4C84DA-42AA-4AB3-B7B9-DA1F4765BAE1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211B88F-ABD4-C945-B708-0495068CDCD8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000" b="1" dirty="0"/>
              <a:t>AUTONOMIC NERVOUS SYSTEM</a:t>
            </a:r>
          </a:p>
        </p:txBody>
      </p:sp>
    </p:spTree>
    <p:extLst>
      <p:ext uri="{BB962C8B-B14F-4D97-AF65-F5344CB8AC3E}">
        <p14:creationId xmlns:p14="http://schemas.microsoft.com/office/powerpoint/2010/main" val="39937575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1" name="Picture 1">
            <a:extLst>
              <a:ext uri="{FF2B5EF4-FFF2-40B4-BE49-F238E27FC236}">
                <a16:creationId xmlns:a16="http://schemas.microsoft.com/office/drawing/2014/main" id="{187F52F1-3A13-49C1-B42B-E5AA7219BE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5850"/>
            <a:ext cx="9144000" cy="577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62" name="Title 1">
            <a:extLst>
              <a:ext uri="{FF2B5EF4-FFF2-40B4-BE49-F238E27FC236}">
                <a16:creationId xmlns:a16="http://schemas.microsoft.com/office/drawing/2014/main" id="{A4FEEF60-031D-4D2E-9789-866E37568268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610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800" b="1" dirty="0"/>
              <a:t>WHY DOES THIS MATTER?</a:t>
            </a: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38ED1C01-11AE-464A-8A12-ABC8E99A2923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51B40DBC-8DE6-4C8D-84F2-A2BC75D5F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752600"/>
            <a:ext cx="4267200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Font typeface="Times" panose="02020603050405020304" pitchFamily="18" charset="0"/>
              <a:buNone/>
            </a:pPr>
            <a:r>
              <a:rPr lang="en-US" altLang="en-US" b="1">
                <a:solidFill>
                  <a:schemeClr val="bg1"/>
                </a:solidFill>
              </a:rPr>
              <a:t>Nicotine </a:t>
            </a:r>
            <a:r>
              <a:rPr lang="en-US" altLang="en-US">
                <a:solidFill>
                  <a:schemeClr val="bg1"/>
                </a:solidFill>
              </a:rPr>
              <a:t>mimics the relaxing effects of the parasympathetic nervous system</a:t>
            </a:r>
          </a:p>
        </p:txBody>
      </p:sp>
    </p:spTree>
    <p:extLst>
      <p:ext uri="{BB962C8B-B14F-4D97-AF65-F5344CB8AC3E}">
        <p14:creationId xmlns:p14="http://schemas.microsoft.com/office/powerpoint/2010/main" val="909792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Box 5">
            <a:extLst>
              <a:ext uri="{FF2B5EF4-FFF2-40B4-BE49-F238E27FC236}">
                <a16:creationId xmlns:a16="http://schemas.microsoft.com/office/drawing/2014/main" id="{710E424D-6FF9-4C86-914A-1C070920E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083726"/>
            <a:ext cx="8839200" cy="4328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6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buSzPct val="75000"/>
              <a:buNone/>
            </a:pPr>
            <a:r>
              <a:rPr lang="en-US" altLang="en-US" sz="3200" b="1" i="1" u="sng" dirty="0"/>
              <a:t>Tropicamide</a:t>
            </a:r>
            <a:r>
              <a:rPr lang="en-US" altLang="en-US" sz="3200" dirty="0"/>
              <a:t> is an eye drop administered to </a:t>
            </a:r>
            <a:r>
              <a:rPr lang="en-US" altLang="en-US" sz="3200" b="1" dirty="0"/>
              <a:t>dilate</a:t>
            </a:r>
            <a:r>
              <a:rPr lang="en-US" altLang="en-US" sz="3200" dirty="0"/>
              <a:t> the pupil, which allows an ophthalmologist to thoroughly examine the back of the eye.</a:t>
            </a:r>
            <a:r>
              <a:rPr lang="en-US" sz="3200" dirty="0"/>
              <a:t> </a:t>
            </a:r>
            <a:endParaRPr lang="en-US" sz="1050" dirty="0"/>
          </a:p>
          <a:p>
            <a:pPr eaLnBrk="1" hangingPunct="1">
              <a:lnSpc>
                <a:spcPct val="125000"/>
              </a:lnSpc>
              <a:buSzPct val="75000"/>
              <a:buNone/>
            </a:pPr>
            <a:endParaRPr lang="en-US" sz="1000" dirty="0"/>
          </a:p>
          <a:p>
            <a:pPr eaLnBrk="1" hangingPunct="1">
              <a:lnSpc>
                <a:spcPct val="125000"/>
              </a:lnSpc>
              <a:buSzPct val="75000"/>
              <a:buNone/>
            </a:pPr>
            <a:r>
              <a:rPr lang="en-US" sz="3200" i="1" dirty="0"/>
              <a:t>Which autonomic division does tropicamide mimic?</a:t>
            </a:r>
            <a:r>
              <a:rPr lang="en-US" sz="3200" dirty="0"/>
              <a:t> </a:t>
            </a:r>
            <a:endParaRPr lang="en-US" altLang="en-US" sz="32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B982FF8-275C-EC4F-AAFE-7BA50BEB2287}"/>
              </a:ext>
            </a:extLst>
          </p:cNvPr>
          <p:cNvSpPr>
            <a:spLocks/>
          </p:cNvSpPr>
          <p:nvPr/>
        </p:nvSpPr>
        <p:spPr bwMode="auto">
          <a:xfrm>
            <a:off x="0" y="931326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en-US" sz="3200" dirty="0"/>
          </a:p>
        </p:txBody>
      </p:sp>
      <p:sp>
        <p:nvSpPr>
          <p:cNvPr id="8" name="TextBox 7">
            <a:hlinkClick r:id="" action="ppaction://noaction"/>
            <a:extLst>
              <a:ext uri="{FF2B5EF4-FFF2-40B4-BE49-F238E27FC236}">
                <a16:creationId xmlns:a16="http://schemas.microsoft.com/office/drawing/2014/main" id="{A0F66AA2-01D4-7345-A291-27A95E488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562600"/>
            <a:ext cx="51816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6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SzPct val="75000"/>
              <a:buFont typeface="Wingdings" panose="05000000000000000000" pitchFamily="2" charset="2"/>
              <a:buNone/>
            </a:pPr>
            <a:r>
              <a:rPr lang="en-US" altLang="en-US" sz="4000" b="1" i="1" dirty="0"/>
              <a:t>PARASYMPATHETIC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DC0BF6B-65D2-F24B-AB72-B7146D79C3B8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000" b="1" dirty="0"/>
              <a:t>AUTONOMIC NERVOUS SYSTEM</a:t>
            </a:r>
          </a:p>
        </p:txBody>
      </p:sp>
      <p:sp>
        <p:nvSpPr>
          <p:cNvPr id="12" name="TextBox 11">
            <a:hlinkClick r:id="" action="ppaction://noaction"/>
            <a:extLst>
              <a:ext uri="{FF2B5EF4-FFF2-40B4-BE49-F238E27FC236}">
                <a16:creationId xmlns:a16="http://schemas.microsoft.com/office/drawing/2014/main" id="{7824D0DD-C53F-6B4E-B360-2827696AE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562600"/>
            <a:ext cx="3810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6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SzPct val="75000"/>
              <a:buFont typeface="Wingdings" panose="05000000000000000000" pitchFamily="2" charset="2"/>
              <a:buNone/>
            </a:pPr>
            <a:r>
              <a:rPr lang="en-US" altLang="en-US" sz="4000" b="1" i="1" dirty="0"/>
              <a:t>SYMPATHETIC</a:t>
            </a:r>
          </a:p>
        </p:txBody>
      </p:sp>
    </p:spTree>
    <p:extLst>
      <p:ext uri="{BB962C8B-B14F-4D97-AF65-F5344CB8AC3E}">
        <p14:creationId xmlns:p14="http://schemas.microsoft.com/office/powerpoint/2010/main" val="23487479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Box 5">
            <a:extLst>
              <a:ext uri="{FF2B5EF4-FFF2-40B4-BE49-F238E27FC236}">
                <a16:creationId xmlns:a16="http://schemas.microsoft.com/office/drawing/2014/main" id="{710E424D-6FF9-4C86-914A-1C070920E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295400"/>
            <a:ext cx="8839200" cy="3306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6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buSzPct val="75000"/>
              <a:buNone/>
            </a:pPr>
            <a:r>
              <a:rPr lang="en-US" altLang="en-US" sz="3200" dirty="0"/>
              <a:t>People with </a:t>
            </a:r>
            <a:r>
              <a:rPr lang="en-US" altLang="en-US" sz="3200" b="1" i="1" dirty="0"/>
              <a:t>asthma</a:t>
            </a:r>
            <a:r>
              <a:rPr lang="en-US" altLang="en-US" sz="3200" dirty="0"/>
              <a:t> are often treated with a class of medications called </a:t>
            </a:r>
            <a:r>
              <a:rPr lang="el-GR" sz="3200" b="1" u="sng" dirty="0"/>
              <a:t>α</a:t>
            </a:r>
            <a:r>
              <a:rPr lang="el-GR" sz="3200" b="1" u="sng" baseline="-25000" dirty="0"/>
              <a:t>2</a:t>
            </a:r>
            <a:r>
              <a:rPr lang="el-GR" sz="3200" b="1" u="sng" dirty="0"/>
              <a:t>-</a:t>
            </a:r>
            <a:r>
              <a:rPr lang="en-US" sz="3200" b="1" u="sng" dirty="0"/>
              <a:t>blockers</a:t>
            </a:r>
            <a:r>
              <a:rPr lang="en-US" sz="3200" dirty="0"/>
              <a:t>.  </a:t>
            </a:r>
          </a:p>
          <a:p>
            <a:pPr eaLnBrk="1" hangingPunct="1">
              <a:lnSpc>
                <a:spcPct val="125000"/>
              </a:lnSpc>
              <a:buSzPct val="75000"/>
              <a:buNone/>
            </a:pPr>
            <a:r>
              <a:rPr lang="en-US" sz="3200" dirty="0"/>
              <a:t>Given what you know about the autonomic nervous system, </a:t>
            </a:r>
            <a:r>
              <a:rPr lang="en-US" sz="3200" i="1" dirty="0"/>
              <a:t>which division do </a:t>
            </a:r>
            <a:r>
              <a:rPr lang="el-GR" sz="3200" i="1" dirty="0"/>
              <a:t>α</a:t>
            </a:r>
            <a:r>
              <a:rPr lang="el-GR" sz="3200" i="1" baseline="-25000" dirty="0"/>
              <a:t>2</a:t>
            </a:r>
            <a:r>
              <a:rPr lang="el-GR" sz="3200" i="1" dirty="0"/>
              <a:t>-</a:t>
            </a:r>
            <a:r>
              <a:rPr lang="en-US" sz="3200" i="1" dirty="0"/>
              <a:t>blockers block?</a:t>
            </a:r>
            <a:endParaRPr lang="en-US" altLang="en-US" sz="32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B982FF8-275C-EC4F-AAFE-7BA50BEB2287}"/>
              </a:ext>
            </a:extLst>
          </p:cNvPr>
          <p:cNvSpPr>
            <a:spLocks/>
          </p:cNvSpPr>
          <p:nvPr/>
        </p:nvSpPr>
        <p:spPr bwMode="auto">
          <a:xfrm>
            <a:off x="0" y="931326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en-US" sz="3200" dirty="0"/>
          </a:p>
        </p:txBody>
      </p:sp>
      <p:sp>
        <p:nvSpPr>
          <p:cNvPr id="8" name="TextBox 7">
            <a:hlinkClick r:id="" action="ppaction://noaction"/>
            <a:extLst>
              <a:ext uri="{FF2B5EF4-FFF2-40B4-BE49-F238E27FC236}">
                <a16:creationId xmlns:a16="http://schemas.microsoft.com/office/drawing/2014/main" id="{A0F66AA2-01D4-7345-A291-27A95E488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464314"/>
            <a:ext cx="51816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6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SzPct val="75000"/>
              <a:buFont typeface="Wingdings" panose="05000000000000000000" pitchFamily="2" charset="2"/>
              <a:buNone/>
            </a:pPr>
            <a:r>
              <a:rPr lang="en-US" altLang="en-US" sz="4000" b="1" i="1" dirty="0"/>
              <a:t>PARASYMPATHETIC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DC0BF6B-65D2-F24B-AB72-B7146D79C3B8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000" b="1" dirty="0"/>
              <a:t>AUTONOMIC NERVOUS SYSTEM</a:t>
            </a:r>
          </a:p>
        </p:txBody>
      </p:sp>
      <p:sp>
        <p:nvSpPr>
          <p:cNvPr id="12" name="TextBox 11">
            <a:hlinkClick r:id="" action="ppaction://noaction"/>
            <a:extLst>
              <a:ext uri="{FF2B5EF4-FFF2-40B4-BE49-F238E27FC236}">
                <a16:creationId xmlns:a16="http://schemas.microsoft.com/office/drawing/2014/main" id="{7824D0DD-C53F-6B4E-B360-2827696AE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6200" y="5464314"/>
            <a:ext cx="3810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6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SzPct val="75000"/>
              <a:buFont typeface="Wingdings" panose="05000000000000000000" pitchFamily="2" charset="2"/>
              <a:buNone/>
            </a:pPr>
            <a:r>
              <a:rPr lang="en-US" altLang="en-US" sz="4000" b="1" i="1" dirty="0"/>
              <a:t>SYMPATHETIC</a:t>
            </a:r>
          </a:p>
        </p:txBody>
      </p:sp>
    </p:spTree>
    <p:extLst>
      <p:ext uri="{BB962C8B-B14F-4D97-AF65-F5344CB8AC3E}">
        <p14:creationId xmlns:p14="http://schemas.microsoft.com/office/powerpoint/2010/main" val="24127512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Content Placeholder 2">
            <a:extLst>
              <a:ext uri="{FF2B5EF4-FFF2-40B4-BE49-F238E27FC236}">
                <a16:creationId xmlns:a16="http://schemas.microsoft.com/office/drawing/2014/main" id="{ABAFC079-F66D-4C44-824E-23D1A2AE5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105400"/>
          </a:xfrm>
        </p:spPr>
        <p:txBody>
          <a:bodyPr/>
          <a:lstStyle/>
          <a:p>
            <a:r>
              <a:rPr lang="en-US" altLang="en-US" b="1" u="sng" dirty="0">
                <a:latin typeface="Arial" panose="020B0604020202020204" pitchFamily="34" charset="0"/>
              </a:rPr>
              <a:t>Plexus</a:t>
            </a:r>
            <a:r>
              <a:rPr lang="en-US" altLang="en-US" dirty="0">
                <a:latin typeface="Arial" panose="020B0604020202020204" pitchFamily="34" charset="0"/>
              </a:rPr>
              <a:t> = A network of nerves serving motor and sensory needs of the limbs</a:t>
            </a:r>
          </a:p>
          <a:p>
            <a:pPr marL="0" indent="0"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r>
              <a:rPr lang="en-US" altLang="en-US" dirty="0">
                <a:latin typeface="Arial" panose="020B0604020202020204" pitchFamily="34" charset="0"/>
              </a:rPr>
              <a:t>Form from </a:t>
            </a:r>
            <a:r>
              <a:rPr lang="en-US" altLang="en-US" i="1" dirty="0">
                <a:latin typeface="Arial" panose="020B0604020202020204" pitchFamily="34" charset="0"/>
              </a:rPr>
              <a:t>ventral rami </a:t>
            </a:r>
            <a:r>
              <a:rPr lang="en-US" altLang="en-US" dirty="0">
                <a:latin typeface="Arial" panose="020B0604020202020204" pitchFamily="34" charset="0"/>
              </a:rPr>
              <a:t>of spinal nerves in the cervical, lumbar, and sacral regions</a:t>
            </a:r>
          </a:p>
          <a:p>
            <a:pPr marL="0" indent="0"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r>
              <a:rPr lang="en-US" altLang="en-US" b="1" u="sng" dirty="0">
                <a:latin typeface="Arial" panose="020B0604020202020204" pitchFamily="34" charset="0"/>
              </a:rPr>
              <a:t>3</a:t>
            </a:r>
            <a:r>
              <a:rPr lang="en-US" altLang="en-US" dirty="0">
                <a:latin typeface="Arial" panose="020B0604020202020204" pitchFamily="34" charset="0"/>
              </a:rPr>
              <a:t> Plexuses</a:t>
            </a:r>
          </a:p>
          <a:p>
            <a:pPr lvl="1">
              <a:buFont typeface="Calibri" panose="020F0502020204030204" pitchFamily="34" charset="0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 Brachial – </a:t>
            </a:r>
            <a:r>
              <a:rPr lang="en-US" altLang="en-US" i="1" dirty="0">
                <a:latin typeface="Arial" panose="020B0604020202020204" pitchFamily="34" charset="0"/>
              </a:rPr>
              <a:t>Innervate the arm</a:t>
            </a:r>
          </a:p>
          <a:p>
            <a:pPr lvl="1">
              <a:buFont typeface="Calibri" panose="020F0502020204030204" pitchFamily="34" charset="0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 Lumbar – </a:t>
            </a:r>
            <a:r>
              <a:rPr lang="en-US" altLang="en-US" i="1" dirty="0">
                <a:latin typeface="Arial" panose="020B0604020202020204" pitchFamily="34" charset="0"/>
              </a:rPr>
              <a:t>Innervate the anterior leg</a:t>
            </a:r>
          </a:p>
          <a:p>
            <a:pPr lvl="1">
              <a:buFont typeface="Calibri" panose="020F0502020204030204" pitchFamily="34" charset="0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 Sacral – </a:t>
            </a:r>
            <a:r>
              <a:rPr lang="en-US" altLang="en-US" i="1" dirty="0">
                <a:latin typeface="Arial" panose="020B0604020202020204" pitchFamily="34" charset="0"/>
              </a:rPr>
              <a:t>Innervate the posterior leg</a:t>
            </a:r>
          </a:p>
        </p:txBody>
      </p:sp>
      <p:sp>
        <p:nvSpPr>
          <p:cNvPr id="62466" name="Title 1">
            <a:extLst>
              <a:ext uri="{FF2B5EF4-FFF2-40B4-BE49-F238E27FC236}">
                <a16:creationId xmlns:a16="http://schemas.microsoft.com/office/drawing/2014/main" id="{2B68E75A-3664-4CA2-B6E1-20FD654E734C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800" b="1" dirty="0"/>
              <a:t>PLEXUSES</a:t>
            </a: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D525B892-9759-4787-9AE5-3C057B022639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18295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3" name="Picture 1" descr="file:///C:\Users\rajesh\Desktop\20-Feb\Chapter 07\Unlabeled\figure_07_25a-U.jpg">
            <a:extLst>
              <a:ext uri="{FF2B5EF4-FFF2-40B4-BE49-F238E27FC236}">
                <a16:creationId xmlns:a16="http://schemas.microsoft.com/office/drawing/2014/main" id="{60D23BA9-E797-415C-987E-CD251E2A6233}"/>
              </a:ext>
            </a:extLst>
          </p:cNvPr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27"/>
          <a:stretch>
            <a:fillRect/>
          </a:stretch>
        </p:blipFill>
        <p:spPr bwMode="auto">
          <a:xfrm>
            <a:off x="5924550" y="828675"/>
            <a:ext cx="3219450" cy="602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4" name="TextBox 2">
            <a:extLst>
              <a:ext uri="{FF2B5EF4-FFF2-40B4-BE49-F238E27FC236}">
                <a16:creationId xmlns:a16="http://schemas.microsoft.com/office/drawing/2014/main" id="{26E65AFC-3F82-46B1-85F3-50DE4A78F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9238" y="838200"/>
            <a:ext cx="1373187" cy="20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ts val="1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400" b="1">
                <a:latin typeface="Arial Black" panose="020B0A04020102020204" pitchFamily="34" charset="0"/>
              </a:rPr>
              <a:t>Axillary nerve</a:t>
            </a:r>
          </a:p>
        </p:txBody>
      </p:sp>
      <p:sp>
        <p:nvSpPr>
          <p:cNvPr id="64515" name="TextBox 3">
            <a:extLst>
              <a:ext uri="{FF2B5EF4-FFF2-40B4-BE49-F238E27FC236}">
                <a16:creationId xmlns:a16="http://schemas.microsoft.com/office/drawing/2014/main" id="{4DA75DBA-9CA1-46B5-86DB-03FAB36DA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5600" y="2679700"/>
            <a:ext cx="777875" cy="20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ts val="1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400" b="1"/>
              <a:t>Humerus</a:t>
            </a:r>
          </a:p>
        </p:txBody>
      </p:sp>
      <p:sp>
        <p:nvSpPr>
          <p:cNvPr id="64516" name="TextBox 4">
            <a:extLst>
              <a:ext uri="{FF2B5EF4-FFF2-40B4-BE49-F238E27FC236}">
                <a16:creationId xmlns:a16="http://schemas.microsoft.com/office/drawing/2014/main" id="{FA93E0AD-C07A-4865-8F12-A24190558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5600" y="3049588"/>
            <a:ext cx="115887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ts val="1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400" b="1">
                <a:latin typeface="Arial Black" panose="020B0A04020102020204" pitchFamily="34" charset="0"/>
              </a:rPr>
              <a:t>Radial</a:t>
            </a:r>
          </a:p>
          <a:p>
            <a:pPr>
              <a:lnSpc>
                <a:spcPts val="1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400" b="1">
                <a:latin typeface="Arial Black" panose="020B0A04020102020204" pitchFamily="34" charset="0"/>
              </a:rPr>
              <a:t>nerve</a:t>
            </a:r>
          </a:p>
        </p:txBody>
      </p:sp>
      <p:sp>
        <p:nvSpPr>
          <p:cNvPr id="64517" name="TextBox 9">
            <a:extLst>
              <a:ext uri="{FF2B5EF4-FFF2-40B4-BE49-F238E27FC236}">
                <a16:creationId xmlns:a16="http://schemas.microsoft.com/office/drawing/2014/main" id="{362DA1AF-F2EC-4EE5-878D-A4923A27E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5600" y="4186238"/>
            <a:ext cx="387350" cy="20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ts val="1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400" b="1"/>
              <a:t>Ulna</a:t>
            </a:r>
          </a:p>
        </p:txBody>
      </p:sp>
      <p:sp>
        <p:nvSpPr>
          <p:cNvPr id="64518" name="TextBox 10">
            <a:extLst>
              <a:ext uri="{FF2B5EF4-FFF2-40B4-BE49-F238E27FC236}">
                <a16:creationId xmlns:a16="http://schemas.microsoft.com/office/drawing/2014/main" id="{00B6BD16-E4D9-472F-9D9E-C36A476EA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5600" y="4403725"/>
            <a:ext cx="596900" cy="20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ts val="1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400" b="1"/>
              <a:t>Radius</a:t>
            </a:r>
          </a:p>
        </p:txBody>
      </p:sp>
      <p:sp>
        <p:nvSpPr>
          <p:cNvPr id="64519" name="TextBox 11">
            <a:extLst>
              <a:ext uri="{FF2B5EF4-FFF2-40B4-BE49-F238E27FC236}">
                <a16:creationId xmlns:a16="http://schemas.microsoft.com/office/drawing/2014/main" id="{A156B05E-3D53-4DB8-A270-682CE45D1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5600" y="4665663"/>
            <a:ext cx="1144588" cy="20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ts val="1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400" b="1">
                <a:latin typeface="Arial Black" panose="020B0A04020102020204" pitchFamily="34" charset="0"/>
              </a:rPr>
              <a:t>Ulnar nerve</a:t>
            </a:r>
          </a:p>
        </p:txBody>
      </p:sp>
      <p:sp>
        <p:nvSpPr>
          <p:cNvPr id="64520" name="TextBox 12">
            <a:extLst>
              <a:ext uri="{FF2B5EF4-FFF2-40B4-BE49-F238E27FC236}">
                <a16:creationId xmlns:a16="http://schemas.microsoft.com/office/drawing/2014/main" id="{23227EC3-C955-456E-B819-59F910CDE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5600" y="4924425"/>
            <a:ext cx="709613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ts val="1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400" b="1">
                <a:latin typeface="Arial Black" panose="020B0A04020102020204" pitchFamily="34" charset="0"/>
              </a:rPr>
              <a:t>Median</a:t>
            </a:r>
          </a:p>
          <a:p>
            <a:pPr>
              <a:lnSpc>
                <a:spcPts val="1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400" b="1">
                <a:latin typeface="Arial Black" panose="020B0A04020102020204" pitchFamily="34" charset="0"/>
              </a:rPr>
              <a:t>nerve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511711A1-307F-4E4F-9554-97740DF2EAF0}"/>
              </a:ext>
            </a:extLst>
          </p:cNvPr>
          <p:cNvSpPr/>
          <p:nvPr/>
        </p:nvSpPr>
        <p:spPr>
          <a:xfrm>
            <a:off x="7327900" y="2789238"/>
            <a:ext cx="603250" cy="25400"/>
          </a:xfrm>
          <a:custGeom>
            <a:avLst/>
            <a:gdLst>
              <a:gd name="connsiteX0" fmla="*/ 6350 w 601954"/>
              <a:gd name="connsiteY0" fmla="*/ 6350 h 25400"/>
              <a:gd name="connsiteX1" fmla="*/ 595604 w 601954"/>
              <a:gd name="connsiteY1" fmla="*/ 6350 h 254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601954" h="25400">
                <a:moveTo>
                  <a:pt x="6350" y="6350"/>
                </a:moveTo>
                <a:lnTo>
                  <a:pt x="595604" y="6350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/>
          </a:p>
        </p:txBody>
      </p:sp>
      <p:sp>
        <p:nvSpPr>
          <p:cNvPr id="17" name="Freeform 3">
            <a:extLst>
              <a:ext uri="{FF2B5EF4-FFF2-40B4-BE49-F238E27FC236}">
                <a16:creationId xmlns:a16="http://schemas.microsoft.com/office/drawing/2014/main" id="{A8ED0C62-9BA1-8B4C-9329-9401E67A0D70}"/>
              </a:ext>
            </a:extLst>
          </p:cNvPr>
          <p:cNvSpPr/>
          <p:nvPr/>
        </p:nvSpPr>
        <p:spPr>
          <a:xfrm>
            <a:off x="7167563" y="3157538"/>
            <a:ext cx="763587" cy="25400"/>
          </a:xfrm>
          <a:custGeom>
            <a:avLst/>
            <a:gdLst>
              <a:gd name="connsiteX0" fmla="*/ 6350 w 763790"/>
              <a:gd name="connsiteY0" fmla="*/ 6350 h 25400"/>
              <a:gd name="connsiteX1" fmla="*/ 757440 w 763790"/>
              <a:gd name="connsiteY1" fmla="*/ 6350 h 254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63790" h="25400">
                <a:moveTo>
                  <a:pt x="6350" y="6350"/>
                </a:moveTo>
                <a:lnTo>
                  <a:pt x="757440" y="6350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/>
          </a:p>
        </p:txBody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8177C05D-9084-AD44-9F40-6387EBAF32A5}"/>
              </a:ext>
            </a:extLst>
          </p:cNvPr>
          <p:cNvSpPr/>
          <p:nvPr/>
        </p:nvSpPr>
        <p:spPr>
          <a:xfrm>
            <a:off x="7254875" y="4040188"/>
            <a:ext cx="676275" cy="255587"/>
          </a:xfrm>
          <a:custGeom>
            <a:avLst/>
            <a:gdLst>
              <a:gd name="connsiteX0" fmla="*/ 6350 w 676313"/>
              <a:gd name="connsiteY0" fmla="*/ 6350 h 255955"/>
              <a:gd name="connsiteX1" fmla="*/ 488251 w 676313"/>
              <a:gd name="connsiteY1" fmla="*/ 249605 h 255955"/>
              <a:gd name="connsiteX2" fmla="*/ 669963 w 676313"/>
              <a:gd name="connsiteY2" fmla="*/ 249605 h 25595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676313" h="255955">
                <a:moveTo>
                  <a:pt x="6350" y="6350"/>
                </a:moveTo>
                <a:lnTo>
                  <a:pt x="488251" y="249605"/>
                </a:lnTo>
                <a:lnTo>
                  <a:pt x="669963" y="249605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/>
          </a:p>
        </p:txBody>
      </p:sp>
      <p:sp>
        <p:nvSpPr>
          <p:cNvPr id="19" name="Freeform 3">
            <a:extLst>
              <a:ext uri="{FF2B5EF4-FFF2-40B4-BE49-F238E27FC236}">
                <a16:creationId xmlns:a16="http://schemas.microsoft.com/office/drawing/2014/main" id="{7B778477-B5FB-AA46-8875-DC7260FF9FE6}"/>
              </a:ext>
            </a:extLst>
          </p:cNvPr>
          <p:cNvSpPr/>
          <p:nvPr/>
        </p:nvSpPr>
        <p:spPr>
          <a:xfrm>
            <a:off x="7192963" y="4773613"/>
            <a:ext cx="738187" cy="25400"/>
          </a:xfrm>
          <a:custGeom>
            <a:avLst/>
            <a:gdLst>
              <a:gd name="connsiteX0" fmla="*/ 6350 w 737539"/>
              <a:gd name="connsiteY0" fmla="*/ 6350 h 25400"/>
              <a:gd name="connsiteX1" fmla="*/ 731189 w 737539"/>
              <a:gd name="connsiteY1" fmla="*/ 6350 h 254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37539" h="25400">
                <a:moveTo>
                  <a:pt x="6350" y="6350"/>
                </a:moveTo>
                <a:lnTo>
                  <a:pt x="731189" y="6350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/>
          </a:p>
        </p:txBody>
      </p:sp>
      <p:sp>
        <p:nvSpPr>
          <p:cNvPr id="20" name="Freeform 3">
            <a:extLst>
              <a:ext uri="{FF2B5EF4-FFF2-40B4-BE49-F238E27FC236}">
                <a16:creationId xmlns:a16="http://schemas.microsoft.com/office/drawing/2014/main" id="{FDABF9ED-6327-BC40-A933-62D7F414788F}"/>
              </a:ext>
            </a:extLst>
          </p:cNvPr>
          <p:cNvSpPr/>
          <p:nvPr/>
        </p:nvSpPr>
        <p:spPr>
          <a:xfrm>
            <a:off x="6838950" y="5032375"/>
            <a:ext cx="1092200" cy="25400"/>
          </a:xfrm>
          <a:custGeom>
            <a:avLst/>
            <a:gdLst>
              <a:gd name="connsiteX0" fmla="*/ 6350 w 1091755"/>
              <a:gd name="connsiteY0" fmla="*/ 6350 h 25400"/>
              <a:gd name="connsiteX1" fmla="*/ 1085405 w 1091755"/>
              <a:gd name="connsiteY1" fmla="*/ 6350 h 254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091755" h="25400">
                <a:moveTo>
                  <a:pt x="6350" y="6350"/>
                </a:moveTo>
                <a:lnTo>
                  <a:pt x="1085405" y="6350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/>
          </a:p>
        </p:txBody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25D6312B-762D-9442-BC37-041036777C51}"/>
              </a:ext>
            </a:extLst>
          </p:cNvPr>
          <p:cNvSpPr/>
          <p:nvPr/>
        </p:nvSpPr>
        <p:spPr>
          <a:xfrm>
            <a:off x="6970713" y="4513263"/>
            <a:ext cx="960437" cy="25400"/>
          </a:xfrm>
          <a:custGeom>
            <a:avLst/>
            <a:gdLst>
              <a:gd name="connsiteX0" fmla="*/ 6350 w 960589"/>
              <a:gd name="connsiteY0" fmla="*/ 6350 h 25400"/>
              <a:gd name="connsiteX1" fmla="*/ 954239 w 960589"/>
              <a:gd name="connsiteY1" fmla="*/ 6350 h 254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60589" h="25400">
                <a:moveTo>
                  <a:pt x="6350" y="6350"/>
                </a:moveTo>
                <a:lnTo>
                  <a:pt x="954239" y="6350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2EFE6590-18BD-F644-B098-90EA3C68CD84}"/>
              </a:ext>
            </a:extLst>
          </p:cNvPr>
          <p:cNvSpPr/>
          <p:nvPr/>
        </p:nvSpPr>
        <p:spPr>
          <a:xfrm>
            <a:off x="7275513" y="1069975"/>
            <a:ext cx="25400" cy="847725"/>
          </a:xfrm>
          <a:custGeom>
            <a:avLst/>
            <a:gdLst>
              <a:gd name="connsiteX0" fmla="*/ 6350 w 25400"/>
              <a:gd name="connsiteY0" fmla="*/ 841565 h 847915"/>
              <a:gd name="connsiteX1" fmla="*/ 6616 w 25400"/>
              <a:gd name="connsiteY1" fmla="*/ 6350 h 84791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5400" h="847915">
                <a:moveTo>
                  <a:pt x="6350" y="841565"/>
                </a:moveTo>
                <a:lnTo>
                  <a:pt x="6616" y="6350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/>
          </a:p>
        </p:txBody>
      </p:sp>
      <p:sp>
        <p:nvSpPr>
          <p:cNvPr id="64530" name="TextBox 6">
            <a:extLst>
              <a:ext uri="{FF2B5EF4-FFF2-40B4-BE49-F238E27FC236}">
                <a16:creationId xmlns:a16="http://schemas.microsoft.com/office/drawing/2014/main" id="{BD33D94B-56F7-4D4E-86F1-0E137559B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5600" y="3540125"/>
            <a:ext cx="1030288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ts val="1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400" b="1">
                <a:latin typeface="Arial Black" panose="020B0A04020102020204" pitchFamily="34" charset="0"/>
              </a:rPr>
              <a:t>Musculo-</a:t>
            </a:r>
          </a:p>
          <a:p>
            <a:pPr>
              <a:lnSpc>
                <a:spcPts val="1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400" b="1">
                <a:latin typeface="Arial Black" panose="020B0A04020102020204" pitchFamily="34" charset="0"/>
              </a:rPr>
              <a:t>cutaneous</a:t>
            </a:r>
          </a:p>
          <a:p>
            <a:pPr>
              <a:lnSpc>
                <a:spcPts val="1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400" b="1">
                <a:latin typeface="Arial Black" panose="020B0A04020102020204" pitchFamily="34" charset="0"/>
              </a:rPr>
              <a:t>nerve</a:t>
            </a:r>
          </a:p>
        </p:txBody>
      </p:sp>
      <p:sp>
        <p:nvSpPr>
          <p:cNvPr id="26" name="Freeform 3">
            <a:extLst>
              <a:ext uri="{FF2B5EF4-FFF2-40B4-BE49-F238E27FC236}">
                <a16:creationId xmlns:a16="http://schemas.microsoft.com/office/drawing/2014/main" id="{02DBDB64-F76B-2647-A022-74321AF4046B}"/>
              </a:ext>
            </a:extLst>
          </p:cNvPr>
          <p:cNvSpPr/>
          <p:nvPr/>
        </p:nvSpPr>
        <p:spPr>
          <a:xfrm>
            <a:off x="7061200" y="3648075"/>
            <a:ext cx="869950" cy="25400"/>
          </a:xfrm>
          <a:custGeom>
            <a:avLst/>
            <a:gdLst>
              <a:gd name="connsiteX0" fmla="*/ 6350 w 868743"/>
              <a:gd name="connsiteY0" fmla="*/ 6350 h 25400"/>
              <a:gd name="connsiteX1" fmla="*/ 862393 w 868743"/>
              <a:gd name="connsiteY1" fmla="*/ 6350 h 254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868743" h="25400">
                <a:moveTo>
                  <a:pt x="6350" y="6350"/>
                </a:moveTo>
                <a:lnTo>
                  <a:pt x="862393" y="6350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D78382B2-6C2A-914E-889D-452A2A412FD2}"/>
              </a:ext>
            </a:extLst>
          </p:cNvPr>
          <p:cNvSpPr txBox="1">
            <a:spLocks/>
          </p:cNvSpPr>
          <p:nvPr/>
        </p:nvSpPr>
        <p:spPr>
          <a:xfrm>
            <a:off x="0" y="1143000"/>
            <a:ext cx="6057900" cy="5715000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3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8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4000"/>
              </a:lnSpc>
              <a:defRPr/>
            </a:pPr>
            <a:r>
              <a:rPr lang="en-US" b="1" u="sng" dirty="0"/>
              <a:t>Axillary</a:t>
            </a:r>
            <a:r>
              <a:rPr lang="en-US" u="sng" dirty="0"/>
              <a:t> nerve</a:t>
            </a:r>
            <a:r>
              <a:rPr lang="en-US" dirty="0"/>
              <a:t> = Shoulder movement; skin of shoulder</a:t>
            </a:r>
          </a:p>
          <a:p>
            <a:pPr lvl="1">
              <a:lnSpc>
                <a:spcPct val="134000"/>
              </a:lnSpc>
              <a:defRPr/>
            </a:pPr>
            <a:r>
              <a:rPr lang="en-US" dirty="0"/>
              <a:t>Muscles = Deltoid</a:t>
            </a:r>
          </a:p>
          <a:p>
            <a:pPr lvl="1">
              <a:lnSpc>
                <a:spcPct val="134000"/>
              </a:lnSpc>
              <a:defRPr/>
            </a:pPr>
            <a:endParaRPr lang="en-US" sz="2200" dirty="0"/>
          </a:p>
          <a:p>
            <a:pPr>
              <a:lnSpc>
                <a:spcPct val="134000"/>
              </a:lnSpc>
              <a:defRPr/>
            </a:pPr>
            <a:r>
              <a:rPr lang="en-US" b="1" u="sng" dirty="0"/>
              <a:t>Radial</a:t>
            </a:r>
            <a:r>
              <a:rPr lang="en-US" u="sng" dirty="0"/>
              <a:t> nerve</a:t>
            </a:r>
            <a:r>
              <a:rPr lang="en-US" dirty="0"/>
              <a:t> = Extends elbow, wrist, and digits; skin of posterior arm</a:t>
            </a:r>
          </a:p>
          <a:p>
            <a:pPr lvl="1">
              <a:lnSpc>
                <a:spcPct val="134000"/>
              </a:lnSpc>
              <a:defRPr/>
            </a:pPr>
            <a:r>
              <a:rPr lang="en-US" dirty="0"/>
              <a:t>Muscles = Triceps </a:t>
            </a:r>
            <a:r>
              <a:rPr lang="en-US" dirty="0" err="1"/>
              <a:t>brachii</a:t>
            </a:r>
            <a:r>
              <a:rPr lang="en-US" dirty="0"/>
              <a:t>, Extensor </a:t>
            </a:r>
            <a:r>
              <a:rPr lang="en-US" dirty="0" err="1"/>
              <a:t>digitorum</a:t>
            </a:r>
            <a:endParaRPr lang="en-US" dirty="0"/>
          </a:p>
          <a:p>
            <a:pPr marL="457200" lvl="1" indent="0">
              <a:lnSpc>
                <a:spcPct val="134000"/>
              </a:lnSpc>
              <a:buFont typeface="Times" charset="0"/>
              <a:buNone/>
              <a:defRPr/>
            </a:pPr>
            <a:endParaRPr lang="en-US" sz="2200" dirty="0"/>
          </a:p>
          <a:p>
            <a:pPr>
              <a:lnSpc>
                <a:spcPct val="134000"/>
              </a:lnSpc>
              <a:defRPr/>
            </a:pPr>
            <a:r>
              <a:rPr lang="en-US" b="1" u="sng" dirty="0" err="1"/>
              <a:t>Musculocutaneous</a:t>
            </a:r>
            <a:r>
              <a:rPr lang="en-US" u="sng" dirty="0"/>
              <a:t> nerve</a:t>
            </a:r>
            <a:r>
              <a:rPr lang="en-US" dirty="0"/>
              <a:t> = Flexes elbow; skin of the lateral </a:t>
            </a:r>
            <a:r>
              <a:rPr lang="en-US" dirty="0" err="1"/>
              <a:t>forarm</a:t>
            </a:r>
            <a:endParaRPr lang="en-US" dirty="0"/>
          </a:p>
          <a:p>
            <a:pPr lvl="1">
              <a:lnSpc>
                <a:spcPct val="134000"/>
              </a:lnSpc>
              <a:defRPr/>
            </a:pPr>
            <a:r>
              <a:rPr lang="en-US" dirty="0"/>
              <a:t>Muscles = Biceps </a:t>
            </a:r>
            <a:r>
              <a:rPr lang="en-US" dirty="0" err="1"/>
              <a:t>brachii</a:t>
            </a:r>
            <a:endParaRPr lang="en-US" dirty="0"/>
          </a:p>
          <a:p>
            <a:pPr lvl="1">
              <a:lnSpc>
                <a:spcPct val="134000"/>
              </a:lnSpc>
              <a:defRPr/>
            </a:pPr>
            <a:endParaRPr lang="en-US" sz="2200" dirty="0"/>
          </a:p>
          <a:p>
            <a:pPr>
              <a:lnSpc>
                <a:spcPct val="134000"/>
              </a:lnSpc>
              <a:defRPr/>
            </a:pPr>
            <a:r>
              <a:rPr lang="en-US" b="1" u="sng" dirty="0"/>
              <a:t>Median</a:t>
            </a:r>
            <a:r>
              <a:rPr lang="en-US" u="sng" dirty="0"/>
              <a:t> nerve</a:t>
            </a:r>
            <a:r>
              <a:rPr lang="en-US" dirty="0"/>
              <a:t> = Flexes wrist, skin of forearm and lateral hand (thumb)</a:t>
            </a:r>
          </a:p>
          <a:p>
            <a:pPr>
              <a:lnSpc>
                <a:spcPct val="134000"/>
              </a:lnSpc>
              <a:defRPr/>
            </a:pPr>
            <a:endParaRPr lang="en-US" sz="2500" dirty="0"/>
          </a:p>
          <a:p>
            <a:pPr>
              <a:lnSpc>
                <a:spcPct val="134000"/>
              </a:lnSpc>
              <a:defRPr/>
            </a:pPr>
            <a:r>
              <a:rPr lang="en-US" b="1" u="sng" dirty="0"/>
              <a:t>Ulnar</a:t>
            </a:r>
            <a:r>
              <a:rPr lang="en-US" u="sng" dirty="0"/>
              <a:t> nerve</a:t>
            </a:r>
            <a:r>
              <a:rPr lang="en-US" dirty="0"/>
              <a:t> = Flexes wrist and digits; skin of the medial hand</a:t>
            </a:r>
          </a:p>
        </p:txBody>
      </p:sp>
      <p:sp>
        <p:nvSpPr>
          <p:cNvPr id="64533" name="Rectangle 2">
            <a:extLst>
              <a:ext uri="{FF2B5EF4-FFF2-40B4-BE49-F238E27FC236}">
                <a16:creationId xmlns:a16="http://schemas.microsoft.com/office/drawing/2014/main" id="{3E79E45C-8006-444E-8F8B-ADDBCB95F699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6553200" cy="134937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D191C5F-675D-1D4B-B413-2DE4E89B4675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800" b="1" dirty="0"/>
              <a:t>PLEXUSES: BRACHIAL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0" descr="Z:\Graphics\Powerpoint\MH_DCM\MH_DCM-TEXTEDIT PROJECTS\MCKINLEY_HA_4e\Incoming\2015_McKinley_HA4e\To_Rajesh_From_jennifer\JPEGs\Presentation Tools jpegs\labeled_jpegs\mck25731_ch16\mck25731_tb1603_pg1.jpg">
            <a:extLst>
              <a:ext uri="{FF2B5EF4-FFF2-40B4-BE49-F238E27FC236}">
                <a16:creationId xmlns:a16="http://schemas.microsoft.com/office/drawing/2014/main" id="{18A9CA22-8B54-AC4A-AADF-DE4C71B2DA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20" t="11626" b="47727"/>
          <a:stretch/>
        </p:blipFill>
        <p:spPr bwMode="auto">
          <a:xfrm>
            <a:off x="457200" y="1770185"/>
            <a:ext cx="1482725" cy="3037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40" descr="Z:\Graphics\Powerpoint\MH_DCM\MH_DCM-TEXTEDIT PROJECTS\MCKINLEY_HA_4e\Incoming\2015_McKinley_HA4e\To_Rajesh_From_jennifer\JPEGs\Presentation Tools jpegs\labeled_jpegs\mck25731_ch16\mck25731_tb1603_pg1.jpg">
            <a:extLst>
              <a:ext uri="{FF2B5EF4-FFF2-40B4-BE49-F238E27FC236}">
                <a16:creationId xmlns:a16="http://schemas.microsoft.com/office/drawing/2014/main" id="{E88DAF91-0E37-934A-AFE6-8505A1606F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20" t="59354" b="-1"/>
          <a:stretch/>
        </p:blipFill>
        <p:spPr bwMode="auto">
          <a:xfrm>
            <a:off x="5599180" y="1784563"/>
            <a:ext cx="1487420" cy="3047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Z:\Graphics\Powerpoint\MH_DCM\MH_DCM-TEXTEDIT PROJECTS\MCKINLEY_HA_4e\Incoming\2015_McKinley_HA4e\To_Rajesh_From_jennifer\JPEGs\Presentation Tools jpegs\labeled_jpegs\mck25731_ch16\mck25731_tb1603_pg2.jpg">
            <a:extLst>
              <a:ext uri="{FF2B5EF4-FFF2-40B4-BE49-F238E27FC236}">
                <a16:creationId xmlns:a16="http://schemas.microsoft.com/office/drawing/2014/main" id="{ABF3DE2A-95EA-9840-8C91-25EBA2223D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04" t="9262" b="46728"/>
          <a:stretch/>
        </p:blipFill>
        <p:spPr bwMode="auto">
          <a:xfrm>
            <a:off x="3881472" y="1784562"/>
            <a:ext cx="1528728" cy="3021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Z:\Graphics\Powerpoint\MH_DCM\MH_DCM-TEXTEDIT PROJECTS\MCKINLEY_HA_4e\Incoming\2015_McKinley_HA4e\To_Rajesh_From_jennifer\JPEGs\Presentation Tools jpegs\labeled_jpegs\mck25731_ch16\mck25731_tb1603_pg2.jpg">
            <a:extLst>
              <a:ext uri="{FF2B5EF4-FFF2-40B4-BE49-F238E27FC236}">
                <a16:creationId xmlns:a16="http://schemas.microsoft.com/office/drawing/2014/main" id="{37DDAEFE-A193-C04A-A001-C9D7FD91E1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04" t="61200" b="1723"/>
          <a:stretch/>
        </p:blipFill>
        <p:spPr bwMode="auto">
          <a:xfrm>
            <a:off x="2174875" y="1770187"/>
            <a:ext cx="1482725" cy="3037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 descr="G:\Graphics\Powerpoint\MH_DCM\MH_DCM-TEXTEDIT PROJECTS\MCKINLEY_HA_4e\Incoming\2015_McKinley_HA4e\To_Rajesh_From_jennifer\JPEGs\Presentation Tools jpegs\labeled_jpegs\mck25731_ch16\mck25731_tb1603_pg3.jpg">
            <a:extLst>
              <a:ext uri="{FF2B5EF4-FFF2-40B4-BE49-F238E27FC236}">
                <a16:creationId xmlns:a16="http://schemas.microsoft.com/office/drawing/2014/main" id="{8C4CC454-B1F5-2541-9790-BCED812BD7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63" t="15234" b="38796"/>
          <a:stretch/>
        </p:blipFill>
        <p:spPr bwMode="auto">
          <a:xfrm>
            <a:off x="7280275" y="1784561"/>
            <a:ext cx="1482725" cy="3021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D201E6A4-22D4-7F49-9285-8F086BBC3C2E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4A8168F-04D8-A345-B3E4-4C041A27ED9E}"/>
              </a:ext>
            </a:extLst>
          </p:cNvPr>
          <p:cNvSpPr txBox="1">
            <a:spLocks/>
          </p:cNvSpPr>
          <p:nvPr/>
        </p:nvSpPr>
        <p:spPr>
          <a:xfrm>
            <a:off x="378653" y="4832039"/>
            <a:ext cx="1676400" cy="62718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3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8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600" b="1" dirty="0"/>
              <a:t>Axillary</a:t>
            </a:r>
            <a:endParaRPr lang="en-US" sz="16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10E845F-5AEE-694C-85A1-41F9A112BE88}"/>
              </a:ext>
            </a:extLst>
          </p:cNvPr>
          <p:cNvSpPr txBox="1">
            <a:spLocks/>
          </p:cNvSpPr>
          <p:nvPr/>
        </p:nvSpPr>
        <p:spPr>
          <a:xfrm>
            <a:off x="5611591" y="4864027"/>
            <a:ext cx="1475009" cy="62718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3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8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600" b="1" dirty="0"/>
              <a:t>Median</a:t>
            </a:r>
            <a:endParaRPr lang="en-US" sz="160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7F5BCFD-1C16-824D-A59E-14BCD2BDAABA}"/>
              </a:ext>
            </a:extLst>
          </p:cNvPr>
          <p:cNvSpPr txBox="1">
            <a:spLocks/>
          </p:cNvSpPr>
          <p:nvPr/>
        </p:nvSpPr>
        <p:spPr>
          <a:xfrm>
            <a:off x="3834495" y="4861787"/>
            <a:ext cx="1475009" cy="62718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3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8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600" b="1" dirty="0" err="1"/>
              <a:t>Musculo</a:t>
            </a:r>
            <a:r>
              <a:rPr lang="en-US" sz="1600" b="1" dirty="0"/>
              <a:t>-cutaneous</a:t>
            </a:r>
            <a:endParaRPr lang="en-US" sz="16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302EBCD-E4C0-C04D-A122-9BFD15C4937A}"/>
              </a:ext>
            </a:extLst>
          </p:cNvPr>
          <p:cNvSpPr txBox="1">
            <a:spLocks/>
          </p:cNvSpPr>
          <p:nvPr/>
        </p:nvSpPr>
        <p:spPr>
          <a:xfrm>
            <a:off x="2182591" y="4863034"/>
            <a:ext cx="1475009" cy="62718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3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8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600" b="1" dirty="0"/>
              <a:t>Radial</a:t>
            </a:r>
            <a:endParaRPr lang="en-US" sz="16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CACC899-8835-BE48-8CDA-D24555141A24}"/>
              </a:ext>
            </a:extLst>
          </p:cNvPr>
          <p:cNvSpPr txBox="1">
            <a:spLocks/>
          </p:cNvSpPr>
          <p:nvPr/>
        </p:nvSpPr>
        <p:spPr>
          <a:xfrm>
            <a:off x="7280275" y="4832039"/>
            <a:ext cx="1475009" cy="62718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3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8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600" b="1" dirty="0"/>
              <a:t>Ulnar</a:t>
            </a:r>
            <a:endParaRPr lang="en-US" sz="160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EF876B0-795B-B140-9EB3-0A4F511A0D2A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800" b="1" dirty="0"/>
              <a:t>PLEXUSES: BRACHIAL</a:t>
            </a:r>
          </a:p>
        </p:txBody>
      </p:sp>
    </p:spTree>
    <p:extLst>
      <p:ext uri="{BB962C8B-B14F-4D97-AF65-F5344CB8AC3E}">
        <p14:creationId xmlns:p14="http://schemas.microsoft.com/office/powerpoint/2010/main" val="16876905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1" name="Picture 2">
            <a:extLst>
              <a:ext uri="{FF2B5EF4-FFF2-40B4-BE49-F238E27FC236}">
                <a16:creationId xmlns:a16="http://schemas.microsoft.com/office/drawing/2014/main" id="{E4C37FDF-00F2-43D0-B4C8-1366F4E801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362200"/>
            <a:ext cx="7620000" cy="429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2" name="Title 1">
            <a:extLst>
              <a:ext uri="{FF2B5EF4-FFF2-40B4-BE49-F238E27FC236}">
                <a16:creationId xmlns:a16="http://schemas.microsoft.com/office/drawing/2014/main" id="{F880C9FD-4BA0-4C16-94E2-AC7992A8EA62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991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800" b="1"/>
              <a:t>WHY DOES THIS MATTER?</a:t>
            </a: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70DC1E6E-4612-4BC2-94F2-04AE05108221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66564" name="Content Placeholder 2">
            <a:extLst>
              <a:ext uri="{FF2B5EF4-FFF2-40B4-BE49-F238E27FC236}">
                <a16:creationId xmlns:a16="http://schemas.microsoft.com/office/drawing/2014/main" id="{A295576E-F7F1-42C2-845F-87446322A776}"/>
              </a:ext>
            </a:extLst>
          </p:cNvPr>
          <p:cNvSpPr txBox="1">
            <a:spLocks/>
          </p:cNvSpPr>
          <p:nvPr/>
        </p:nvSpPr>
        <p:spPr bwMode="auto">
          <a:xfrm>
            <a:off x="152400" y="1219200"/>
            <a:ext cx="88392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What nerve is affected by carpal tunnel syndrome?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09" name="Picture 1" descr="file:///C:\Users\rajesh\Desktop\20-Feb\Chapter 07\Unlabeled\figure_07_25b-U.jpg">
            <a:extLst>
              <a:ext uri="{FF2B5EF4-FFF2-40B4-BE49-F238E27FC236}">
                <a16:creationId xmlns:a16="http://schemas.microsoft.com/office/drawing/2014/main" id="{5423CDEB-9687-45E0-BB4F-CD8E75EB42B2}"/>
              </a:ext>
            </a:extLst>
          </p:cNvPr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52" b="5788"/>
          <a:stretch>
            <a:fillRect/>
          </a:stretch>
        </p:blipFill>
        <p:spPr bwMode="auto">
          <a:xfrm>
            <a:off x="7156450" y="654050"/>
            <a:ext cx="1987550" cy="620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0" name="TextBox 2">
            <a:extLst>
              <a:ext uri="{FF2B5EF4-FFF2-40B4-BE49-F238E27FC236}">
                <a16:creationId xmlns:a16="http://schemas.microsoft.com/office/drawing/2014/main" id="{1951586C-7539-4BCE-8A0B-475AA33F6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5288" y="2286000"/>
            <a:ext cx="1411287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 b="1">
                <a:latin typeface="Arial Black" panose="020B0A04020102020204" pitchFamily="34" charset="0"/>
              </a:rPr>
              <a:t>Femoral nerve</a:t>
            </a:r>
          </a:p>
        </p:txBody>
      </p:sp>
      <p:sp>
        <p:nvSpPr>
          <p:cNvPr id="68611" name="TextBox 5">
            <a:extLst>
              <a:ext uri="{FF2B5EF4-FFF2-40B4-BE49-F238E27FC236}">
                <a16:creationId xmlns:a16="http://schemas.microsoft.com/office/drawing/2014/main" id="{E93E9183-D9E8-45CE-BB96-6F2C12F41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5288" y="3065463"/>
            <a:ext cx="1565275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 b="1">
                <a:latin typeface="Arial Black" panose="020B0A04020102020204" pitchFamily="34" charset="0"/>
              </a:rPr>
              <a:t>Obturator nerve</a:t>
            </a:r>
          </a:p>
        </p:txBody>
      </p:sp>
      <p:sp>
        <p:nvSpPr>
          <p:cNvPr id="68612" name="TextBox 6">
            <a:extLst>
              <a:ext uri="{FF2B5EF4-FFF2-40B4-BE49-F238E27FC236}">
                <a16:creationId xmlns:a16="http://schemas.microsoft.com/office/drawing/2014/main" id="{8F3EEDA1-C66F-42E1-B157-9AA63D3F6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0050" y="3362325"/>
            <a:ext cx="547688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 b="1"/>
              <a:t>Femur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E766A3B-0FB5-2F4D-B407-08CD23102D3A}"/>
              </a:ext>
            </a:extLst>
          </p:cNvPr>
          <p:cNvSpPr/>
          <p:nvPr/>
        </p:nvSpPr>
        <p:spPr>
          <a:xfrm>
            <a:off x="6889750" y="2392363"/>
            <a:ext cx="835025" cy="41275"/>
          </a:xfrm>
          <a:custGeom>
            <a:avLst/>
            <a:gdLst>
              <a:gd name="connsiteX0" fmla="*/ 823887 w 834237"/>
              <a:gd name="connsiteY0" fmla="*/ 10350 h 41401"/>
              <a:gd name="connsiteX1" fmla="*/ 10350 w 834237"/>
              <a:gd name="connsiteY1" fmla="*/ 10350 h 4140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834237" h="41401">
                <a:moveTo>
                  <a:pt x="823887" y="10350"/>
                </a:moveTo>
                <a:lnTo>
                  <a:pt x="10350" y="10350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/>
          </a:p>
        </p:txBody>
      </p:sp>
      <p:sp>
        <p:nvSpPr>
          <p:cNvPr id="17" name="Freeform 3">
            <a:extLst>
              <a:ext uri="{FF2B5EF4-FFF2-40B4-BE49-F238E27FC236}">
                <a16:creationId xmlns:a16="http://schemas.microsoft.com/office/drawing/2014/main" id="{FBAC1884-C108-3049-A624-8D928D158EE4}"/>
              </a:ext>
            </a:extLst>
          </p:cNvPr>
          <p:cNvSpPr/>
          <p:nvPr/>
        </p:nvSpPr>
        <p:spPr>
          <a:xfrm>
            <a:off x="6049963" y="3476625"/>
            <a:ext cx="1547812" cy="41275"/>
          </a:xfrm>
          <a:custGeom>
            <a:avLst/>
            <a:gdLst>
              <a:gd name="connsiteX0" fmla="*/ 1537462 w 1547812"/>
              <a:gd name="connsiteY0" fmla="*/ 10350 h 41401"/>
              <a:gd name="connsiteX1" fmla="*/ 10350 w 1547812"/>
              <a:gd name="connsiteY1" fmla="*/ 10350 h 4140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547812" h="41401">
                <a:moveTo>
                  <a:pt x="1537462" y="10350"/>
                </a:moveTo>
                <a:lnTo>
                  <a:pt x="10350" y="10350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/>
          </a:p>
        </p:txBody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D32143D6-AFE0-DF4C-8CFD-BE9EE98EA591}"/>
              </a:ext>
            </a:extLst>
          </p:cNvPr>
          <p:cNvSpPr/>
          <p:nvPr/>
        </p:nvSpPr>
        <p:spPr>
          <a:xfrm>
            <a:off x="7029450" y="2892425"/>
            <a:ext cx="963613" cy="298450"/>
          </a:xfrm>
          <a:custGeom>
            <a:avLst/>
            <a:gdLst>
              <a:gd name="connsiteX0" fmla="*/ 953058 w 963409"/>
              <a:gd name="connsiteY0" fmla="*/ 10350 h 298640"/>
              <a:gd name="connsiteX1" fmla="*/ 181114 w 963409"/>
              <a:gd name="connsiteY1" fmla="*/ 288290 h 298640"/>
              <a:gd name="connsiteX2" fmla="*/ 10350 w 963409"/>
              <a:gd name="connsiteY2" fmla="*/ 288290 h 2986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963409" h="298640">
                <a:moveTo>
                  <a:pt x="953058" y="10350"/>
                </a:moveTo>
                <a:lnTo>
                  <a:pt x="181114" y="288290"/>
                </a:lnTo>
                <a:lnTo>
                  <a:pt x="10350" y="288290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/>
          </a:p>
        </p:txBody>
      </p:sp>
      <p:sp>
        <p:nvSpPr>
          <p:cNvPr id="68618" name="Content Placeholder 2">
            <a:extLst>
              <a:ext uri="{FF2B5EF4-FFF2-40B4-BE49-F238E27FC236}">
                <a16:creationId xmlns:a16="http://schemas.microsoft.com/office/drawing/2014/main" id="{82791981-23F7-446D-84DC-6236AA755E8C}"/>
              </a:ext>
            </a:extLst>
          </p:cNvPr>
          <p:cNvSpPr txBox="1">
            <a:spLocks/>
          </p:cNvSpPr>
          <p:nvPr/>
        </p:nvSpPr>
        <p:spPr bwMode="auto">
          <a:xfrm>
            <a:off x="0" y="1143000"/>
            <a:ext cx="5726113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en-US" b="1" u="sng" dirty="0"/>
              <a:t>Femoral</a:t>
            </a:r>
            <a:r>
              <a:rPr lang="en-US" altLang="en-US" u="sng" dirty="0"/>
              <a:t> nerve</a:t>
            </a:r>
            <a:r>
              <a:rPr lang="en-US" altLang="en-US" dirty="0"/>
              <a:t> = Flexes hip, extends knee; skin of anterior leg</a:t>
            </a:r>
          </a:p>
          <a:p>
            <a:pPr lvl="1">
              <a:lnSpc>
                <a:spcPct val="114000"/>
              </a:lnSpc>
            </a:pPr>
            <a:r>
              <a:rPr lang="en-US" altLang="en-US" dirty="0"/>
              <a:t>Muscles = Quadriceps muscles</a:t>
            </a:r>
          </a:p>
          <a:p>
            <a:pPr marL="457200" lvl="1" indent="0">
              <a:lnSpc>
                <a:spcPct val="114000"/>
              </a:lnSpc>
              <a:buNone/>
            </a:pPr>
            <a:endParaRPr lang="en-US" altLang="en-US" sz="2000" dirty="0"/>
          </a:p>
          <a:p>
            <a:pPr>
              <a:lnSpc>
                <a:spcPct val="114000"/>
              </a:lnSpc>
            </a:pPr>
            <a:r>
              <a:rPr lang="en-US" altLang="en-US" b="1" u="sng" dirty="0"/>
              <a:t>Obturator</a:t>
            </a:r>
            <a:r>
              <a:rPr lang="en-US" altLang="en-US" u="sng" dirty="0"/>
              <a:t> nerve</a:t>
            </a:r>
            <a:r>
              <a:rPr lang="en-US" altLang="en-US" dirty="0"/>
              <a:t> = Adduct thigh; skin of medial leg</a:t>
            </a:r>
          </a:p>
          <a:p>
            <a:pPr lvl="1">
              <a:lnSpc>
                <a:spcPct val="114000"/>
              </a:lnSpc>
            </a:pPr>
            <a:r>
              <a:rPr lang="en-US" altLang="en-US" dirty="0"/>
              <a:t>Muscles = Adductor muscles</a:t>
            </a:r>
          </a:p>
        </p:txBody>
      </p:sp>
      <p:sp>
        <p:nvSpPr>
          <p:cNvPr id="68619" name="Rectangle 2">
            <a:extLst>
              <a:ext uri="{FF2B5EF4-FFF2-40B4-BE49-F238E27FC236}">
                <a16:creationId xmlns:a16="http://schemas.microsoft.com/office/drawing/2014/main" id="{670D2314-FA7C-422E-B515-81122174AB58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7391400" cy="134937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5420F91-4A77-D648-A7FE-3602C7C57A46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800" b="1" dirty="0"/>
              <a:t>PLEXUSES: LUMBAR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07" descr="G:\Graphics\Powerpoint\MH_DCM\MH_DCM-TEXTEDIT PROJECTS\MCKINLEY_HA_4e\Incoming\2015_McKinley_HA4e\To_Rajesh_From_jennifer\JPEGs\Presentation Tools jpegs\labeled_jpegs\mck25731_ch16\mck25731_tb1604_pg1.jpg">
            <a:extLst>
              <a:ext uri="{FF2B5EF4-FFF2-40B4-BE49-F238E27FC236}">
                <a16:creationId xmlns:a16="http://schemas.microsoft.com/office/drawing/2014/main" id="{394D328F-B85C-6545-82FF-F72E22DB14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62" t="14549" b="49652"/>
          <a:stretch/>
        </p:blipFill>
        <p:spPr bwMode="auto">
          <a:xfrm>
            <a:off x="1752600" y="1447800"/>
            <a:ext cx="2438400" cy="4935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07" descr="G:\Graphics\Powerpoint\MH_DCM\MH_DCM-TEXTEDIT PROJECTS\MCKINLEY_HA_4e\Incoming\2015_McKinley_HA4e\To_Rajesh_From_jennifer\JPEGs\Presentation Tools jpegs\labeled_jpegs\mck25731_ch16\mck25731_tb1604_pg1.jpg">
            <a:extLst>
              <a:ext uri="{FF2B5EF4-FFF2-40B4-BE49-F238E27FC236}">
                <a16:creationId xmlns:a16="http://schemas.microsoft.com/office/drawing/2014/main" id="{7E5D17A6-1CA3-3E48-BC30-F72A198A87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000" t="55150" b="9150"/>
          <a:stretch/>
        </p:blipFill>
        <p:spPr bwMode="auto">
          <a:xfrm>
            <a:off x="4876800" y="1447800"/>
            <a:ext cx="2438400" cy="4929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88B3C89F-C984-9541-8EFF-C91E10E41B9C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277BAD2-E9FF-3142-B8AE-2EE578E4B6B4}"/>
              </a:ext>
            </a:extLst>
          </p:cNvPr>
          <p:cNvSpPr txBox="1">
            <a:spLocks/>
          </p:cNvSpPr>
          <p:nvPr/>
        </p:nvSpPr>
        <p:spPr>
          <a:xfrm>
            <a:off x="1752600" y="6377610"/>
            <a:ext cx="2438400" cy="62718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3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8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600" b="1" dirty="0"/>
              <a:t>Femoral</a:t>
            </a:r>
            <a:endParaRPr lang="en-US" sz="16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9E1FC6C-FDD9-BC43-8931-0CD0E385CAF0}"/>
              </a:ext>
            </a:extLst>
          </p:cNvPr>
          <p:cNvSpPr txBox="1">
            <a:spLocks/>
          </p:cNvSpPr>
          <p:nvPr/>
        </p:nvSpPr>
        <p:spPr>
          <a:xfrm>
            <a:off x="4839419" y="6391987"/>
            <a:ext cx="2438400" cy="62718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3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8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600" b="1" dirty="0"/>
              <a:t>Obturator</a:t>
            </a:r>
            <a:endParaRPr lang="en-US" sz="160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20A78D3-409D-4C4A-8F7E-329BF1179474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800" b="1" dirty="0"/>
              <a:t>PLEXUSES: LUMBAR</a:t>
            </a:r>
          </a:p>
        </p:txBody>
      </p:sp>
    </p:spTree>
    <p:extLst>
      <p:ext uri="{BB962C8B-B14F-4D97-AF65-F5344CB8AC3E}">
        <p14:creationId xmlns:p14="http://schemas.microsoft.com/office/powerpoint/2010/main" val="19141223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7" name="Picture 27" descr="file:///C:\Users\rajesh\Desktop\20-Feb\Chapter 07\Unlabeled\figure_07_25c-U.jpg">
            <a:extLst>
              <a:ext uri="{FF2B5EF4-FFF2-40B4-BE49-F238E27FC236}">
                <a16:creationId xmlns:a16="http://schemas.microsoft.com/office/drawing/2014/main" id="{C31AD4F8-3C5E-4AF7-976B-56F7BAFFF34B}"/>
              </a:ext>
            </a:extLst>
          </p:cNvPr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30"/>
          <a:stretch>
            <a:fillRect/>
          </a:stretch>
        </p:blipFill>
        <p:spPr bwMode="auto">
          <a:xfrm>
            <a:off x="5222875" y="577850"/>
            <a:ext cx="3921125" cy="628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58" name="TextBox 6">
            <a:extLst>
              <a:ext uri="{FF2B5EF4-FFF2-40B4-BE49-F238E27FC236}">
                <a16:creationId xmlns:a16="http://schemas.microsoft.com/office/drawing/2014/main" id="{4E899477-DADB-43E9-9AA0-AAFA9F4DB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4625" y="2720975"/>
            <a:ext cx="1301750" cy="20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ts val="1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400" b="1">
                <a:latin typeface="Arial Black" panose="020B0A04020102020204" pitchFamily="34" charset="0"/>
              </a:rPr>
              <a:t>Sciatic nerve</a:t>
            </a:r>
          </a:p>
        </p:txBody>
      </p:sp>
      <p:sp>
        <p:nvSpPr>
          <p:cNvPr id="23" name="Freeform 3">
            <a:extLst>
              <a:ext uri="{FF2B5EF4-FFF2-40B4-BE49-F238E27FC236}">
                <a16:creationId xmlns:a16="http://schemas.microsoft.com/office/drawing/2014/main" id="{98D33269-A0A8-B747-8245-F8B901A0E238}"/>
              </a:ext>
            </a:extLst>
          </p:cNvPr>
          <p:cNvSpPr/>
          <p:nvPr/>
        </p:nvSpPr>
        <p:spPr>
          <a:xfrm>
            <a:off x="6584950" y="2830513"/>
            <a:ext cx="1025525" cy="25400"/>
          </a:xfrm>
          <a:custGeom>
            <a:avLst/>
            <a:gdLst>
              <a:gd name="connsiteX0" fmla="*/ 1018044 w 1024394"/>
              <a:gd name="connsiteY0" fmla="*/ 6350 h 25400"/>
              <a:gd name="connsiteX1" fmla="*/ 6350 w 1024394"/>
              <a:gd name="connsiteY1" fmla="*/ 6350 h 254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024394" h="25400">
                <a:moveTo>
                  <a:pt x="1018044" y="6350"/>
                </a:moveTo>
                <a:lnTo>
                  <a:pt x="6350" y="6350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C4F50EDD-2F14-204D-9328-3753C794D501}"/>
              </a:ext>
            </a:extLst>
          </p:cNvPr>
          <p:cNvSpPr txBox="1">
            <a:spLocks/>
          </p:cNvSpPr>
          <p:nvPr/>
        </p:nvSpPr>
        <p:spPr>
          <a:xfrm>
            <a:off x="-41276" y="1219200"/>
            <a:ext cx="5375276" cy="56388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3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8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defRPr/>
            </a:pPr>
            <a:r>
              <a:rPr lang="en-US" b="1" u="sng" dirty="0"/>
              <a:t>Sciatic</a:t>
            </a:r>
            <a:r>
              <a:rPr lang="en-US" u="sng" dirty="0"/>
              <a:t> nerve</a:t>
            </a:r>
            <a:r>
              <a:rPr lang="en-US" dirty="0"/>
              <a:t> = Extends hip, flexes knee; skin of lateral and posterior thigh</a:t>
            </a:r>
          </a:p>
          <a:p>
            <a:pPr lvl="1">
              <a:lnSpc>
                <a:spcPct val="114000"/>
              </a:lnSpc>
              <a:defRPr/>
            </a:pPr>
            <a:r>
              <a:rPr lang="en-US" dirty="0"/>
              <a:t>Muscles = Biceps </a:t>
            </a:r>
            <a:r>
              <a:rPr lang="en-US" dirty="0" err="1"/>
              <a:t>femoris</a:t>
            </a:r>
            <a:endParaRPr lang="en-US" dirty="0"/>
          </a:p>
          <a:p>
            <a:pPr marL="0" indent="0">
              <a:lnSpc>
                <a:spcPct val="114000"/>
              </a:lnSpc>
              <a:buFont typeface="Times" charset="0"/>
              <a:buNone/>
              <a:defRPr/>
            </a:pPr>
            <a:endParaRPr lang="en-US" sz="2000" dirty="0"/>
          </a:p>
          <a:p>
            <a:pPr>
              <a:lnSpc>
                <a:spcPct val="114000"/>
              </a:lnSpc>
              <a:defRPr/>
            </a:pPr>
            <a:r>
              <a:rPr lang="en-US" b="1" u="sng" dirty="0"/>
              <a:t>Superior and inferior gluteal </a:t>
            </a:r>
            <a:r>
              <a:rPr lang="en-US" u="sng" dirty="0"/>
              <a:t>nerves</a:t>
            </a:r>
            <a:r>
              <a:rPr lang="en-US" dirty="0"/>
              <a:t> = Extend hip and abduct hip</a:t>
            </a:r>
          </a:p>
          <a:p>
            <a:pPr lvl="1">
              <a:lnSpc>
                <a:spcPct val="114000"/>
              </a:lnSpc>
              <a:defRPr/>
            </a:pPr>
            <a:r>
              <a:rPr lang="en-US" dirty="0"/>
              <a:t>Muscles = Gluteal muscles</a:t>
            </a:r>
          </a:p>
        </p:txBody>
      </p:sp>
      <p:sp>
        <p:nvSpPr>
          <p:cNvPr id="70663" name="TextBox 2">
            <a:extLst>
              <a:ext uri="{FF2B5EF4-FFF2-40B4-BE49-F238E27FC236}">
                <a16:creationId xmlns:a16="http://schemas.microsoft.com/office/drawing/2014/main" id="{EF631F53-C098-4DDD-BDBA-F5C2BEB7E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4625" y="1508125"/>
            <a:ext cx="157162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ts val="1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400" b="1">
                <a:latin typeface="Arial Black" panose="020B0A04020102020204" pitchFamily="34" charset="0"/>
              </a:rPr>
              <a:t>Superior gluteal</a:t>
            </a:r>
          </a:p>
          <a:p>
            <a:pPr>
              <a:lnSpc>
                <a:spcPts val="1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400" b="1">
                <a:latin typeface="Arial Black" panose="020B0A04020102020204" pitchFamily="34" charset="0"/>
              </a:rPr>
              <a:t>nerve</a:t>
            </a:r>
          </a:p>
        </p:txBody>
      </p:sp>
      <p:sp>
        <p:nvSpPr>
          <p:cNvPr id="70664" name="TextBox 4">
            <a:extLst>
              <a:ext uri="{FF2B5EF4-FFF2-40B4-BE49-F238E27FC236}">
                <a16:creationId xmlns:a16="http://schemas.microsoft.com/office/drawing/2014/main" id="{97BA9263-3BBE-46D7-BC49-5F1DCC4BF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4625" y="2060575"/>
            <a:ext cx="1458913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ts val="1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400" b="1">
                <a:latin typeface="Arial Black" panose="020B0A04020102020204" pitchFamily="34" charset="0"/>
              </a:rPr>
              <a:t>Inferior gluteal</a:t>
            </a:r>
          </a:p>
          <a:p>
            <a:pPr>
              <a:lnSpc>
                <a:spcPts val="1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400" b="1">
                <a:latin typeface="Arial Black" panose="020B0A04020102020204" pitchFamily="34" charset="0"/>
              </a:rPr>
              <a:t>nerve</a:t>
            </a:r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1D5FACDA-F082-324C-805D-E6DCA1B959DA}"/>
              </a:ext>
            </a:extLst>
          </p:cNvPr>
          <p:cNvSpPr/>
          <p:nvPr/>
        </p:nvSpPr>
        <p:spPr>
          <a:xfrm>
            <a:off x="6850063" y="1620838"/>
            <a:ext cx="828675" cy="230187"/>
          </a:xfrm>
          <a:custGeom>
            <a:avLst/>
            <a:gdLst>
              <a:gd name="connsiteX0" fmla="*/ 823137 w 829487"/>
              <a:gd name="connsiteY0" fmla="*/ 224523 h 230873"/>
              <a:gd name="connsiteX1" fmla="*/ 406730 w 829487"/>
              <a:gd name="connsiteY1" fmla="*/ 6350 h 230873"/>
              <a:gd name="connsiteX2" fmla="*/ 6350 w 829487"/>
              <a:gd name="connsiteY2" fmla="*/ 6350 h 23087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829487" h="230873">
                <a:moveTo>
                  <a:pt x="823137" y="224523"/>
                </a:moveTo>
                <a:lnTo>
                  <a:pt x="406730" y="6350"/>
                </a:lnTo>
                <a:lnTo>
                  <a:pt x="6350" y="6350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/>
          </a:p>
        </p:txBody>
      </p:sp>
      <p:sp>
        <p:nvSpPr>
          <p:cNvPr id="35" name="Freeform 3">
            <a:extLst>
              <a:ext uri="{FF2B5EF4-FFF2-40B4-BE49-F238E27FC236}">
                <a16:creationId xmlns:a16="http://schemas.microsoft.com/office/drawing/2014/main" id="{B42A6722-609D-2742-A3A7-878270D3522A}"/>
              </a:ext>
            </a:extLst>
          </p:cNvPr>
          <p:cNvSpPr/>
          <p:nvPr/>
        </p:nvSpPr>
        <p:spPr>
          <a:xfrm>
            <a:off x="6737350" y="1930400"/>
            <a:ext cx="928688" cy="249238"/>
          </a:xfrm>
          <a:custGeom>
            <a:avLst/>
            <a:gdLst>
              <a:gd name="connsiteX0" fmla="*/ 922528 w 928877"/>
              <a:gd name="connsiteY0" fmla="*/ 6350 h 249885"/>
              <a:gd name="connsiteX1" fmla="*/ 617258 w 928877"/>
              <a:gd name="connsiteY1" fmla="*/ 243535 h 249885"/>
              <a:gd name="connsiteX2" fmla="*/ 6350 w 928877"/>
              <a:gd name="connsiteY2" fmla="*/ 243535 h 24988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928877" h="249885">
                <a:moveTo>
                  <a:pt x="922527" y="6350"/>
                </a:moveTo>
                <a:lnTo>
                  <a:pt x="617258" y="243535"/>
                </a:lnTo>
                <a:lnTo>
                  <a:pt x="6350" y="243535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/>
          </a:p>
        </p:txBody>
      </p:sp>
      <p:sp>
        <p:nvSpPr>
          <p:cNvPr id="70667" name="Rectangle 2">
            <a:extLst>
              <a:ext uri="{FF2B5EF4-FFF2-40B4-BE49-F238E27FC236}">
                <a16:creationId xmlns:a16="http://schemas.microsoft.com/office/drawing/2014/main" id="{1F3896DC-5786-4F72-853B-E8A32D5B5C40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7239000" cy="134937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136EA30-C822-104B-A582-0A258FE46D7C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800" b="1" dirty="0"/>
              <a:t>PLEXUSES: SACRAL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68115-9C5D-F846-A318-74AA84195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3" y="1143000"/>
            <a:ext cx="9113837" cy="57150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5000"/>
              </a:lnSpc>
              <a:buFont typeface="Times" charset="0"/>
              <a:buChar char="•"/>
              <a:defRPr/>
            </a:pPr>
            <a:r>
              <a:rPr lang="en-US" dirty="0">
                <a:ea typeface="ＭＳ Ｐゴシック" charset="-128"/>
                <a:cs typeface="ＭＳ Ｐゴシック" charset="-128"/>
              </a:rPr>
              <a:t>Reflexes are rapid, predictable, and involuntary responses to stimuli initiated by the </a:t>
            </a:r>
            <a:r>
              <a:rPr lang="en-US" b="1" dirty="0">
                <a:ea typeface="ＭＳ Ｐゴシック" charset="-128"/>
                <a:cs typeface="ＭＳ Ｐゴシック" charset="-128"/>
              </a:rPr>
              <a:t>spinal cord</a:t>
            </a:r>
          </a:p>
          <a:p>
            <a:pPr marL="0" indent="0">
              <a:lnSpc>
                <a:spcPct val="125000"/>
              </a:lnSpc>
              <a:buNone/>
              <a:defRPr/>
            </a:pPr>
            <a:endParaRPr lang="en-US" sz="1700" dirty="0">
              <a:ea typeface="ＭＳ Ｐゴシック" charset="-128"/>
              <a:cs typeface="ＭＳ Ｐゴシック" charset="-128"/>
            </a:endParaRPr>
          </a:p>
          <a:p>
            <a:pPr>
              <a:lnSpc>
                <a:spcPct val="125000"/>
              </a:lnSpc>
              <a:buFont typeface="Times" charset="0"/>
              <a:buChar char="•"/>
              <a:defRPr/>
            </a:pPr>
            <a:r>
              <a:rPr lang="en-US" b="1" u="sng" dirty="0">
                <a:ea typeface="ＭＳ Ｐゴシック" charset="-128"/>
                <a:cs typeface="ＭＳ Ｐゴシック" charset="-128"/>
              </a:rPr>
              <a:t>5</a:t>
            </a:r>
            <a:r>
              <a:rPr lang="en-US" dirty="0">
                <a:ea typeface="ＭＳ Ｐゴシック" charset="-128"/>
                <a:cs typeface="ＭＳ Ｐゴシック" charset="-128"/>
              </a:rPr>
              <a:t> Elements of a Reflex</a:t>
            </a:r>
          </a:p>
          <a:p>
            <a:pPr marL="914400" lvl="1" indent="-457200">
              <a:lnSpc>
                <a:spcPct val="125000"/>
              </a:lnSpc>
              <a:buFont typeface="+mj-lt"/>
              <a:buAutoNum type="arabicPeriod"/>
              <a:defRPr/>
            </a:pPr>
            <a:r>
              <a:rPr lang="en-US" u="sng" dirty="0">
                <a:ea typeface="ＭＳ Ｐゴシック" charset="-128"/>
                <a:cs typeface="+mn-cs"/>
              </a:rPr>
              <a:t>Sensory receptor</a:t>
            </a:r>
            <a:r>
              <a:rPr lang="en-US" dirty="0">
                <a:ea typeface="ＭＳ Ｐゴシック" charset="-128"/>
                <a:cs typeface="+mn-cs"/>
              </a:rPr>
              <a:t>: Reacts to a stimulus</a:t>
            </a:r>
          </a:p>
          <a:p>
            <a:pPr marL="914400" lvl="1" indent="-457200">
              <a:lnSpc>
                <a:spcPct val="125000"/>
              </a:lnSpc>
              <a:buFont typeface="+mj-lt"/>
              <a:buAutoNum type="arabicPeriod"/>
              <a:defRPr/>
            </a:pPr>
            <a:r>
              <a:rPr lang="en-US" u="sng" dirty="0">
                <a:ea typeface="ＭＳ Ｐゴシック" charset="-128"/>
                <a:cs typeface="+mn-cs"/>
              </a:rPr>
              <a:t>Sensory neuron</a:t>
            </a:r>
            <a:r>
              <a:rPr lang="en-US" dirty="0">
                <a:ea typeface="ＭＳ Ｐゴシック" charset="-128"/>
                <a:cs typeface="+mn-cs"/>
              </a:rPr>
              <a:t>: Carries message to the integration center</a:t>
            </a:r>
          </a:p>
          <a:p>
            <a:pPr marL="914400" lvl="1" indent="-457200">
              <a:lnSpc>
                <a:spcPct val="125000"/>
              </a:lnSpc>
              <a:buFont typeface="+mj-lt"/>
              <a:buAutoNum type="arabicPeriod"/>
              <a:defRPr/>
            </a:pPr>
            <a:r>
              <a:rPr lang="en-US" u="sng" dirty="0">
                <a:ea typeface="ＭＳ Ｐゴシック" charset="-128"/>
                <a:cs typeface="+mn-cs"/>
              </a:rPr>
              <a:t>Integration center</a:t>
            </a:r>
            <a:r>
              <a:rPr lang="en-US" dirty="0">
                <a:ea typeface="ＭＳ Ｐゴシック" charset="-128"/>
                <a:cs typeface="+mn-cs"/>
              </a:rPr>
              <a:t>: </a:t>
            </a:r>
            <a:r>
              <a:rPr lang="en-US" i="1" dirty="0">
                <a:ea typeface="ＭＳ Ｐゴシック" charset="-128"/>
                <a:cs typeface="+mn-cs"/>
              </a:rPr>
              <a:t>Entirely within the spinal cord</a:t>
            </a:r>
            <a:r>
              <a:rPr lang="en-US" dirty="0">
                <a:ea typeface="ＭＳ Ｐゴシック" charset="-128"/>
                <a:cs typeface="+mn-cs"/>
              </a:rPr>
              <a:t>, processes information and directs motor output</a:t>
            </a:r>
          </a:p>
          <a:p>
            <a:pPr marL="914400" lvl="1" indent="-457200">
              <a:lnSpc>
                <a:spcPct val="125000"/>
              </a:lnSpc>
              <a:buFont typeface="+mj-lt"/>
              <a:buAutoNum type="arabicPeriod"/>
              <a:defRPr/>
            </a:pPr>
            <a:r>
              <a:rPr lang="en-US" u="sng" dirty="0">
                <a:ea typeface="ＭＳ Ｐゴシック" charset="-128"/>
                <a:cs typeface="+mn-cs"/>
              </a:rPr>
              <a:t>Motor neuron</a:t>
            </a:r>
            <a:r>
              <a:rPr lang="en-US" dirty="0">
                <a:ea typeface="ＭＳ Ｐゴシック" charset="-128"/>
                <a:cs typeface="+mn-cs"/>
              </a:rPr>
              <a:t>: Carries message to an effector </a:t>
            </a:r>
          </a:p>
          <a:p>
            <a:pPr marL="914400" lvl="1" indent="-457200">
              <a:lnSpc>
                <a:spcPct val="125000"/>
              </a:lnSpc>
              <a:buFont typeface="+mj-lt"/>
              <a:buAutoNum type="arabicPeriod"/>
              <a:defRPr/>
            </a:pPr>
            <a:r>
              <a:rPr lang="en-US" u="sng" dirty="0">
                <a:ea typeface="ＭＳ Ｐゴシック" charset="-128"/>
                <a:cs typeface="+mn-cs"/>
              </a:rPr>
              <a:t>Effector organ</a:t>
            </a:r>
            <a:r>
              <a:rPr lang="en-US" dirty="0">
                <a:ea typeface="ＭＳ Ｐゴシック" charset="-128"/>
                <a:cs typeface="+mn-cs"/>
              </a:rPr>
              <a:t>: The muscle or gland to be stimulated</a:t>
            </a:r>
          </a:p>
          <a:p>
            <a:pPr>
              <a:buFont typeface="Times" charset="0"/>
              <a:buChar char="•"/>
              <a:defRPr/>
            </a:pPr>
            <a:endParaRPr lang="en-US" i="1" dirty="0">
              <a:ea typeface="ＭＳ Ｐゴシック" charset="-128"/>
              <a:cs typeface="ＭＳ Ｐゴシック" charset="-128"/>
            </a:endParaRPr>
          </a:p>
        </p:txBody>
      </p:sp>
      <p:sp>
        <p:nvSpPr>
          <p:cNvPr id="38914" name="Title 1">
            <a:extLst>
              <a:ext uri="{FF2B5EF4-FFF2-40B4-BE49-F238E27FC236}">
                <a16:creationId xmlns:a16="http://schemas.microsoft.com/office/drawing/2014/main" id="{769A72DF-85A6-47BA-BF56-E8C43D6F2E93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839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800" b="1" dirty="0"/>
              <a:t>REFLEXES</a:t>
            </a: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E4A9E7A7-9C83-48D4-ABCD-946A8E3F9DE0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44230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1" name="Picture 3">
            <a:extLst>
              <a:ext uri="{FF2B5EF4-FFF2-40B4-BE49-F238E27FC236}">
                <a16:creationId xmlns:a16="http://schemas.microsoft.com/office/drawing/2014/main" id="{EBA68FB9-108A-4308-830A-6B4AF32209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61"/>
          <a:stretch>
            <a:fillRect/>
          </a:stretch>
        </p:blipFill>
        <p:spPr bwMode="auto">
          <a:xfrm>
            <a:off x="444500" y="1857375"/>
            <a:ext cx="8547100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F37479-FD12-4D59-9509-3899CC5C96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61"/>
          <a:stretch>
            <a:fillRect/>
          </a:stretch>
        </p:blipFill>
        <p:spPr bwMode="auto">
          <a:xfrm>
            <a:off x="444500" y="1857375"/>
            <a:ext cx="8547100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6E6179-5725-43FC-A1F4-1CE4791016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61"/>
          <a:stretch>
            <a:fillRect/>
          </a:stretch>
        </p:blipFill>
        <p:spPr bwMode="auto">
          <a:xfrm>
            <a:off x="444500" y="1857375"/>
            <a:ext cx="8547100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0B6051E-DED7-4256-83AF-4800392006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61"/>
          <a:stretch>
            <a:fillRect/>
          </a:stretch>
        </p:blipFill>
        <p:spPr bwMode="auto">
          <a:xfrm>
            <a:off x="444500" y="1857375"/>
            <a:ext cx="8547100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5">
            <a:extLst>
              <a:ext uri="{FF2B5EF4-FFF2-40B4-BE49-F238E27FC236}">
                <a16:creationId xmlns:a16="http://schemas.microsoft.com/office/drawing/2014/main" id="{A9D1FACE-A27B-4631-AFB1-BFA7821A2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750" y="4818062"/>
            <a:ext cx="197643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</a:rPr>
              <a:t>Motor (efferent) neuron</a:t>
            </a:r>
          </a:p>
        </p:txBody>
      </p:sp>
      <p:sp>
        <p:nvSpPr>
          <p:cNvPr id="30" name="Freeform 3">
            <a:extLst>
              <a:ext uri="{FF2B5EF4-FFF2-40B4-BE49-F238E27FC236}">
                <a16:creationId xmlns:a16="http://schemas.microsoft.com/office/drawing/2014/main" id="{A67460BC-4EC1-DF4F-B221-212BC9814444}"/>
              </a:ext>
            </a:extLst>
          </p:cNvPr>
          <p:cNvSpPr/>
          <p:nvPr/>
        </p:nvSpPr>
        <p:spPr>
          <a:xfrm>
            <a:off x="4422775" y="4008437"/>
            <a:ext cx="25400" cy="827088"/>
          </a:xfrm>
          <a:custGeom>
            <a:avLst/>
            <a:gdLst>
              <a:gd name="connsiteX0" fmla="*/ 6350 w 25400"/>
              <a:gd name="connsiteY0" fmla="*/ 821080 h 827430"/>
              <a:gd name="connsiteX1" fmla="*/ 6350 w 25400"/>
              <a:gd name="connsiteY1" fmla="*/ 6350 h 82743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5400" h="827430">
                <a:moveTo>
                  <a:pt x="6350" y="821080"/>
                </a:moveTo>
                <a:lnTo>
                  <a:pt x="6350" y="6350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>
              <a:solidFill>
                <a:srgbClr val="000000"/>
              </a:solidFill>
            </a:endParaRPr>
          </a:p>
        </p:txBody>
      </p:sp>
      <p:sp>
        <p:nvSpPr>
          <p:cNvPr id="23" name="TextBox 4">
            <a:extLst>
              <a:ext uri="{FF2B5EF4-FFF2-40B4-BE49-F238E27FC236}">
                <a16:creationId xmlns:a16="http://schemas.microsoft.com/office/drawing/2014/main" id="{21D4244A-3E10-41AA-B308-F2A1F2611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5600" y="3517900"/>
            <a:ext cx="9937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</a:rPr>
              <a:t>Interneuron</a:t>
            </a:r>
          </a:p>
        </p:txBody>
      </p:sp>
      <p:sp>
        <p:nvSpPr>
          <p:cNvPr id="24" name="Freeform 3">
            <a:extLst>
              <a:ext uri="{FF2B5EF4-FFF2-40B4-BE49-F238E27FC236}">
                <a16:creationId xmlns:a16="http://schemas.microsoft.com/office/drawing/2014/main" id="{A2E1CBF0-D795-7341-BDD7-DF5965EBFD0F}"/>
              </a:ext>
            </a:extLst>
          </p:cNvPr>
          <p:cNvSpPr/>
          <p:nvPr/>
        </p:nvSpPr>
        <p:spPr>
          <a:xfrm>
            <a:off x="6324600" y="3621087"/>
            <a:ext cx="1360488" cy="25400"/>
          </a:xfrm>
          <a:custGeom>
            <a:avLst/>
            <a:gdLst>
              <a:gd name="connsiteX0" fmla="*/ 1353515 w 1359865"/>
              <a:gd name="connsiteY0" fmla="*/ 6350 h 25400"/>
              <a:gd name="connsiteX1" fmla="*/ 6350 w 1359865"/>
              <a:gd name="connsiteY1" fmla="*/ 6350 h 254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359865" h="25400">
                <a:moveTo>
                  <a:pt x="1353515" y="6350"/>
                </a:moveTo>
                <a:lnTo>
                  <a:pt x="6350" y="6350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>
              <a:solidFill>
                <a:srgbClr val="000000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162C917-0138-4D3F-B576-AC7AE700FA3F}"/>
              </a:ext>
            </a:extLst>
          </p:cNvPr>
          <p:cNvGrpSpPr>
            <a:grpSpLocks/>
          </p:cNvGrpSpPr>
          <p:nvPr/>
        </p:nvGrpSpPr>
        <p:grpSpPr bwMode="auto">
          <a:xfrm>
            <a:off x="7716838" y="3521075"/>
            <a:ext cx="209550" cy="215900"/>
            <a:chOff x="3359943" y="1780262"/>
            <a:chExt cx="210312" cy="215444"/>
          </a:xfrm>
        </p:grpSpPr>
        <p:sp>
          <p:nvSpPr>
            <p:cNvPr id="40991" name="Oval 25">
              <a:extLst>
                <a:ext uri="{FF2B5EF4-FFF2-40B4-BE49-F238E27FC236}">
                  <a16:creationId xmlns:a16="http://schemas.microsoft.com/office/drawing/2014/main" id="{E8C934B2-3B6C-4C36-948D-604C78DC7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943" y="1784231"/>
              <a:ext cx="210312" cy="207507"/>
            </a:xfrm>
            <a:prstGeom prst="ellipse">
              <a:avLst/>
            </a:prstGeom>
            <a:noFill/>
            <a:ln w="12700">
              <a:solidFill>
                <a:srgbClr val="0761B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0761B9"/>
                </a:solidFill>
              </a:endParaRPr>
            </a:p>
          </p:txBody>
        </p:sp>
        <p:sp>
          <p:nvSpPr>
            <p:cNvPr id="40992" name="TextBox 3">
              <a:extLst>
                <a:ext uri="{FF2B5EF4-FFF2-40B4-BE49-F238E27FC236}">
                  <a16:creationId xmlns:a16="http://schemas.microsoft.com/office/drawing/2014/main" id="{C1D0F0DE-D8B7-4EB8-8713-C0B0E8386D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4986" y="1780262"/>
              <a:ext cx="12022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400" b="1">
                  <a:solidFill>
                    <a:srgbClr val="0761B9"/>
                  </a:solidFill>
                  <a:latin typeface="Arial Black" panose="020B0A04020102020204" pitchFamily="34" charset="0"/>
                </a:rPr>
                <a:t>3</a:t>
              </a:r>
            </a:p>
          </p:txBody>
        </p:sp>
      </p:grpSp>
      <p:sp>
        <p:nvSpPr>
          <p:cNvPr id="14" name="TextBox 3">
            <a:extLst>
              <a:ext uri="{FF2B5EF4-FFF2-40B4-BE49-F238E27FC236}">
                <a16:creationId xmlns:a16="http://schemas.microsoft.com/office/drawing/2014/main" id="{47C4A214-61F4-4C11-BB16-74939BF64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1900" y="2201862"/>
            <a:ext cx="2187575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</a:rPr>
              <a:t>Sensory (afferent) neuron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3F31EE0B-480C-2341-968D-61B481AEF21C}"/>
              </a:ext>
            </a:extLst>
          </p:cNvPr>
          <p:cNvSpPr/>
          <p:nvPr/>
        </p:nvSpPr>
        <p:spPr>
          <a:xfrm>
            <a:off x="4418013" y="2435225"/>
            <a:ext cx="25400" cy="1323975"/>
          </a:xfrm>
          <a:custGeom>
            <a:avLst/>
            <a:gdLst>
              <a:gd name="connsiteX0" fmla="*/ 6350 w 25400"/>
              <a:gd name="connsiteY0" fmla="*/ 6350 h 1324292"/>
              <a:gd name="connsiteX1" fmla="*/ 6350 w 25400"/>
              <a:gd name="connsiteY1" fmla="*/ 1317942 h 132429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5400" h="1324292">
                <a:moveTo>
                  <a:pt x="6350" y="6350"/>
                </a:moveTo>
                <a:lnTo>
                  <a:pt x="6350" y="1317942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>
              <a:solidFill>
                <a:srgbClr val="000000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3FF0AFF-C639-4643-BD11-E7C3C1EAEFAA}"/>
              </a:ext>
            </a:extLst>
          </p:cNvPr>
          <p:cNvGrpSpPr>
            <a:grpSpLocks/>
          </p:cNvGrpSpPr>
          <p:nvPr/>
        </p:nvGrpSpPr>
        <p:grpSpPr bwMode="auto">
          <a:xfrm>
            <a:off x="3500438" y="2211387"/>
            <a:ext cx="211137" cy="215900"/>
            <a:chOff x="3359943" y="1780262"/>
            <a:chExt cx="210312" cy="215444"/>
          </a:xfrm>
        </p:grpSpPr>
        <p:sp>
          <p:nvSpPr>
            <p:cNvPr id="40989" name="Oval 16">
              <a:extLst>
                <a:ext uri="{FF2B5EF4-FFF2-40B4-BE49-F238E27FC236}">
                  <a16:creationId xmlns:a16="http://schemas.microsoft.com/office/drawing/2014/main" id="{934279AF-3DCF-4A13-B155-202B42B62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943" y="1784231"/>
              <a:ext cx="210312" cy="207507"/>
            </a:xfrm>
            <a:prstGeom prst="ellipse">
              <a:avLst/>
            </a:prstGeom>
            <a:noFill/>
            <a:ln w="12700">
              <a:solidFill>
                <a:srgbClr val="0761B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0761B9"/>
                </a:solidFill>
              </a:endParaRPr>
            </a:p>
          </p:txBody>
        </p:sp>
        <p:sp>
          <p:nvSpPr>
            <p:cNvPr id="40990" name="TextBox 3">
              <a:extLst>
                <a:ext uri="{FF2B5EF4-FFF2-40B4-BE49-F238E27FC236}">
                  <a16:creationId xmlns:a16="http://schemas.microsoft.com/office/drawing/2014/main" id="{013BD626-C983-48F7-A58C-7CDC672F22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4986" y="1780262"/>
              <a:ext cx="12022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400" b="1">
                  <a:solidFill>
                    <a:srgbClr val="0761B9"/>
                  </a:solidFill>
                  <a:latin typeface="Arial Black" panose="020B0A04020102020204" pitchFamily="34" charset="0"/>
                </a:rPr>
                <a:t>2</a:t>
              </a:r>
            </a:p>
          </p:txBody>
        </p:sp>
      </p:grpSp>
      <p:sp>
        <p:nvSpPr>
          <p:cNvPr id="40973" name="TextBox 2">
            <a:extLst>
              <a:ext uri="{FF2B5EF4-FFF2-40B4-BE49-F238E27FC236}">
                <a16:creationId xmlns:a16="http://schemas.microsoft.com/office/drawing/2014/main" id="{48B2AF0E-5D54-4576-895D-54AEE0A577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88" y="2209800"/>
            <a:ext cx="14732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</a:rPr>
              <a:t>Sensory receptor</a:t>
            </a:r>
          </a:p>
        </p:txBody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41E518B0-415E-B243-8979-E42A51024B05}"/>
              </a:ext>
            </a:extLst>
          </p:cNvPr>
          <p:cNvSpPr/>
          <p:nvPr/>
        </p:nvSpPr>
        <p:spPr>
          <a:xfrm>
            <a:off x="593725" y="2419350"/>
            <a:ext cx="373063" cy="630237"/>
          </a:xfrm>
          <a:custGeom>
            <a:avLst/>
            <a:gdLst>
              <a:gd name="connsiteX0" fmla="*/ 6350 w 372214"/>
              <a:gd name="connsiteY0" fmla="*/ 623430 h 629780"/>
              <a:gd name="connsiteX1" fmla="*/ 365813 w 372214"/>
              <a:gd name="connsiteY1" fmla="*/ 131762 h 629780"/>
              <a:gd name="connsiteX2" fmla="*/ 365864 w 372214"/>
              <a:gd name="connsiteY2" fmla="*/ 6350 h 62978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372214" h="629780">
                <a:moveTo>
                  <a:pt x="6350" y="623430"/>
                </a:moveTo>
                <a:lnTo>
                  <a:pt x="365813" y="131762"/>
                </a:lnTo>
                <a:lnTo>
                  <a:pt x="365864" y="6350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>
              <a:solidFill>
                <a:srgbClr val="000000"/>
              </a:solidFill>
            </a:endParaRPr>
          </a:p>
        </p:txBody>
      </p:sp>
      <p:grpSp>
        <p:nvGrpSpPr>
          <p:cNvPr id="40975" name="Group 17">
            <a:extLst>
              <a:ext uri="{FF2B5EF4-FFF2-40B4-BE49-F238E27FC236}">
                <a16:creationId xmlns:a16="http://schemas.microsoft.com/office/drawing/2014/main" id="{E0C04F88-E442-4E62-8FC4-31FF749B8EF0}"/>
              </a:ext>
            </a:extLst>
          </p:cNvPr>
          <p:cNvGrpSpPr>
            <a:grpSpLocks/>
          </p:cNvGrpSpPr>
          <p:nvPr/>
        </p:nvGrpSpPr>
        <p:grpSpPr bwMode="auto">
          <a:xfrm>
            <a:off x="528638" y="2205037"/>
            <a:ext cx="211137" cy="215900"/>
            <a:chOff x="3359943" y="1780262"/>
            <a:chExt cx="210312" cy="215444"/>
          </a:xfrm>
        </p:grpSpPr>
        <p:sp>
          <p:nvSpPr>
            <p:cNvPr id="40987" name="Oval 18">
              <a:extLst>
                <a:ext uri="{FF2B5EF4-FFF2-40B4-BE49-F238E27FC236}">
                  <a16:creationId xmlns:a16="http://schemas.microsoft.com/office/drawing/2014/main" id="{769F70F4-0D2C-441B-9471-5E6AC72E96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943" y="1784231"/>
              <a:ext cx="210312" cy="207507"/>
            </a:xfrm>
            <a:prstGeom prst="ellipse">
              <a:avLst/>
            </a:prstGeom>
            <a:noFill/>
            <a:ln w="12700">
              <a:solidFill>
                <a:srgbClr val="0761B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0761B9"/>
                </a:solidFill>
              </a:endParaRPr>
            </a:p>
          </p:txBody>
        </p:sp>
        <p:sp>
          <p:nvSpPr>
            <p:cNvPr id="40988" name="TextBox 3">
              <a:extLst>
                <a:ext uri="{FF2B5EF4-FFF2-40B4-BE49-F238E27FC236}">
                  <a16:creationId xmlns:a16="http://schemas.microsoft.com/office/drawing/2014/main" id="{D92EC3FD-E240-4847-8ACD-0326802D94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4986" y="1780262"/>
              <a:ext cx="12022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400" b="1">
                  <a:solidFill>
                    <a:srgbClr val="0761B9"/>
                  </a:solidFill>
                  <a:latin typeface="Arial Black" panose="020B0A04020102020204" pitchFamily="34" charset="0"/>
                </a:rPr>
                <a:t>1</a:t>
              </a:r>
            </a:p>
          </p:txBody>
        </p:sp>
      </p:grpSp>
      <p:sp>
        <p:nvSpPr>
          <p:cNvPr id="31" name="TextBox 6">
            <a:extLst>
              <a:ext uri="{FF2B5EF4-FFF2-40B4-BE49-F238E27FC236}">
                <a16:creationId xmlns:a16="http://schemas.microsoft.com/office/drawing/2014/main" id="{A1B290C9-7D72-4C67-A177-5E4CC5496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0150" y="5364162"/>
            <a:ext cx="12223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</a:rPr>
              <a:t>Effector organ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6CD0BA1-E245-4339-BDBB-460A196DE460}"/>
              </a:ext>
            </a:extLst>
          </p:cNvPr>
          <p:cNvGrpSpPr>
            <a:grpSpLocks/>
          </p:cNvGrpSpPr>
          <p:nvPr/>
        </p:nvGrpSpPr>
        <p:grpSpPr bwMode="auto">
          <a:xfrm>
            <a:off x="3475038" y="5362575"/>
            <a:ext cx="209550" cy="215900"/>
            <a:chOff x="3359943" y="1780262"/>
            <a:chExt cx="210312" cy="215444"/>
          </a:xfrm>
        </p:grpSpPr>
        <p:sp>
          <p:nvSpPr>
            <p:cNvPr id="40985" name="Oval 32">
              <a:extLst>
                <a:ext uri="{FF2B5EF4-FFF2-40B4-BE49-F238E27FC236}">
                  <a16:creationId xmlns:a16="http://schemas.microsoft.com/office/drawing/2014/main" id="{F4AC9B15-598F-404C-A0E5-9E40664A3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943" y="1784231"/>
              <a:ext cx="210312" cy="207507"/>
            </a:xfrm>
            <a:prstGeom prst="ellipse">
              <a:avLst/>
            </a:prstGeom>
            <a:noFill/>
            <a:ln w="12700">
              <a:solidFill>
                <a:srgbClr val="0761B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0761B9"/>
                </a:solidFill>
              </a:endParaRPr>
            </a:p>
          </p:txBody>
        </p:sp>
        <p:sp>
          <p:nvSpPr>
            <p:cNvPr id="40986" name="TextBox 3">
              <a:extLst>
                <a:ext uri="{FF2B5EF4-FFF2-40B4-BE49-F238E27FC236}">
                  <a16:creationId xmlns:a16="http://schemas.microsoft.com/office/drawing/2014/main" id="{6F3DBD61-B37F-434D-9A37-C341127424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4986" y="1780262"/>
              <a:ext cx="12022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400" b="1">
                  <a:solidFill>
                    <a:srgbClr val="0761B9"/>
                  </a:solidFill>
                  <a:latin typeface="Arial Black" panose="020B0A04020102020204" pitchFamily="34" charset="0"/>
                </a:rPr>
                <a:t>5</a:t>
              </a:r>
            </a:p>
          </p:txBody>
        </p:sp>
      </p:grpSp>
      <p:sp>
        <p:nvSpPr>
          <p:cNvPr id="35" name="Freeform 3">
            <a:extLst>
              <a:ext uri="{FF2B5EF4-FFF2-40B4-BE49-F238E27FC236}">
                <a16:creationId xmlns:a16="http://schemas.microsoft.com/office/drawing/2014/main" id="{0D02DE22-F380-CF4E-88B0-1A7EBCF3A1B2}"/>
              </a:ext>
            </a:extLst>
          </p:cNvPr>
          <p:cNvSpPr/>
          <p:nvPr/>
        </p:nvSpPr>
        <p:spPr>
          <a:xfrm>
            <a:off x="2762250" y="4678362"/>
            <a:ext cx="674688" cy="808038"/>
          </a:xfrm>
          <a:custGeom>
            <a:avLst/>
            <a:gdLst>
              <a:gd name="connsiteX0" fmla="*/ 6350 w 675881"/>
              <a:gd name="connsiteY0" fmla="*/ 6350 h 807694"/>
              <a:gd name="connsiteX1" fmla="*/ 563054 w 675881"/>
              <a:gd name="connsiteY1" fmla="*/ 801344 h 807694"/>
              <a:gd name="connsiteX2" fmla="*/ 669531 w 675881"/>
              <a:gd name="connsiteY2" fmla="*/ 801344 h 80769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675881" h="807694">
                <a:moveTo>
                  <a:pt x="6350" y="6350"/>
                </a:moveTo>
                <a:lnTo>
                  <a:pt x="563054" y="801344"/>
                </a:lnTo>
                <a:lnTo>
                  <a:pt x="669531" y="801344"/>
                </a:lnTo>
              </a:path>
            </a:pathLst>
          </a:custGeom>
          <a:ln w="1270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b="1">
              <a:solidFill>
                <a:srgbClr val="000000"/>
              </a:solidFill>
            </a:endParaRPr>
          </a:p>
        </p:txBody>
      </p:sp>
      <p:sp>
        <p:nvSpPr>
          <p:cNvPr id="40979" name="Rectangle 2">
            <a:extLst>
              <a:ext uri="{FF2B5EF4-FFF2-40B4-BE49-F238E27FC236}">
                <a16:creationId xmlns:a16="http://schemas.microsoft.com/office/drawing/2014/main" id="{EB63575E-6544-4DE6-B4AC-4EDD4FF02973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AF7BCB2-23F8-4216-A2CF-78C10BF374AB}"/>
              </a:ext>
            </a:extLst>
          </p:cNvPr>
          <p:cNvGrpSpPr>
            <a:grpSpLocks/>
          </p:cNvGrpSpPr>
          <p:nvPr/>
        </p:nvGrpSpPr>
        <p:grpSpPr bwMode="auto">
          <a:xfrm>
            <a:off x="3562350" y="4830762"/>
            <a:ext cx="211138" cy="215900"/>
            <a:chOff x="3359943" y="1780262"/>
            <a:chExt cx="210312" cy="215444"/>
          </a:xfrm>
        </p:grpSpPr>
        <p:sp>
          <p:nvSpPr>
            <p:cNvPr id="40983" name="Oval 40">
              <a:extLst>
                <a:ext uri="{FF2B5EF4-FFF2-40B4-BE49-F238E27FC236}">
                  <a16:creationId xmlns:a16="http://schemas.microsoft.com/office/drawing/2014/main" id="{3A821636-C470-49FC-9BFB-D20D2CC8CC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943" y="1784231"/>
              <a:ext cx="210312" cy="207507"/>
            </a:xfrm>
            <a:prstGeom prst="ellipse">
              <a:avLst/>
            </a:prstGeom>
            <a:noFill/>
            <a:ln w="12700">
              <a:solidFill>
                <a:srgbClr val="0761B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rgbClr val="0761B9"/>
                </a:solidFill>
              </a:endParaRPr>
            </a:p>
          </p:txBody>
        </p:sp>
        <p:sp>
          <p:nvSpPr>
            <p:cNvPr id="40984" name="TextBox 3">
              <a:extLst>
                <a:ext uri="{FF2B5EF4-FFF2-40B4-BE49-F238E27FC236}">
                  <a16:creationId xmlns:a16="http://schemas.microsoft.com/office/drawing/2014/main" id="{28265134-128E-42D9-ADEF-7CEB15AE63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4986" y="1780262"/>
              <a:ext cx="12022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Font typeface="Times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400" b="1">
                  <a:solidFill>
                    <a:srgbClr val="0761B9"/>
                  </a:solidFill>
                  <a:latin typeface="Arial Black" panose="020B0A04020102020204" pitchFamily="34" charset="0"/>
                </a:rPr>
                <a:t>4</a:t>
              </a:r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9C1513A8-72A7-C24C-8A40-F5367DEC8E34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839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800" b="1" dirty="0"/>
              <a:t>REFLEXES</a:t>
            </a:r>
          </a:p>
        </p:txBody>
      </p:sp>
    </p:spTree>
    <p:extLst>
      <p:ext uri="{BB962C8B-B14F-4D97-AF65-F5344CB8AC3E}">
        <p14:creationId xmlns:p14="http://schemas.microsoft.com/office/powerpoint/2010/main" val="845547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3" grpId="0"/>
      <p:bldP spid="14" grpId="0"/>
      <p:bldP spid="3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09" name="Picture 1" descr="file:///C:\Users\rajesh\Desktop\20-Feb\Chapter 07\Unlabeled\figure_07_01-U.jpg">
            <a:extLst>
              <a:ext uri="{FF2B5EF4-FFF2-40B4-BE49-F238E27FC236}">
                <a16:creationId xmlns:a16="http://schemas.microsoft.com/office/drawing/2014/main" id="{8F648972-EEBA-45AC-B5A1-B320657DB44A}"/>
              </a:ext>
            </a:extLst>
          </p:cNvPr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16"/>
          <a:stretch>
            <a:fillRect/>
          </a:stretch>
        </p:blipFill>
        <p:spPr bwMode="auto">
          <a:xfrm>
            <a:off x="1474788" y="1454150"/>
            <a:ext cx="6194425" cy="394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0" name="TextBox 2">
            <a:extLst>
              <a:ext uri="{FF2B5EF4-FFF2-40B4-BE49-F238E27FC236}">
                <a16:creationId xmlns:a16="http://schemas.microsoft.com/office/drawing/2014/main" id="{999FD4BF-1E35-4ADB-A1D2-9352D4ED1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6925" y="1979613"/>
            <a:ext cx="174466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800" b="1">
                <a:solidFill>
                  <a:srgbClr val="FFFFFF"/>
                </a:solidFill>
                <a:latin typeface="Arial Black" panose="020B0A04020102020204" pitchFamily="34" charset="0"/>
              </a:rPr>
              <a:t>Sensory input</a:t>
            </a:r>
          </a:p>
        </p:txBody>
      </p:sp>
      <p:sp>
        <p:nvSpPr>
          <p:cNvPr id="43011" name="TextBox 3">
            <a:extLst>
              <a:ext uri="{FF2B5EF4-FFF2-40B4-BE49-F238E27FC236}">
                <a16:creationId xmlns:a16="http://schemas.microsoft.com/office/drawing/2014/main" id="{025F1B92-952E-4D1C-AEAB-C69936DB3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3363" y="2667000"/>
            <a:ext cx="189865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</a:rPr>
              <a:t>Sensory receptor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59866D6C-5D55-9A4F-9074-4F687E99D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507" y="2424019"/>
            <a:ext cx="1249573" cy="246221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altLang="en-US" sz="1600" b="1" dirty="0">
                <a:ln w="28575"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 Black" panose="020B0A04020102020204" pitchFamily="34" charset="0"/>
                <a:ea typeface="ＭＳ Ｐゴシック" charset="0"/>
                <a:cs typeface="ＭＳ Ｐゴシック" charset="0"/>
              </a:rPr>
              <a:t>Integration</a:t>
            </a:r>
          </a:p>
        </p:txBody>
      </p:sp>
      <p:sp>
        <p:nvSpPr>
          <p:cNvPr id="43013" name="TextBox 5">
            <a:extLst>
              <a:ext uri="{FF2B5EF4-FFF2-40B4-BE49-F238E27FC236}">
                <a16:creationId xmlns:a16="http://schemas.microsoft.com/office/drawing/2014/main" id="{5FD18A9D-C96A-4F59-929D-7602E6A7D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9175" y="3937000"/>
            <a:ext cx="16287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800" b="1">
                <a:solidFill>
                  <a:srgbClr val="FFFFFF"/>
                </a:solidFill>
                <a:latin typeface="Arial Black" panose="020B0A04020102020204" pitchFamily="34" charset="0"/>
              </a:rPr>
              <a:t>Motor output</a:t>
            </a:r>
          </a:p>
        </p:txBody>
      </p:sp>
      <p:sp>
        <p:nvSpPr>
          <p:cNvPr id="43014" name="TextBox 6">
            <a:extLst>
              <a:ext uri="{FF2B5EF4-FFF2-40B4-BE49-F238E27FC236}">
                <a16:creationId xmlns:a16="http://schemas.microsoft.com/office/drawing/2014/main" id="{9F090FF9-D020-4974-B269-F5630E0FE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1913" y="4832350"/>
            <a:ext cx="2360612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</a:rPr>
              <a:t>Brain and spinal cord</a:t>
            </a:r>
          </a:p>
        </p:txBody>
      </p:sp>
      <p:sp>
        <p:nvSpPr>
          <p:cNvPr id="43015" name="TextBox 7">
            <a:extLst>
              <a:ext uri="{FF2B5EF4-FFF2-40B4-BE49-F238E27FC236}">
                <a16:creationId xmlns:a16="http://schemas.microsoft.com/office/drawing/2014/main" id="{567D9209-1F56-45E5-A810-EAF2A11C2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3363" y="5146675"/>
            <a:ext cx="8731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</a:rPr>
              <a:t>Effector</a:t>
            </a:r>
          </a:p>
        </p:txBody>
      </p:sp>
      <p:sp>
        <p:nvSpPr>
          <p:cNvPr id="43016" name="TextBox 4">
            <a:extLst>
              <a:ext uri="{FF2B5EF4-FFF2-40B4-BE49-F238E27FC236}">
                <a16:creationId xmlns:a16="http://schemas.microsoft.com/office/drawing/2014/main" id="{B65806FA-638D-4162-B9EE-E687DD1C6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063" y="2424113"/>
            <a:ext cx="1249362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Arial Black" panose="020B0A04020102020204" pitchFamily="34" charset="0"/>
              </a:rPr>
              <a:t>Integration</a:t>
            </a:r>
          </a:p>
        </p:txBody>
      </p:sp>
      <p:sp>
        <p:nvSpPr>
          <p:cNvPr id="43018" name="Rectangle 2">
            <a:extLst>
              <a:ext uri="{FF2B5EF4-FFF2-40B4-BE49-F238E27FC236}">
                <a16:creationId xmlns:a16="http://schemas.microsoft.com/office/drawing/2014/main" id="{CBCCB2FB-2B83-43A6-AE4B-C6039E5C910D}"/>
              </a:ext>
            </a:extLst>
          </p:cNvPr>
          <p:cNvSpPr>
            <a:spLocks/>
          </p:cNvSpPr>
          <p:nvPr/>
        </p:nvSpPr>
        <p:spPr bwMode="auto">
          <a:xfrm>
            <a:off x="0" y="931863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43020" name="Content Placeholder 2">
            <a:extLst>
              <a:ext uri="{FF2B5EF4-FFF2-40B4-BE49-F238E27FC236}">
                <a16:creationId xmlns:a16="http://schemas.microsoft.com/office/drawing/2014/main" id="{A2B7A388-004A-4868-B6DB-A3AF8E375B55}"/>
              </a:ext>
            </a:extLst>
          </p:cNvPr>
          <p:cNvSpPr txBox="1">
            <a:spLocks/>
          </p:cNvSpPr>
          <p:nvPr/>
        </p:nvSpPr>
        <p:spPr bwMode="auto">
          <a:xfrm>
            <a:off x="30163" y="5562600"/>
            <a:ext cx="91138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buFont typeface="Times" panose="02020603050405020304" pitchFamily="18" charset="0"/>
              <a:buNone/>
            </a:pPr>
            <a:r>
              <a:rPr lang="en-US" altLang="en-US" sz="4400" i="1" dirty="0">
                <a:solidFill>
                  <a:srgbClr val="FF0000"/>
                </a:solidFill>
              </a:rPr>
              <a:t>Reflexes maintain </a:t>
            </a:r>
            <a:r>
              <a:rPr lang="en-US" altLang="en-US" sz="4400" b="1" i="1" dirty="0">
                <a:solidFill>
                  <a:srgbClr val="FF0000"/>
                </a:solidFill>
              </a:rPr>
              <a:t>homeostasis</a:t>
            </a:r>
          </a:p>
          <a:p>
            <a:pPr algn="ctr">
              <a:buFont typeface="Times" panose="02020603050405020304" pitchFamily="18" charset="0"/>
              <a:buNone/>
            </a:pPr>
            <a:endParaRPr lang="en-US" altLang="en-US" sz="4400" i="1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B374E90-A216-A24A-BFCA-0F1983D34286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839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800" b="1" dirty="0"/>
              <a:t>REFLEXES</a:t>
            </a:r>
          </a:p>
        </p:txBody>
      </p:sp>
    </p:spTree>
    <p:extLst>
      <p:ext uri="{BB962C8B-B14F-4D97-AF65-F5344CB8AC3E}">
        <p14:creationId xmlns:p14="http://schemas.microsoft.com/office/powerpoint/2010/main" val="913735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11248</TotalTime>
  <Words>2268</Words>
  <Application>Microsoft Macintosh PowerPoint</Application>
  <PresentationFormat>On-screen Show (4:3)</PresentationFormat>
  <Paragraphs>653</Paragraphs>
  <Slides>51</Slides>
  <Notes>51</Notes>
  <HiddenSlides>0</HiddenSlides>
  <MMClips>2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2" baseType="lpstr">
      <vt:lpstr>ＭＳ Ｐゴシック</vt:lpstr>
      <vt:lpstr>ＭＳ Ｐゴシック</vt:lpstr>
      <vt:lpstr>宋体</vt:lpstr>
      <vt:lpstr>ヒラギノ角ゴ Pro W3</vt:lpstr>
      <vt:lpstr>Arial</vt:lpstr>
      <vt:lpstr>Arial Black</vt:lpstr>
      <vt:lpstr>Calibri</vt:lpstr>
      <vt:lpstr>Times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Southeast Community College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Southeast Community College</dc:creator>
  <cp:lastModifiedBy>Amanda Bailey</cp:lastModifiedBy>
  <cp:revision>1171</cp:revision>
  <dcterms:created xsi:type="dcterms:W3CDTF">2014-10-12T21:50:29Z</dcterms:created>
  <dcterms:modified xsi:type="dcterms:W3CDTF">2025-01-16T00:10:41Z</dcterms:modified>
</cp:coreProperties>
</file>